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7" r:id="rId5"/>
    <p:sldMasterId id="2147483748" r:id="rId6"/>
    <p:sldMasterId id="2147483749"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Lst>
  <p:sldSz cy="5143500" cx="9144000"/>
  <p:notesSz cx="6858000" cy="9144000"/>
  <p:embeddedFontLst>
    <p:embeddedFont>
      <p:font typeface="Roboto"/>
      <p:regular r:id="rId28"/>
      <p:bold r:id="rId29"/>
      <p:italic r:id="rId30"/>
      <p:boldItalic r:id="rId31"/>
    </p:embeddedFont>
    <p:embeddedFont>
      <p:font typeface="Instrument Sans SemiBold"/>
      <p:regular r:id="rId32"/>
      <p:bold r:id="rId33"/>
      <p:italic r:id="rId34"/>
      <p:boldItalic r:id="rId35"/>
    </p:embeddedFont>
    <p:embeddedFont>
      <p:font typeface="Instrument Sans Medium"/>
      <p:regular r:id="rId36"/>
      <p:bold r:id="rId37"/>
      <p:italic r:id="rId38"/>
      <p:boldItalic r:id="rId39"/>
    </p:embeddedFont>
    <p:embeddedFont>
      <p:font typeface="Urbanist Medium"/>
      <p:regular r:id="rId40"/>
      <p:bold r:id="rId41"/>
      <p:italic r:id="rId42"/>
      <p:boldItalic r:id="rId43"/>
    </p:embeddedFont>
    <p:embeddedFont>
      <p:font typeface="Urbanist SemiBold"/>
      <p:regular r:id="rId44"/>
      <p:bold r:id="rId45"/>
      <p:italic r:id="rId46"/>
      <p:boldItalic r:id="rId47"/>
    </p:embeddedFont>
    <p:embeddedFont>
      <p:font typeface="Urbanist"/>
      <p:regular r:id="rId48"/>
      <p:bold r:id="rId49"/>
      <p:italic r:id="rId50"/>
      <p:boldItalic r:id="rId51"/>
    </p:embeddedFont>
    <p:embeddedFont>
      <p:font typeface="Instrument Sans"/>
      <p:regular r:id="rId52"/>
      <p:bold r:id="rId53"/>
      <p:italic r:id="rId54"/>
      <p:boldItalic r:id="rId5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9EBB834-6FB6-480E-8170-48CC61BC8D5D}">
  <a:tblStyle styleId="{39EBB834-6FB6-480E-8170-48CC61BC8D5D}"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B5E673AC-FE77-469F-A28B-C940286D2299}"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UrbanistMedium-regular.fntdata"/><Relationship Id="rId42" Type="http://schemas.openxmlformats.org/officeDocument/2006/relationships/font" Target="fonts/UrbanistMedium-italic.fntdata"/><Relationship Id="rId41" Type="http://schemas.openxmlformats.org/officeDocument/2006/relationships/font" Target="fonts/UrbanistMedium-bold.fntdata"/><Relationship Id="rId44" Type="http://schemas.openxmlformats.org/officeDocument/2006/relationships/font" Target="fonts/UrbanistSemiBold-regular.fntdata"/><Relationship Id="rId43" Type="http://schemas.openxmlformats.org/officeDocument/2006/relationships/font" Target="fonts/UrbanistMedium-boldItalic.fntdata"/><Relationship Id="rId46" Type="http://schemas.openxmlformats.org/officeDocument/2006/relationships/font" Target="fonts/UrbanistSemiBold-italic.fntdata"/><Relationship Id="rId45" Type="http://schemas.openxmlformats.org/officeDocument/2006/relationships/font" Target="fonts/UrbanistSemiBold-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1.xml"/><Relationship Id="rId48" Type="http://schemas.openxmlformats.org/officeDocument/2006/relationships/font" Target="fonts/Urbanist-regular.fntdata"/><Relationship Id="rId47" Type="http://schemas.openxmlformats.org/officeDocument/2006/relationships/font" Target="fonts/UrbanistSemiBold-boldItalic.fntdata"/><Relationship Id="rId49" Type="http://schemas.openxmlformats.org/officeDocument/2006/relationships/font" Target="fonts/Urbanist-bold.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31" Type="http://schemas.openxmlformats.org/officeDocument/2006/relationships/font" Target="fonts/Roboto-boldItalic.fntdata"/><Relationship Id="rId30" Type="http://schemas.openxmlformats.org/officeDocument/2006/relationships/font" Target="fonts/Roboto-italic.fntdata"/><Relationship Id="rId33" Type="http://schemas.openxmlformats.org/officeDocument/2006/relationships/font" Target="fonts/InstrumentSansSemiBold-bold.fntdata"/><Relationship Id="rId32" Type="http://schemas.openxmlformats.org/officeDocument/2006/relationships/font" Target="fonts/InstrumentSansSemiBold-regular.fntdata"/><Relationship Id="rId35" Type="http://schemas.openxmlformats.org/officeDocument/2006/relationships/font" Target="fonts/InstrumentSansSemiBold-boldItalic.fntdata"/><Relationship Id="rId34" Type="http://schemas.openxmlformats.org/officeDocument/2006/relationships/font" Target="fonts/InstrumentSansSemiBold-italic.fntdata"/><Relationship Id="rId37" Type="http://schemas.openxmlformats.org/officeDocument/2006/relationships/font" Target="fonts/InstrumentSansMedium-bold.fntdata"/><Relationship Id="rId36" Type="http://schemas.openxmlformats.org/officeDocument/2006/relationships/font" Target="fonts/InstrumentSansMedium-regular.fntdata"/><Relationship Id="rId39" Type="http://schemas.openxmlformats.org/officeDocument/2006/relationships/font" Target="fonts/InstrumentSansMedium-boldItalic.fntdata"/><Relationship Id="rId38" Type="http://schemas.openxmlformats.org/officeDocument/2006/relationships/font" Target="fonts/InstrumentSansMedium-italic.fntdata"/><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font" Target="fonts/Roboto-regular.fntdata"/><Relationship Id="rId27" Type="http://schemas.openxmlformats.org/officeDocument/2006/relationships/slide" Target="slides/slide19.xml"/><Relationship Id="rId29" Type="http://schemas.openxmlformats.org/officeDocument/2006/relationships/font" Target="fonts/Roboto-bold.fntdata"/><Relationship Id="rId51" Type="http://schemas.openxmlformats.org/officeDocument/2006/relationships/font" Target="fonts/Urbanist-boldItalic.fntdata"/><Relationship Id="rId50" Type="http://schemas.openxmlformats.org/officeDocument/2006/relationships/font" Target="fonts/Urbanist-italic.fntdata"/><Relationship Id="rId53" Type="http://schemas.openxmlformats.org/officeDocument/2006/relationships/font" Target="fonts/InstrumentSans-bold.fntdata"/><Relationship Id="rId52" Type="http://schemas.openxmlformats.org/officeDocument/2006/relationships/font" Target="fonts/InstrumentSans-regular.fntdata"/><Relationship Id="rId11" Type="http://schemas.openxmlformats.org/officeDocument/2006/relationships/slide" Target="slides/slide3.xml"/><Relationship Id="rId55" Type="http://schemas.openxmlformats.org/officeDocument/2006/relationships/font" Target="fonts/InstrumentSans-boldItalic.fntdata"/><Relationship Id="rId10" Type="http://schemas.openxmlformats.org/officeDocument/2006/relationships/slide" Target="slides/slide2.xml"/><Relationship Id="rId54" Type="http://schemas.openxmlformats.org/officeDocument/2006/relationships/font" Target="fonts/InstrumentSans-italic.fntdata"/><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368bdc8f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0" name="Google Shape;930;g368bdc8f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68bdc8f0c5_0_4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68bdc8f0c5_0_4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g368bdc8f0c5_0_5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3" name="Google Shape;983;g368bdc8f0c5_0_5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g368bdc8f0c5_0_5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5" name="Google Shape;1005;g368bdc8f0c5_0_5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68ca341015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5" name="Google Shape;1035;g368ca341015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1" name="Shape 1041"/>
        <p:cNvGrpSpPr/>
        <p:nvPr/>
      </p:nvGrpSpPr>
      <p:grpSpPr>
        <a:xfrm>
          <a:off x="0" y="0"/>
          <a:ext cx="0" cy="0"/>
          <a:chOff x="0" y="0"/>
          <a:chExt cx="0" cy="0"/>
        </a:xfrm>
      </p:grpSpPr>
      <p:sp>
        <p:nvSpPr>
          <p:cNvPr id="1042" name="Google Shape;1042;g39694de7cd4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3" name="Google Shape;1043;g39694de7cd4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68bdc8f0c5_0_5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3" name="Google Shape;1073;g368bdc8f0c5_0_5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3acb446b7fa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3acb446b7fa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7" name="Shape 1087"/>
        <p:cNvGrpSpPr/>
        <p:nvPr/>
      </p:nvGrpSpPr>
      <p:grpSpPr>
        <a:xfrm>
          <a:off x="0" y="0"/>
          <a:ext cx="0" cy="0"/>
          <a:chOff x="0" y="0"/>
          <a:chExt cx="0" cy="0"/>
        </a:xfrm>
      </p:grpSpPr>
      <p:sp>
        <p:nvSpPr>
          <p:cNvPr id="1088" name="Google Shape;1088;g39694de7cd4_2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9" name="Google Shape;1089;g39694de7cd4_2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2100" lvl="0" marL="457200" rtl="0" algn="l">
              <a:spcBef>
                <a:spcPts val="0"/>
              </a:spcBef>
              <a:spcAft>
                <a:spcPts val="0"/>
              </a:spcAft>
              <a:buClr>
                <a:schemeClr val="dk1"/>
              </a:buClr>
              <a:buSzPts val="1000"/>
              <a:buAutoNum type="arabicParenR"/>
            </a:pPr>
            <a:r>
              <a:rPr lang="en" sz="1000">
                <a:solidFill>
                  <a:schemeClr val="dk1"/>
                </a:solidFill>
                <a:latin typeface="Urbanist"/>
                <a:ea typeface="Urbanist"/>
                <a:cs typeface="Urbanist"/>
                <a:sym typeface="Urbanist"/>
              </a:rPr>
              <a:t>The first step is a person becoming aware there is a problem in the first place, whether by themselves or through a friend or family member. For many students, this awareness comes through declining grades, persistent feelings of sadness or anxiety, changes in sleep patterns, or social withdrawal</a:t>
            </a:r>
            <a:endParaRPr sz="1000">
              <a:solidFill>
                <a:schemeClr val="dk1"/>
              </a:solidFill>
              <a:latin typeface="Urbanist"/>
              <a:ea typeface="Urbanist"/>
              <a:cs typeface="Urbanist"/>
              <a:sym typeface="Urbanist"/>
            </a:endParaRPr>
          </a:p>
          <a:p>
            <a:pPr indent="-292100" lvl="0" marL="457200" rtl="0" algn="l">
              <a:spcBef>
                <a:spcPts val="0"/>
              </a:spcBef>
              <a:spcAft>
                <a:spcPts val="0"/>
              </a:spcAft>
              <a:buClr>
                <a:schemeClr val="dk1"/>
              </a:buClr>
              <a:buSzPts val="1000"/>
              <a:buAutoNum type="arabicParenR"/>
            </a:pPr>
            <a:r>
              <a:rPr lang="en" sz="1000">
                <a:solidFill>
                  <a:schemeClr val="dk1"/>
                </a:solidFill>
                <a:latin typeface="Urbanist"/>
                <a:ea typeface="Urbanist"/>
                <a:cs typeface="Urbanist"/>
                <a:sym typeface="Urbanist"/>
              </a:rPr>
              <a:t>This stage involves overcoming significant barriers: fear of judgment, stigma about mental health treatment, uncertainty about whether their problem is "serious enough," financial concerns, and worry about confidentiality. Students must move from "I know something is wrong" to "I'm ready to do something about it"</a:t>
            </a:r>
            <a:endParaRPr sz="1000">
              <a:solidFill>
                <a:schemeClr val="dk1"/>
              </a:solidFill>
              <a:latin typeface="Urbanist"/>
              <a:ea typeface="Urbanist"/>
              <a:cs typeface="Urbanist"/>
              <a:sym typeface="Urbanist"/>
            </a:endParaRPr>
          </a:p>
          <a:p>
            <a:pPr indent="-292100" lvl="0" marL="457200" rtl="0" algn="l">
              <a:spcBef>
                <a:spcPts val="800"/>
              </a:spcBef>
              <a:spcAft>
                <a:spcPts val="0"/>
              </a:spcAft>
              <a:buClr>
                <a:schemeClr val="dk1"/>
              </a:buClr>
              <a:buSzPts val="1000"/>
              <a:buFont typeface="Urbanist"/>
              <a:buAutoNum type="arabicParenR"/>
            </a:pPr>
            <a:r>
              <a:rPr lang="en" sz="1000">
                <a:solidFill>
                  <a:schemeClr val="dk1"/>
                </a:solidFill>
                <a:latin typeface="Urbanist"/>
                <a:ea typeface="Urbanist"/>
                <a:cs typeface="Urbanist"/>
                <a:sym typeface="Urbanist"/>
              </a:rPr>
              <a:t>Resources such as therapy and counseling are, in many cases, appointment-based which can be months out from when the person is seeking assistance. Campus counseling centers are overwhelmed with wait times of 2-6 weeks or longer. When students muster the courage to seek help, being told to "wait" feels devastating. PeopleFirst eliminates this barrier through immediate, 24/7 mobile access. Students download the app and receive support within minutes—during late-night panic attacks or pre-exam stress. When students are ready for help, help is ready for them.</a:t>
            </a:r>
            <a:r>
              <a:rPr lang="en" sz="1000">
                <a:solidFill>
                  <a:schemeClr val="dk1"/>
                </a:solidFill>
                <a:highlight>
                  <a:schemeClr val="lt1"/>
                </a:highlight>
                <a:latin typeface="Urbanist"/>
                <a:ea typeface="Urbanist"/>
                <a:cs typeface="Urbanist"/>
                <a:sym typeface="Urbanist"/>
              </a:rPr>
              <a:t> </a:t>
            </a:r>
            <a:endParaRPr sz="1000">
              <a:solidFill>
                <a:schemeClr val="dk1"/>
              </a:solidFill>
              <a:highlight>
                <a:schemeClr val="lt1"/>
              </a:highlight>
              <a:latin typeface="Urbanist"/>
              <a:ea typeface="Urbanist"/>
              <a:cs typeface="Urbanist"/>
              <a:sym typeface="Urbanist"/>
            </a:endParaRPr>
          </a:p>
          <a:p>
            <a:pPr indent="-292100" lvl="0" marL="457200" rtl="0" algn="l">
              <a:spcBef>
                <a:spcPts val="0"/>
              </a:spcBef>
              <a:spcAft>
                <a:spcPts val="0"/>
              </a:spcAft>
              <a:buClr>
                <a:schemeClr val="dk1"/>
              </a:buClr>
              <a:buSzPts val="1000"/>
              <a:buFont typeface="Urbanist"/>
              <a:buAutoNum type="arabicParenR"/>
            </a:pPr>
            <a:r>
              <a:rPr lang="en" sz="1000">
                <a:solidFill>
                  <a:schemeClr val="dk1"/>
                </a:solidFill>
                <a:latin typeface="Urbanist"/>
                <a:ea typeface="Urbanist"/>
                <a:cs typeface="Urbanist"/>
                <a:sym typeface="Urbanist"/>
              </a:rPr>
              <a:t>One of the most vital steps for healing is first impressions. Once students access PeopleFirst, ensuring they feel comfortable is critical to creating a safe space where they can talk freely. Through PeopleFirst, students engage at their own comfort level using anonymous peer-support chat, AI-powered mood tracking, and community groups with peers facing similar challenges. When ready for professional help, students browse counselor profiles and select someone who feels right. The app transforms an intimidating first step into an empowering start to healing.</a:t>
            </a:r>
            <a:endParaRPr sz="1000">
              <a:solidFill>
                <a:schemeClr val="dk1"/>
              </a:solidFill>
              <a:latin typeface="Urbanist"/>
              <a:ea typeface="Urbanist"/>
              <a:cs typeface="Urbanist"/>
              <a:sym typeface="Urbanist"/>
            </a:endParaRPr>
          </a:p>
          <a:p>
            <a:pPr indent="-292100" lvl="0" marL="457200" rtl="0" algn="l">
              <a:spcBef>
                <a:spcPts val="0"/>
              </a:spcBef>
              <a:spcAft>
                <a:spcPts val="0"/>
              </a:spcAft>
              <a:buClr>
                <a:schemeClr val="dk1"/>
              </a:buClr>
              <a:buSzPts val="1000"/>
              <a:buFont typeface="Urbanist"/>
              <a:buAutoNum type="arabicParenR"/>
            </a:pPr>
            <a:r>
              <a:rPr lang="en" sz="1000">
                <a:solidFill>
                  <a:schemeClr val="dk1"/>
                </a:solidFill>
                <a:latin typeface="Urbanist"/>
                <a:ea typeface="Urbanist"/>
                <a:cs typeface="Urbanist"/>
                <a:sym typeface="Urbanist"/>
              </a:rPr>
              <a:t>The initial appointment may or may not encourage a person to seek further help depending on the interactions made. Through PeopleFirst, students maintain ongoing engagement with daily mood tracking, between-session access to peer chat and community groups, and flexible scheduling for counseling. The app sends gentle check-in reminders and provides personalized self-care resources, ensuring consistent support that keeps students engaged in their mental health.</a:t>
            </a:r>
            <a:endParaRPr sz="1000">
              <a:solidFill>
                <a:schemeClr val="dk1"/>
              </a:solidFill>
              <a:latin typeface="Urbanist"/>
              <a:ea typeface="Urbanist"/>
              <a:cs typeface="Urbanist"/>
              <a:sym typeface="Urbanist"/>
            </a:endParaRPr>
          </a:p>
          <a:p>
            <a:pPr indent="0" lvl="0" marL="457200" rtl="0" algn="l">
              <a:spcBef>
                <a:spcPts val="0"/>
              </a:spcBef>
              <a:spcAft>
                <a:spcPts val="0"/>
              </a:spcAft>
              <a:buClr>
                <a:schemeClr val="dk1"/>
              </a:buClr>
              <a:buSzPts val="1100"/>
              <a:buFont typeface="Arial"/>
              <a:buNone/>
            </a:pPr>
            <a:r>
              <a:t/>
            </a:r>
            <a:endParaRPr sz="1000">
              <a:solidFill>
                <a:schemeClr val="dk1"/>
              </a:solidFill>
              <a:highlight>
                <a:schemeClr val="lt1"/>
              </a:highlight>
              <a:latin typeface="Urbanist"/>
              <a:ea typeface="Urbanist"/>
              <a:cs typeface="Urbanist"/>
              <a:sym typeface="Urbanist"/>
            </a:endParaRPr>
          </a:p>
          <a:p>
            <a:pPr indent="0" lvl="0" marL="457200" rtl="0" algn="l">
              <a:spcBef>
                <a:spcPts val="0"/>
              </a:spcBef>
              <a:spcAft>
                <a:spcPts val="0"/>
              </a:spcAft>
              <a:buClr>
                <a:schemeClr val="dk1"/>
              </a:buClr>
              <a:buSzPts val="1100"/>
              <a:buFont typeface="Arial"/>
              <a:buNone/>
            </a:pPr>
            <a:r>
              <a:t/>
            </a:r>
            <a:endParaRPr sz="1000">
              <a:solidFill>
                <a:schemeClr val="dk1"/>
              </a:solidFill>
              <a:latin typeface="Urbanist"/>
              <a:ea typeface="Urbanist"/>
              <a:cs typeface="Urbanist"/>
              <a:sym typeface="Urbanist"/>
            </a:endParaRPr>
          </a:p>
          <a:p>
            <a:pPr indent="0" lvl="0" marL="0" rtl="0" algn="l">
              <a:spcBef>
                <a:spcPts val="800"/>
              </a:spcBef>
              <a:spcAft>
                <a:spcPts val="0"/>
              </a:spcAft>
              <a:buNone/>
            </a:pPr>
            <a:r>
              <a:t/>
            </a:r>
            <a:endParaRPr>
              <a:solidFill>
                <a:schemeClr val="dk1"/>
              </a:solidFil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6" name="Shape 1116"/>
        <p:cNvGrpSpPr/>
        <p:nvPr/>
      </p:nvGrpSpPr>
      <p:grpSpPr>
        <a:xfrm>
          <a:off x="0" y="0"/>
          <a:ext cx="0" cy="0"/>
          <a:chOff x="0" y="0"/>
          <a:chExt cx="0" cy="0"/>
        </a:xfrm>
      </p:grpSpPr>
      <p:sp>
        <p:nvSpPr>
          <p:cNvPr id="1117" name="Google Shape;1117;g3af04f2a06b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8" name="Google Shape;1118;g3af04f2a06b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3" name="Shape 1123"/>
        <p:cNvGrpSpPr/>
        <p:nvPr/>
      </p:nvGrpSpPr>
      <p:grpSpPr>
        <a:xfrm>
          <a:off x="0" y="0"/>
          <a:ext cx="0" cy="0"/>
          <a:chOff x="0" y="0"/>
          <a:chExt cx="0" cy="0"/>
        </a:xfrm>
      </p:grpSpPr>
      <p:sp>
        <p:nvSpPr>
          <p:cNvPr id="1124" name="Google Shape;1124;g3acb446b7fa_1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5" name="Google Shape;1125;g3acb446b7fa_1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3acdcbf2523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3acdcbf2523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3acb446b7fa_1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3acb446b7fa_1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3acb446b7fa_1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3acb446b7fa_1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3" name="Shape 1183"/>
        <p:cNvGrpSpPr/>
        <p:nvPr/>
      </p:nvGrpSpPr>
      <p:grpSpPr>
        <a:xfrm>
          <a:off x="0" y="0"/>
          <a:ext cx="0" cy="0"/>
          <a:chOff x="0" y="0"/>
          <a:chExt cx="0" cy="0"/>
        </a:xfrm>
      </p:grpSpPr>
      <p:sp>
        <p:nvSpPr>
          <p:cNvPr id="1184" name="Google Shape;1184;g3acb446b7fa_1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5" name="Google Shape;1185;g3acb446b7fa_1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7" name="Shape 1197"/>
        <p:cNvGrpSpPr/>
        <p:nvPr/>
      </p:nvGrpSpPr>
      <p:grpSpPr>
        <a:xfrm>
          <a:off x="0" y="0"/>
          <a:ext cx="0" cy="0"/>
          <a:chOff x="0" y="0"/>
          <a:chExt cx="0" cy="0"/>
        </a:xfrm>
      </p:grpSpPr>
      <p:sp>
        <p:nvSpPr>
          <p:cNvPr id="1198" name="Google Shape;1198;g386eea104e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9" name="Google Shape;1199;g386eea104e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8" name="Shape 1208"/>
        <p:cNvGrpSpPr/>
        <p:nvPr/>
      </p:nvGrpSpPr>
      <p:grpSpPr>
        <a:xfrm>
          <a:off x="0" y="0"/>
          <a:ext cx="0" cy="0"/>
          <a:chOff x="0" y="0"/>
          <a:chExt cx="0" cy="0"/>
        </a:xfrm>
      </p:grpSpPr>
      <p:sp>
        <p:nvSpPr>
          <p:cNvPr id="1209" name="Google Shape;1209;g3acb446b7fa_1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0" name="Google Shape;1210;g3acb446b7fa_1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6" name="Shape 1216"/>
        <p:cNvGrpSpPr/>
        <p:nvPr/>
      </p:nvGrpSpPr>
      <p:grpSpPr>
        <a:xfrm>
          <a:off x="0" y="0"/>
          <a:ext cx="0" cy="0"/>
          <a:chOff x="0" y="0"/>
          <a:chExt cx="0" cy="0"/>
        </a:xfrm>
      </p:grpSpPr>
      <p:sp>
        <p:nvSpPr>
          <p:cNvPr id="1217" name="Google Shape;1217;g3acb446b7fa_1_2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8" name="Google Shape;1218;g3acb446b7fa_1_2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acb446b7fa_1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6" name="Google Shape;1226;g3acb446b7fa_1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jpg"/><Relationship Id="rId3" Type="http://schemas.openxmlformats.org/officeDocument/2006/relationships/image" Target="../media/image4.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ALT 1">
  <p:cSld name="BLANK_4">
    <p:spTree>
      <p:nvGrpSpPr>
        <p:cNvPr id="54" name="Shape 54"/>
        <p:cNvGrpSpPr/>
        <p:nvPr/>
      </p:nvGrpSpPr>
      <p:grpSpPr>
        <a:xfrm>
          <a:off x="0" y="0"/>
          <a:ext cx="0" cy="0"/>
          <a:chOff x="0" y="0"/>
          <a:chExt cx="0" cy="0"/>
        </a:xfrm>
      </p:grpSpPr>
      <p:pic>
        <p:nvPicPr>
          <p:cNvPr id="55" name="Google Shape;55;p14"/>
          <p:cNvPicPr preferRelativeResize="0"/>
          <p:nvPr/>
        </p:nvPicPr>
        <p:blipFill rotWithShape="1">
          <a:blip r:embed="rId2">
            <a:alphaModFix amt="50000"/>
          </a:blip>
          <a:srcRect b="8145" l="3134" r="7835" t="16786"/>
          <a:stretch/>
        </p:blipFill>
        <p:spPr>
          <a:xfrm flipH="1" rot="10800000">
            <a:off x="0" y="-3474"/>
            <a:ext cx="9161550" cy="5154499"/>
          </a:xfrm>
          <a:prstGeom prst="rect">
            <a:avLst/>
          </a:prstGeom>
          <a:noFill/>
          <a:ln>
            <a:noFill/>
          </a:ln>
        </p:spPr>
      </p:pic>
      <p:sp>
        <p:nvSpPr>
          <p:cNvPr id="56" name="Google Shape;56;p14"/>
          <p:cNvSpPr/>
          <p:nvPr/>
        </p:nvSpPr>
        <p:spPr>
          <a:xfrm flipH="1" rot="10800000">
            <a:off x="0" y="4676700"/>
            <a:ext cx="9149700" cy="466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57" name="Google Shape;57;p14"/>
          <p:cNvSpPr txBox="1"/>
          <p:nvPr>
            <p:ph idx="1" type="subTitle"/>
          </p:nvPr>
        </p:nvSpPr>
        <p:spPr>
          <a:xfrm>
            <a:off x="228600" y="1738950"/>
            <a:ext cx="4402800" cy="2520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600"/>
              <a:buFont typeface="Urbanist"/>
              <a:buNone/>
              <a:defRPr>
                <a:solidFill>
                  <a:schemeClr val="dk2"/>
                </a:solidFill>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58" name="Google Shape;58;p14"/>
          <p:cNvSpPr txBox="1"/>
          <p:nvPr>
            <p:ph idx="2"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59" name="Google Shape;59;p14"/>
          <p:cNvSpPr txBox="1"/>
          <p:nvPr>
            <p:ph idx="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60" name="Google Shape;60;p14"/>
          <p:cNvSpPr txBox="1"/>
          <p:nvPr>
            <p:ph idx="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61" name="Google Shape;61;p14"/>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62" name="Google Shape;62;p14"/>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63" name="Google Shape;63;p14"/>
          <p:cNvSpPr txBox="1"/>
          <p:nvPr>
            <p:ph type="title"/>
          </p:nvPr>
        </p:nvSpPr>
        <p:spPr>
          <a:xfrm>
            <a:off x="228600" y="228600"/>
            <a:ext cx="6658800" cy="1419000"/>
          </a:xfrm>
          <a:prstGeom prst="rect">
            <a:avLst/>
          </a:prstGeom>
        </p:spPr>
        <p:txBody>
          <a:bodyPr anchorCtr="0" anchor="t" bIns="0" lIns="0" spcFirstLastPara="1" rIns="0" wrap="square" tIns="0">
            <a:noAutofit/>
          </a:bodyPr>
          <a:lstStyle>
            <a:lvl1pPr lvl="0">
              <a:lnSpc>
                <a:spcPct val="85000"/>
              </a:lnSpc>
              <a:spcBef>
                <a:spcPts val="0"/>
              </a:spcBef>
              <a:spcAft>
                <a:spcPts val="0"/>
              </a:spcAft>
              <a:buNone/>
              <a:defRPr sz="4800">
                <a:solidFill>
                  <a:schemeClr val="dk2"/>
                </a:solidFill>
              </a:defRPr>
            </a:lvl1pPr>
            <a:lvl2pPr lvl="1">
              <a:lnSpc>
                <a:spcPct val="85000"/>
              </a:lnSpc>
              <a:spcBef>
                <a:spcPts val="0"/>
              </a:spcBef>
              <a:spcAft>
                <a:spcPts val="0"/>
              </a:spcAft>
              <a:buNone/>
              <a:defRPr sz="4800">
                <a:solidFill>
                  <a:schemeClr val="dk2"/>
                </a:solidFill>
              </a:defRPr>
            </a:lvl2pPr>
            <a:lvl3pPr lvl="2">
              <a:lnSpc>
                <a:spcPct val="85000"/>
              </a:lnSpc>
              <a:spcBef>
                <a:spcPts val="0"/>
              </a:spcBef>
              <a:spcAft>
                <a:spcPts val="0"/>
              </a:spcAft>
              <a:buNone/>
              <a:defRPr sz="4800">
                <a:solidFill>
                  <a:schemeClr val="dk2"/>
                </a:solidFill>
              </a:defRPr>
            </a:lvl3pPr>
            <a:lvl4pPr lvl="3">
              <a:lnSpc>
                <a:spcPct val="85000"/>
              </a:lnSpc>
              <a:spcBef>
                <a:spcPts val="0"/>
              </a:spcBef>
              <a:spcAft>
                <a:spcPts val="0"/>
              </a:spcAft>
              <a:buNone/>
              <a:defRPr sz="4800">
                <a:solidFill>
                  <a:schemeClr val="dk2"/>
                </a:solidFill>
              </a:defRPr>
            </a:lvl4pPr>
            <a:lvl5pPr lvl="4">
              <a:lnSpc>
                <a:spcPct val="85000"/>
              </a:lnSpc>
              <a:spcBef>
                <a:spcPts val="0"/>
              </a:spcBef>
              <a:spcAft>
                <a:spcPts val="0"/>
              </a:spcAft>
              <a:buNone/>
              <a:defRPr sz="4800">
                <a:solidFill>
                  <a:schemeClr val="dk2"/>
                </a:solidFill>
              </a:defRPr>
            </a:lvl5pPr>
            <a:lvl6pPr lvl="5">
              <a:lnSpc>
                <a:spcPct val="85000"/>
              </a:lnSpc>
              <a:spcBef>
                <a:spcPts val="0"/>
              </a:spcBef>
              <a:spcAft>
                <a:spcPts val="0"/>
              </a:spcAft>
              <a:buNone/>
              <a:defRPr sz="4800">
                <a:solidFill>
                  <a:schemeClr val="dk2"/>
                </a:solidFill>
              </a:defRPr>
            </a:lvl6pPr>
            <a:lvl7pPr lvl="6">
              <a:lnSpc>
                <a:spcPct val="85000"/>
              </a:lnSpc>
              <a:spcBef>
                <a:spcPts val="0"/>
              </a:spcBef>
              <a:spcAft>
                <a:spcPts val="0"/>
              </a:spcAft>
              <a:buNone/>
              <a:defRPr sz="4800">
                <a:solidFill>
                  <a:schemeClr val="dk2"/>
                </a:solidFill>
              </a:defRPr>
            </a:lvl7pPr>
            <a:lvl8pPr lvl="7">
              <a:lnSpc>
                <a:spcPct val="85000"/>
              </a:lnSpc>
              <a:spcBef>
                <a:spcPts val="0"/>
              </a:spcBef>
              <a:spcAft>
                <a:spcPts val="0"/>
              </a:spcAft>
              <a:buNone/>
              <a:defRPr sz="4800">
                <a:solidFill>
                  <a:schemeClr val="dk2"/>
                </a:solidFill>
              </a:defRPr>
            </a:lvl8pPr>
            <a:lvl9pPr lvl="8">
              <a:lnSpc>
                <a:spcPct val="85000"/>
              </a:lnSpc>
              <a:spcBef>
                <a:spcPts val="0"/>
              </a:spcBef>
              <a:spcAft>
                <a:spcPts val="0"/>
              </a:spcAft>
              <a:buNone/>
              <a:defRPr sz="4800">
                <a:solidFill>
                  <a:schemeClr val="dk2"/>
                </a:solidFill>
              </a:defRPr>
            </a:lvl9pPr>
          </a:lstStyle>
          <a:p/>
        </p:txBody>
      </p:sp>
      <p:cxnSp>
        <p:nvCxnSpPr>
          <p:cNvPr id="64" name="Google Shape;64;p14"/>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65" name="Google Shape;65;p14"/>
          <p:cNvSpPr txBox="1"/>
          <p:nvPr>
            <p:ph idx="5" type="subTitle"/>
          </p:nvPr>
        </p:nvSpPr>
        <p:spPr>
          <a:xfrm>
            <a:off x="297075" y="4175900"/>
            <a:ext cx="1264800" cy="2286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1200"/>
              <a:buFont typeface="Urbanist"/>
              <a:buNone/>
              <a:defRPr sz="1200"/>
            </a:lvl1pPr>
            <a:lvl2pPr lvl="1"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66" name="Google Shape;66;p14"/>
          <p:cNvSpPr txBox="1"/>
          <p:nvPr>
            <p:ph idx="6" type="subTitle"/>
          </p:nvPr>
        </p:nvSpPr>
        <p:spPr>
          <a:xfrm>
            <a:off x="1786375" y="4175900"/>
            <a:ext cx="1264800" cy="2286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1200"/>
              <a:buFont typeface="Urbanist"/>
              <a:buNone/>
              <a:defRPr sz="1200"/>
            </a:lvl1pPr>
            <a:lvl2pPr lvl="1"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67" name="Google Shape;67;p14"/>
          <p:cNvSpPr txBox="1"/>
          <p:nvPr>
            <p:ph idx="7" type="subTitle"/>
          </p:nvPr>
        </p:nvSpPr>
        <p:spPr>
          <a:xfrm>
            <a:off x="228591" y="3454475"/>
            <a:ext cx="4659600" cy="252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a:buNone/>
              <a:defRPr b="1" sz="1200"/>
            </a:lvl1pPr>
            <a:lvl2pPr lvl="1">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9pPr>
          </a:lstStyle>
          <a:p/>
        </p:txBody>
      </p:sp>
      <p:sp>
        <p:nvSpPr>
          <p:cNvPr id="68" name="Google Shape;68;p14"/>
          <p:cNvSpPr txBox="1"/>
          <p:nvPr>
            <p:ph idx="8" type="subTitle"/>
          </p:nvPr>
        </p:nvSpPr>
        <p:spPr>
          <a:xfrm>
            <a:off x="228591" y="3743050"/>
            <a:ext cx="4659600" cy="252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a:buNone/>
              <a:defRPr b="1" sz="1200"/>
            </a:lvl1pPr>
            <a:lvl2pPr lvl="1">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9pPr>
          </a:lstStyle>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ALT 1">
  <p:cSld name="BLANK_1_1_2">
    <p:spTree>
      <p:nvGrpSpPr>
        <p:cNvPr id="69" name="Shape 69"/>
        <p:cNvGrpSpPr/>
        <p:nvPr/>
      </p:nvGrpSpPr>
      <p:grpSpPr>
        <a:xfrm>
          <a:off x="0" y="0"/>
          <a:ext cx="0" cy="0"/>
          <a:chOff x="0" y="0"/>
          <a:chExt cx="0" cy="0"/>
        </a:xfrm>
      </p:grpSpPr>
      <p:sp>
        <p:nvSpPr>
          <p:cNvPr id="70" name="Google Shape;70;p15"/>
          <p:cNvSpPr txBox="1"/>
          <p:nvPr>
            <p:ph type="title"/>
          </p:nvPr>
        </p:nvSpPr>
        <p:spPr>
          <a:xfrm>
            <a:off x="228600" y="395043"/>
            <a:ext cx="6480300" cy="587700"/>
          </a:xfrm>
          <a:prstGeom prst="rect">
            <a:avLst/>
          </a:prstGeom>
        </p:spPr>
        <p:txBody>
          <a:bodyPr anchorCtr="0" anchor="t" bIns="91425" lIns="0" spcFirstLastPara="1" rIns="91425" wrap="square" tIns="0">
            <a:spAutoFit/>
          </a:bodyPr>
          <a:lstStyle>
            <a:lvl1pPr lvl="0">
              <a:lnSpc>
                <a:spcPct val="90000"/>
              </a:lnSpc>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71" name="Google Shape;71;p15"/>
          <p:cNvSpPr txBox="1"/>
          <p:nvPr>
            <p:ph idx="1" type="body"/>
          </p:nvPr>
        </p:nvSpPr>
        <p:spPr>
          <a:xfrm>
            <a:off x="228600" y="1743625"/>
            <a:ext cx="4296600" cy="2709000"/>
          </a:xfrm>
          <a:prstGeom prst="rect">
            <a:avLst/>
          </a:prstGeom>
        </p:spPr>
        <p:txBody>
          <a:bodyPr anchorCtr="0" anchor="b" bIns="91425" lIns="0" spcFirstLastPara="1" rIns="91425" wrap="square" tIns="91425">
            <a:no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72" name="Google Shape;72;p15"/>
          <p:cNvSpPr txBox="1"/>
          <p:nvPr>
            <p:ph idx="2"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73" name="Google Shape;73;p15"/>
          <p:cNvSpPr txBox="1"/>
          <p:nvPr>
            <p:ph idx="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74" name="Google Shape;74;p15"/>
          <p:cNvSpPr txBox="1"/>
          <p:nvPr>
            <p:ph idx="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75" name="Google Shape;75;p15"/>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Urbanist"/>
              <a:ea typeface="Urbanist"/>
              <a:cs typeface="Urbanist"/>
              <a:sym typeface="Urbanist"/>
            </a:endParaRPr>
          </a:p>
        </p:txBody>
      </p:sp>
      <p:sp>
        <p:nvSpPr>
          <p:cNvPr id="76" name="Google Shape;76;p15"/>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Urbanist"/>
              <a:ea typeface="Urbanist"/>
              <a:cs typeface="Urbanist"/>
              <a:sym typeface="Urbanist"/>
            </a:endParaRPr>
          </a:p>
        </p:txBody>
      </p:sp>
      <p:cxnSp>
        <p:nvCxnSpPr>
          <p:cNvPr id="77" name="Google Shape;77;p15"/>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Tree>
  </p:cSld>
  <p:clrMapOvr>
    <a:masterClrMapping/>
  </p:clrMapOvr>
  <p:extLst>
    <p:ext uri="{DCECCB84-F9BA-43D5-87BE-67443E8EF086}">
      <p15:sldGuideLst>
        <p15:guide id="1" orient="horz" pos="2805">
          <p15:clr>
            <a:srgbClr val="E46962"/>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ur values">
  <p:cSld name="BLANK_1_1_1_1">
    <p:spTree>
      <p:nvGrpSpPr>
        <p:cNvPr id="78" name="Shape 78"/>
        <p:cNvGrpSpPr/>
        <p:nvPr/>
      </p:nvGrpSpPr>
      <p:grpSpPr>
        <a:xfrm>
          <a:off x="0" y="0"/>
          <a:ext cx="0" cy="0"/>
          <a:chOff x="0" y="0"/>
          <a:chExt cx="0" cy="0"/>
        </a:xfrm>
      </p:grpSpPr>
      <p:sp>
        <p:nvSpPr>
          <p:cNvPr id="79" name="Google Shape;79;p16"/>
          <p:cNvSpPr txBox="1"/>
          <p:nvPr>
            <p:ph idx="1"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80" name="Google Shape;80;p16"/>
          <p:cNvSpPr txBox="1"/>
          <p:nvPr>
            <p:ph type="title"/>
          </p:nvPr>
        </p:nvSpPr>
        <p:spPr>
          <a:xfrm>
            <a:off x="228600" y="613525"/>
            <a:ext cx="7223400" cy="4221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2400">
                <a:solidFill>
                  <a:schemeClr val="dk2"/>
                </a:solidFill>
              </a:defRPr>
            </a:lvl1pPr>
            <a:lvl2pPr lvl="1">
              <a:lnSpc>
                <a:spcPct val="85000"/>
              </a:lnSpc>
              <a:spcBef>
                <a:spcPts val="0"/>
              </a:spcBef>
              <a:spcAft>
                <a:spcPts val="0"/>
              </a:spcAft>
              <a:buNone/>
              <a:defRPr sz="2400">
                <a:solidFill>
                  <a:schemeClr val="dk2"/>
                </a:solidFill>
              </a:defRPr>
            </a:lvl2pPr>
            <a:lvl3pPr lvl="2">
              <a:lnSpc>
                <a:spcPct val="85000"/>
              </a:lnSpc>
              <a:spcBef>
                <a:spcPts val="0"/>
              </a:spcBef>
              <a:spcAft>
                <a:spcPts val="0"/>
              </a:spcAft>
              <a:buNone/>
              <a:defRPr sz="2400">
                <a:solidFill>
                  <a:schemeClr val="dk2"/>
                </a:solidFill>
              </a:defRPr>
            </a:lvl3pPr>
            <a:lvl4pPr lvl="3">
              <a:lnSpc>
                <a:spcPct val="85000"/>
              </a:lnSpc>
              <a:spcBef>
                <a:spcPts val="0"/>
              </a:spcBef>
              <a:spcAft>
                <a:spcPts val="0"/>
              </a:spcAft>
              <a:buNone/>
              <a:defRPr sz="2400">
                <a:solidFill>
                  <a:schemeClr val="dk2"/>
                </a:solidFill>
              </a:defRPr>
            </a:lvl4pPr>
            <a:lvl5pPr lvl="4">
              <a:lnSpc>
                <a:spcPct val="85000"/>
              </a:lnSpc>
              <a:spcBef>
                <a:spcPts val="0"/>
              </a:spcBef>
              <a:spcAft>
                <a:spcPts val="0"/>
              </a:spcAft>
              <a:buNone/>
              <a:defRPr sz="2400">
                <a:solidFill>
                  <a:schemeClr val="dk2"/>
                </a:solidFill>
              </a:defRPr>
            </a:lvl5pPr>
            <a:lvl6pPr lvl="5">
              <a:lnSpc>
                <a:spcPct val="85000"/>
              </a:lnSpc>
              <a:spcBef>
                <a:spcPts val="0"/>
              </a:spcBef>
              <a:spcAft>
                <a:spcPts val="0"/>
              </a:spcAft>
              <a:buNone/>
              <a:defRPr sz="2400">
                <a:solidFill>
                  <a:schemeClr val="dk2"/>
                </a:solidFill>
              </a:defRPr>
            </a:lvl6pPr>
            <a:lvl7pPr lvl="6">
              <a:lnSpc>
                <a:spcPct val="85000"/>
              </a:lnSpc>
              <a:spcBef>
                <a:spcPts val="0"/>
              </a:spcBef>
              <a:spcAft>
                <a:spcPts val="0"/>
              </a:spcAft>
              <a:buNone/>
              <a:defRPr sz="2400">
                <a:solidFill>
                  <a:schemeClr val="dk2"/>
                </a:solidFill>
              </a:defRPr>
            </a:lvl7pPr>
            <a:lvl8pPr lvl="7">
              <a:lnSpc>
                <a:spcPct val="85000"/>
              </a:lnSpc>
              <a:spcBef>
                <a:spcPts val="0"/>
              </a:spcBef>
              <a:spcAft>
                <a:spcPts val="0"/>
              </a:spcAft>
              <a:buNone/>
              <a:defRPr sz="2400">
                <a:solidFill>
                  <a:schemeClr val="dk2"/>
                </a:solidFill>
              </a:defRPr>
            </a:lvl8pPr>
            <a:lvl9pPr lvl="8">
              <a:lnSpc>
                <a:spcPct val="85000"/>
              </a:lnSpc>
              <a:spcBef>
                <a:spcPts val="0"/>
              </a:spcBef>
              <a:spcAft>
                <a:spcPts val="0"/>
              </a:spcAft>
              <a:buNone/>
              <a:defRPr sz="2400">
                <a:solidFill>
                  <a:schemeClr val="dk2"/>
                </a:solidFill>
              </a:defRPr>
            </a:lvl9pPr>
          </a:lstStyle>
          <a:p/>
        </p:txBody>
      </p:sp>
      <p:sp>
        <p:nvSpPr>
          <p:cNvPr id="81" name="Google Shape;81;p16"/>
          <p:cNvSpPr txBox="1"/>
          <p:nvPr>
            <p:ph idx="2"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82" name="Google Shape;82;p16"/>
          <p:cNvSpPr txBox="1"/>
          <p:nvPr>
            <p:ph idx="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83" name="Google Shape;83;p16"/>
          <p:cNvSpPr txBox="1"/>
          <p:nvPr>
            <p:ph idx="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84" name="Google Shape;84;p16"/>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85" name="Google Shape;85;p16"/>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cxnSp>
        <p:nvCxnSpPr>
          <p:cNvPr id="86" name="Google Shape;86;p16"/>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87" name="Google Shape;87;p16"/>
          <p:cNvSpPr txBox="1"/>
          <p:nvPr>
            <p:ph idx="5" type="subTitle"/>
          </p:nvPr>
        </p:nvSpPr>
        <p:spPr>
          <a:xfrm>
            <a:off x="254625" y="1638300"/>
            <a:ext cx="1128900" cy="11883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4800"/>
              <a:buFont typeface="Urbanist"/>
              <a:buNone/>
              <a:defRPr sz="4800">
                <a:solidFill>
                  <a:schemeClr val="accent3"/>
                </a:solidFill>
              </a:defRPr>
            </a:lvl1pPr>
            <a:lvl2pPr lvl="1">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2pPr>
            <a:lvl3pPr lvl="2">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3pPr>
            <a:lvl4pPr lvl="3">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4pPr>
            <a:lvl5pPr lvl="4">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5pPr>
            <a:lvl6pPr lvl="5">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6pPr>
            <a:lvl7pPr lvl="6">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7pPr>
            <a:lvl8pPr lvl="7">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8pPr>
            <a:lvl9pPr lvl="8">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9pPr>
          </a:lstStyle>
          <a:p/>
        </p:txBody>
      </p:sp>
      <p:sp>
        <p:nvSpPr>
          <p:cNvPr id="88" name="Google Shape;88;p16"/>
          <p:cNvSpPr txBox="1"/>
          <p:nvPr>
            <p:ph idx="6" type="subTitle"/>
          </p:nvPr>
        </p:nvSpPr>
        <p:spPr>
          <a:xfrm>
            <a:off x="3275850" y="1638300"/>
            <a:ext cx="1128900" cy="11883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4800"/>
              <a:buFont typeface="Urbanist"/>
              <a:buNone/>
              <a:defRPr sz="4800">
                <a:solidFill>
                  <a:schemeClr val="accent3"/>
                </a:solidFill>
              </a:defRPr>
            </a:lvl1pPr>
            <a:lvl2pPr lvl="1">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2pPr>
            <a:lvl3pPr lvl="2">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3pPr>
            <a:lvl4pPr lvl="3">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4pPr>
            <a:lvl5pPr lvl="4">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5pPr>
            <a:lvl6pPr lvl="5">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6pPr>
            <a:lvl7pPr lvl="6">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7pPr>
            <a:lvl8pPr lvl="7">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8pPr>
            <a:lvl9pPr lvl="8">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9pPr>
          </a:lstStyle>
          <a:p/>
        </p:txBody>
      </p:sp>
      <p:sp>
        <p:nvSpPr>
          <p:cNvPr id="89" name="Google Shape;89;p16"/>
          <p:cNvSpPr txBox="1"/>
          <p:nvPr>
            <p:ph idx="7" type="subTitle"/>
          </p:nvPr>
        </p:nvSpPr>
        <p:spPr>
          <a:xfrm>
            <a:off x="6215463" y="1638300"/>
            <a:ext cx="1128900" cy="11883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4800"/>
              <a:buFont typeface="Urbanist"/>
              <a:buNone/>
              <a:defRPr sz="4800">
                <a:solidFill>
                  <a:schemeClr val="accent3"/>
                </a:solidFill>
              </a:defRPr>
            </a:lvl1pPr>
            <a:lvl2pPr lvl="1">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2pPr>
            <a:lvl3pPr lvl="2">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3pPr>
            <a:lvl4pPr lvl="3">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4pPr>
            <a:lvl5pPr lvl="4">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5pPr>
            <a:lvl6pPr lvl="5">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6pPr>
            <a:lvl7pPr lvl="6">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7pPr>
            <a:lvl8pPr lvl="7">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8pPr>
            <a:lvl9pPr lvl="8">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9pPr>
          </a:lstStyle>
          <a:p/>
        </p:txBody>
      </p:sp>
      <p:sp>
        <p:nvSpPr>
          <p:cNvPr id="90" name="Google Shape;90;p16"/>
          <p:cNvSpPr txBox="1"/>
          <p:nvPr>
            <p:ph idx="8" type="body"/>
          </p:nvPr>
        </p:nvSpPr>
        <p:spPr>
          <a:xfrm>
            <a:off x="288575" y="3386400"/>
            <a:ext cx="2665200" cy="1188300"/>
          </a:xfrm>
          <a:prstGeom prst="rect">
            <a:avLst/>
          </a:prstGeom>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lvl1pPr>
            <a:lvl2pPr indent="-304800" lvl="1" marL="914400">
              <a:spcBef>
                <a:spcPts val="0"/>
              </a:spcBef>
              <a:spcAft>
                <a:spcPts val="0"/>
              </a:spcAft>
              <a:buClr>
                <a:schemeClr val="lt1"/>
              </a:buClr>
              <a:buSzPts val="1200"/>
              <a:buFont typeface="Urbanist"/>
              <a:buChar char="○"/>
              <a:defRPr/>
            </a:lvl2pPr>
            <a:lvl3pPr indent="-304800" lvl="2" marL="1371600">
              <a:spcBef>
                <a:spcPts val="0"/>
              </a:spcBef>
              <a:spcAft>
                <a:spcPts val="0"/>
              </a:spcAft>
              <a:buClr>
                <a:schemeClr val="lt1"/>
              </a:buClr>
              <a:buSzPts val="1200"/>
              <a:buFont typeface="Urbanist"/>
              <a:buChar char="■"/>
              <a:defRPr/>
            </a:lvl3pPr>
            <a:lvl4pPr indent="-304800" lvl="3" marL="1828800">
              <a:spcBef>
                <a:spcPts val="0"/>
              </a:spcBef>
              <a:spcAft>
                <a:spcPts val="0"/>
              </a:spcAft>
              <a:buClr>
                <a:schemeClr val="lt1"/>
              </a:buClr>
              <a:buSzPts val="1200"/>
              <a:buFont typeface="Urbanist"/>
              <a:buChar char="●"/>
              <a:defRPr/>
            </a:lvl4pPr>
            <a:lvl5pPr indent="-304800" lvl="4" marL="2286000">
              <a:spcBef>
                <a:spcPts val="0"/>
              </a:spcBef>
              <a:spcAft>
                <a:spcPts val="0"/>
              </a:spcAft>
              <a:buClr>
                <a:schemeClr val="lt1"/>
              </a:buClr>
              <a:buSzPts val="1200"/>
              <a:buFont typeface="Urbanist"/>
              <a:buChar char="○"/>
              <a:defRPr/>
            </a:lvl5pPr>
            <a:lvl6pPr indent="-304800" lvl="5" marL="2743200">
              <a:spcBef>
                <a:spcPts val="0"/>
              </a:spcBef>
              <a:spcAft>
                <a:spcPts val="0"/>
              </a:spcAft>
              <a:buClr>
                <a:schemeClr val="lt1"/>
              </a:buClr>
              <a:buSzPts val="1200"/>
              <a:buFont typeface="Urbanist"/>
              <a:buChar char="■"/>
              <a:defRPr/>
            </a:lvl6pPr>
            <a:lvl7pPr indent="-304800" lvl="6" marL="3200400">
              <a:spcBef>
                <a:spcPts val="0"/>
              </a:spcBef>
              <a:spcAft>
                <a:spcPts val="0"/>
              </a:spcAft>
              <a:buClr>
                <a:schemeClr val="lt1"/>
              </a:buClr>
              <a:buSzPts val="1200"/>
              <a:buFont typeface="Urbanist"/>
              <a:buChar char="●"/>
              <a:defRPr/>
            </a:lvl7pPr>
            <a:lvl8pPr indent="-304800" lvl="7" marL="3657600">
              <a:spcBef>
                <a:spcPts val="0"/>
              </a:spcBef>
              <a:spcAft>
                <a:spcPts val="0"/>
              </a:spcAft>
              <a:buClr>
                <a:schemeClr val="lt1"/>
              </a:buClr>
              <a:buSzPts val="1200"/>
              <a:buFont typeface="Urbanist"/>
              <a:buChar char="○"/>
              <a:defRPr/>
            </a:lvl8pPr>
            <a:lvl9pPr indent="-304800" lvl="8" marL="4114800">
              <a:spcBef>
                <a:spcPts val="0"/>
              </a:spcBef>
              <a:spcAft>
                <a:spcPts val="0"/>
              </a:spcAft>
              <a:buClr>
                <a:schemeClr val="lt1"/>
              </a:buClr>
              <a:buSzPts val="1200"/>
              <a:buFont typeface="Urbanist"/>
              <a:buChar char="■"/>
              <a:defRPr/>
            </a:lvl9pPr>
          </a:lstStyle>
          <a:p/>
        </p:txBody>
      </p:sp>
      <p:sp>
        <p:nvSpPr>
          <p:cNvPr id="91" name="Google Shape;91;p16"/>
          <p:cNvSpPr txBox="1"/>
          <p:nvPr>
            <p:ph idx="9" type="body"/>
          </p:nvPr>
        </p:nvSpPr>
        <p:spPr>
          <a:xfrm>
            <a:off x="6121413" y="3386400"/>
            <a:ext cx="2665200" cy="1188300"/>
          </a:xfrm>
          <a:prstGeom prst="rect">
            <a:avLst/>
          </a:prstGeom>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lvl1pPr>
            <a:lvl2pPr indent="-304800" lvl="1" marL="914400">
              <a:spcBef>
                <a:spcPts val="0"/>
              </a:spcBef>
              <a:spcAft>
                <a:spcPts val="0"/>
              </a:spcAft>
              <a:buClr>
                <a:schemeClr val="lt1"/>
              </a:buClr>
              <a:buSzPts val="1200"/>
              <a:buFont typeface="Urbanist"/>
              <a:buChar char="○"/>
              <a:defRPr/>
            </a:lvl2pPr>
            <a:lvl3pPr indent="-304800" lvl="2" marL="1371600">
              <a:spcBef>
                <a:spcPts val="0"/>
              </a:spcBef>
              <a:spcAft>
                <a:spcPts val="0"/>
              </a:spcAft>
              <a:buClr>
                <a:schemeClr val="lt1"/>
              </a:buClr>
              <a:buSzPts val="1200"/>
              <a:buFont typeface="Urbanist"/>
              <a:buChar char="■"/>
              <a:defRPr/>
            </a:lvl3pPr>
            <a:lvl4pPr indent="-304800" lvl="3" marL="1828800">
              <a:spcBef>
                <a:spcPts val="0"/>
              </a:spcBef>
              <a:spcAft>
                <a:spcPts val="0"/>
              </a:spcAft>
              <a:buClr>
                <a:schemeClr val="lt1"/>
              </a:buClr>
              <a:buSzPts val="1200"/>
              <a:buFont typeface="Urbanist"/>
              <a:buChar char="●"/>
              <a:defRPr/>
            </a:lvl4pPr>
            <a:lvl5pPr indent="-304800" lvl="4" marL="2286000">
              <a:spcBef>
                <a:spcPts val="0"/>
              </a:spcBef>
              <a:spcAft>
                <a:spcPts val="0"/>
              </a:spcAft>
              <a:buClr>
                <a:schemeClr val="lt1"/>
              </a:buClr>
              <a:buSzPts val="1200"/>
              <a:buFont typeface="Urbanist"/>
              <a:buChar char="○"/>
              <a:defRPr/>
            </a:lvl5pPr>
            <a:lvl6pPr indent="-304800" lvl="5" marL="2743200">
              <a:spcBef>
                <a:spcPts val="0"/>
              </a:spcBef>
              <a:spcAft>
                <a:spcPts val="0"/>
              </a:spcAft>
              <a:buClr>
                <a:schemeClr val="lt1"/>
              </a:buClr>
              <a:buSzPts val="1200"/>
              <a:buFont typeface="Urbanist"/>
              <a:buChar char="■"/>
              <a:defRPr/>
            </a:lvl6pPr>
            <a:lvl7pPr indent="-304800" lvl="6" marL="3200400">
              <a:spcBef>
                <a:spcPts val="0"/>
              </a:spcBef>
              <a:spcAft>
                <a:spcPts val="0"/>
              </a:spcAft>
              <a:buClr>
                <a:schemeClr val="lt1"/>
              </a:buClr>
              <a:buSzPts val="1200"/>
              <a:buFont typeface="Urbanist"/>
              <a:buChar char="●"/>
              <a:defRPr/>
            </a:lvl7pPr>
            <a:lvl8pPr indent="-304800" lvl="7" marL="3657600">
              <a:spcBef>
                <a:spcPts val="0"/>
              </a:spcBef>
              <a:spcAft>
                <a:spcPts val="0"/>
              </a:spcAft>
              <a:buClr>
                <a:schemeClr val="lt1"/>
              </a:buClr>
              <a:buSzPts val="1200"/>
              <a:buFont typeface="Urbanist"/>
              <a:buChar char="○"/>
              <a:defRPr/>
            </a:lvl8pPr>
            <a:lvl9pPr indent="-304800" lvl="8" marL="4114800">
              <a:spcBef>
                <a:spcPts val="0"/>
              </a:spcBef>
              <a:spcAft>
                <a:spcPts val="0"/>
              </a:spcAft>
              <a:buClr>
                <a:schemeClr val="lt1"/>
              </a:buClr>
              <a:buSzPts val="1200"/>
              <a:buFont typeface="Urbanist"/>
              <a:buChar char="■"/>
              <a:defRPr/>
            </a:lvl9pPr>
          </a:lstStyle>
          <a:p/>
        </p:txBody>
      </p:sp>
      <p:sp>
        <p:nvSpPr>
          <p:cNvPr id="92" name="Google Shape;92;p16"/>
          <p:cNvSpPr txBox="1"/>
          <p:nvPr>
            <p:ph idx="13" type="body"/>
          </p:nvPr>
        </p:nvSpPr>
        <p:spPr>
          <a:xfrm>
            <a:off x="3192450" y="3386400"/>
            <a:ext cx="2665200" cy="1188300"/>
          </a:xfrm>
          <a:prstGeom prst="rect">
            <a:avLst/>
          </a:prstGeom>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lvl1pPr>
            <a:lvl2pPr indent="-304800" lvl="1" marL="914400">
              <a:spcBef>
                <a:spcPts val="0"/>
              </a:spcBef>
              <a:spcAft>
                <a:spcPts val="0"/>
              </a:spcAft>
              <a:buClr>
                <a:schemeClr val="lt1"/>
              </a:buClr>
              <a:buSzPts val="1200"/>
              <a:buFont typeface="Urbanist"/>
              <a:buChar char="○"/>
              <a:defRPr/>
            </a:lvl2pPr>
            <a:lvl3pPr indent="-304800" lvl="2" marL="1371600">
              <a:spcBef>
                <a:spcPts val="0"/>
              </a:spcBef>
              <a:spcAft>
                <a:spcPts val="0"/>
              </a:spcAft>
              <a:buClr>
                <a:schemeClr val="lt1"/>
              </a:buClr>
              <a:buSzPts val="1200"/>
              <a:buFont typeface="Urbanist"/>
              <a:buChar char="■"/>
              <a:defRPr/>
            </a:lvl3pPr>
            <a:lvl4pPr indent="-304800" lvl="3" marL="1828800">
              <a:spcBef>
                <a:spcPts val="0"/>
              </a:spcBef>
              <a:spcAft>
                <a:spcPts val="0"/>
              </a:spcAft>
              <a:buClr>
                <a:schemeClr val="lt1"/>
              </a:buClr>
              <a:buSzPts val="1200"/>
              <a:buFont typeface="Urbanist"/>
              <a:buChar char="●"/>
              <a:defRPr/>
            </a:lvl4pPr>
            <a:lvl5pPr indent="-304800" lvl="4" marL="2286000">
              <a:spcBef>
                <a:spcPts val="0"/>
              </a:spcBef>
              <a:spcAft>
                <a:spcPts val="0"/>
              </a:spcAft>
              <a:buClr>
                <a:schemeClr val="lt1"/>
              </a:buClr>
              <a:buSzPts val="1200"/>
              <a:buFont typeface="Urbanist"/>
              <a:buChar char="○"/>
              <a:defRPr/>
            </a:lvl5pPr>
            <a:lvl6pPr indent="-304800" lvl="5" marL="2743200">
              <a:spcBef>
                <a:spcPts val="0"/>
              </a:spcBef>
              <a:spcAft>
                <a:spcPts val="0"/>
              </a:spcAft>
              <a:buClr>
                <a:schemeClr val="lt1"/>
              </a:buClr>
              <a:buSzPts val="1200"/>
              <a:buFont typeface="Urbanist"/>
              <a:buChar char="■"/>
              <a:defRPr/>
            </a:lvl6pPr>
            <a:lvl7pPr indent="-304800" lvl="6" marL="3200400">
              <a:spcBef>
                <a:spcPts val="0"/>
              </a:spcBef>
              <a:spcAft>
                <a:spcPts val="0"/>
              </a:spcAft>
              <a:buClr>
                <a:schemeClr val="lt1"/>
              </a:buClr>
              <a:buSzPts val="1200"/>
              <a:buFont typeface="Urbanist"/>
              <a:buChar char="●"/>
              <a:defRPr/>
            </a:lvl7pPr>
            <a:lvl8pPr indent="-304800" lvl="7" marL="3657600">
              <a:spcBef>
                <a:spcPts val="0"/>
              </a:spcBef>
              <a:spcAft>
                <a:spcPts val="0"/>
              </a:spcAft>
              <a:buClr>
                <a:schemeClr val="lt1"/>
              </a:buClr>
              <a:buSzPts val="1200"/>
              <a:buFont typeface="Urbanist"/>
              <a:buChar char="○"/>
              <a:defRPr/>
            </a:lvl8pPr>
            <a:lvl9pPr indent="-304800" lvl="8" marL="4114800">
              <a:spcBef>
                <a:spcPts val="0"/>
              </a:spcBef>
              <a:spcAft>
                <a:spcPts val="0"/>
              </a:spcAft>
              <a:buClr>
                <a:schemeClr val="lt1"/>
              </a:buClr>
              <a:buSzPts val="1200"/>
              <a:buFont typeface="Urbanist"/>
              <a:buChar char="■"/>
              <a:defRPr/>
            </a:lvl9pPr>
          </a:lstStyle>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nd image ALT 2">
  <p:cSld name="CUSTOM_3">
    <p:spTree>
      <p:nvGrpSpPr>
        <p:cNvPr id="93" name="Shape 93"/>
        <p:cNvGrpSpPr/>
        <p:nvPr/>
      </p:nvGrpSpPr>
      <p:grpSpPr>
        <a:xfrm>
          <a:off x="0" y="0"/>
          <a:ext cx="0" cy="0"/>
          <a:chOff x="0" y="0"/>
          <a:chExt cx="0" cy="0"/>
        </a:xfrm>
      </p:grpSpPr>
      <p:sp>
        <p:nvSpPr>
          <p:cNvPr id="94" name="Google Shape;94;p17"/>
          <p:cNvSpPr/>
          <p:nvPr>
            <p:ph idx="2" type="pic"/>
          </p:nvPr>
        </p:nvSpPr>
        <p:spPr>
          <a:xfrm>
            <a:off x="246150" y="237650"/>
            <a:ext cx="4196400" cy="4438200"/>
          </a:xfrm>
          <a:prstGeom prst="rect">
            <a:avLst/>
          </a:prstGeom>
          <a:noFill/>
          <a:ln>
            <a:noFill/>
          </a:ln>
        </p:spPr>
      </p:sp>
      <p:sp>
        <p:nvSpPr>
          <p:cNvPr id="95" name="Google Shape;95;p17"/>
          <p:cNvSpPr txBox="1"/>
          <p:nvPr>
            <p:ph type="title"/>
          </p:nvPr>
        </p:nvSpPr>
        <p:spPr>
          <a:xfrm>
            <a:off x="4591800" y="304700"/>
            <a:ext cx="3861900" cy="192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None/>
              <a:defRPr/>
            </a:lvl2pPr>
            <a:lvl3pPr lvl="2">
              <a:spcBef>
                <a:spcPts val="0"/>
              </a:spcBef>
              <a:spcAft>
                <a:spcPts val="0"/>
              </a:spcAft>
              <a:buClr>
                <a:schemeClr val="lt1"/>
              </a:buClr>
              <a:buSzPts val="3000"/>
              <a:buNone/>
              <a:defRPr/>
            </a:lvl3pPr>
            <a:lvl4pPr lvl="3">
              <a:spcBef>
                <a:spcPts val="0"/>
              </a:spcBef>
              <a:spcAft>
                <a:spcPts val="0"/>
              </a:spcAft>
              <a:buClr>
                <a:schemeClr val="lt1"/>
              </a:buClr>
              <a:buSzPts val="3000"/>
              <a:buNone/>
              <a:defRPr/>
            </a:lvl4pPr>
            <a:lvl5pPr lvl="4">
              <a:spcBef>
                <a:spcPts val="0"/>
              </a:spcBef>
              <a:spcAft>
                <a:spcPts val="0"/>
              </a:spcAft>
              <a:buClr>
                <a:schemeClr val="lt1"/>
              </a:buClr>
              <a:buSzPts val="3000"/>
              <a:buNone/>
              <a:defRPr/>
            </a:lvl5pPr>
            <a:lvl6pPr lvl="5">
              <a:spcBef>
                <a:spcPts val="0"/>
              </a:spcBef>
              <a:spcAft>
                <a:spcPts val="0"/>
              </a:spcAft>
              <a:buClr>
                <a:schemeClr val="lt1"/>
              </a:buClr>
              <a:buSzPts val="3000"/>
              <a:buNone/>
              <a:defRPr/>
            </a:lvl6pPr>
            <a:lvl7pPr lvl="6">
              <a:spcBef>
                <a:spcPts val="0"/>
              </a:spcBef>
              <a:spcAft>
                <a:spcPts val="0"/>
              </a:spcAft>
              <a:buClr>
                <a:schemeClr val="lt1"/>
              </a:buClr>
              <a:buSzPts val="3000"/>
              <a:buNone/>
              <a:defRPr/>
            </a:lvl7pPr>
            <a:lvl8pPr lvl="7">
              <a:spcBef>
                <a:spcPts val="0"/>
              </a:spcBef>
              <a:spcAft>
                <a:spcPts val="0"/>
              </a:spcAft>
              <a:buClr>
                <a:schemeClr val="lt1"/>
              </a:buClr>
              <a:buSzPts val="3000"/>
              <a:buNone/>
              <a:defRPr/>
            </a:lvl8pPr>
            <a:lvl9pPr lvl="8">
              <a:spcBef>
                <a:spcPts val="0"/>
              </a:spcBef>
              <a:spcAft>
                <a:spcPts val="0"/>
              </a:spcAft>
              <a:buClr>
                <a:schemeClr val="lt1"/>
              </a:buClr>
              <a:buSzPts val="3000"/>
              <a:buNone/>
              <a:defRPr/>
            </a:lvl9pPr>
          </a:lstStyle>
          <a:p/>
        </p:txBody>
      </p:sp>
      <p:sp>
        <p:nvSpPr>
          <p:cNvPr id="96" name="Google Shape;96;p17"/>
          <p:cNvSpPr txBox="1"/>
          <p:nvPr>
            <p:ph idx="3" type="title"/>
          </p:nvPr>
        </p:nvSpPr>
        <p:spPr>
          <a:xfrm>
            <a:off x="4591800" y="738425"/>
            <a:ext cx="4290000" cy="20514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800"/>
              <a:buNone/>
              <a:defRPr sz="3400"/>
            </a:lvl1pPr>
            <a:lvl2pPr lvl="1">
              <a:spcBef>
                <a:spcPts val="0"/>
              </a:spcBef>
              <a:spcAft>
                <a:spcPts val="0"/>
              </a:spcAft>
              <a:buClr>
                <a:schemeClr val="lt1"/>
              </a:buClr>
              <a:buSzPts val="3000"/>
              <a:buNone/>
              <a:defRPr/>
            </a:lvl2pPr>
            <a:lvl3pPr lvl="2">
              <a:spcBef>
                <a:spcPts val="0"/>
              </a:spcBef>
              <a:spcAft>
                <a:spcPts val="0"/>
              </a:spcAft>
              <a:buClr>
                <a:schemeClr val="lt1"/>
              </a:buClr>
              <a:buSzPts val="3000"/>
              <a:buNone/>
              <a:defRPr/>
            </a:lvl3pPr>
            <a:lvl4pPr lvl="3">
              <a:spcBef>
                <a:spcPts val="0"/>
              </a:spcBef>
              <a:spcAft>
                <a:spcPts val="0"/>
              </a:spcAft>
              <a:buClr>
                <a:schemeClr val="lt1"/>
              </a:buClr>
              <a:buSzPts val="3000"/>
              <a:buNone/>
              <a:defRPr/>
            </a:lvl4pPr>
            <a:lvl5pPr lvl="4">
              <a:spcBef>
                <a:spcPts val="0"/>
              </a:spcBef>
              <a:spcAft>
                <a:spcPts val="0"/>
              </a:spcAft>
              <a:buClr>
                <a:schemeClr val="lt1"/>
              </a:buClr>
              <a:buSzPts val="3000"/>
              <a:buNone/>
              <a:defRPr/>
            </a:lvl5pPr>
            <a:lvl6pPr lvl="5">
              <a:spcBef>
                <a:spcPts val="0"/>
              </a:spcBef>
              <a:spcAft>
                <a:spcPts val="0"/>
              </a:spcAft>
              <a:buClr>
                <a:schemeClr val="lt1"/>
              </a:buClr>
              <a:buSzPts val="3000"/>
              <a:buNone/>
              <a:defRPr/>
            </a:lvl6pPr>
            <a:lvl7pPr lvl="6">
              <a:spcBef>
                <a:spcPts val="0"/>
              </a:spcBef>
              <a:spcAft>
                <a:spcPts val="0"/>
              </a:spcAft>
              <a:buClr>
                <a:schemeClr val="lt1"/>
              </a:buClr>
              <a:buSzPts val="3000"/>
              <a:buNone/>
              <a:defRPr/>
            </a:lvl7pPr>
            <a:lvl8pPr lvl="7">
              <a:spcBef>
                <a:spcPts val="0"/>
              </a:spcBef>
              <a:spcAft>
                <a:spcPts val="0"/>
              </a:spcAft>
              <a:buClr>
                <a:schemeClr val="lt1"/>
              </a:buClr>
              <a:buSzPts val="3000"/>
              <a:buNone/>
              <a:defRPr/>
            </a:lvl8pPr>
            <a:lvl9pPr lvl="8">
              <a:spcBef>
                <a:spcPts val="0"/>
              </a:spcBef>
              <a:spcAft>
                <a:spcPts val="0"/>
              </a:spcAft>
              <a:buClr>
                <a:schemeClr val="lt1"/>
              </a:buClr>
              <a:buSzPts val="3000"/>
              <a:buNone/>
              <a:defRPr/>
            </a:lvl9pPr>
          </a:lstStyle>
          <a:p/>
        </p:txBody>
      </p:sp>
      <p:sp>
        <p:nvSpPr>
          <p:cNvPr id="97" name="Google Shape;97;p17"/>
          <p:cNvSpPr txBox="1"/>
          <p:nvPr>
            <p:ph idx="1" type="body"/>
          </p:nvPr>
        </p:nvSpPr>
        <p:spPr>
          <a:xfrm>
            <a:off x="4618950" y="2205375"/>
            <a:ext cx="4290000" cy="1629600"/>
          </a:xfrm>
          <a:prstGeom prst="rect">
            <a:avLst/>
          </a:prstGeom>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lvl1pPr>
            <a:lvl2pPr indent="-304800" lvl="1" marL="914400">
              <a:spcBef>
                <a:spcPts val="0"/>
              </a:spcBef>
              <a:spcAft>
                <a:spcPts val="0"/>
              </a:spcAft>
              <a:buClr>
                <a:schemeClr val="lt1"/>
              </a:buClr>
              <a:buSzPts val="1200"/>
              <a:buFont typeface="Urbanist"/>
              <a:buChar char="○"/>
              <a:defRPr/>
            </a:lvl2pPr>
            <a:lvl3pPr indent="-304800" lvl="2" marL="1371600">
              <a:spcBef>
                <a:spcPts val="0"/>
              </a:spcBef>
              <a:spcAft>
                <a:spcPts val="0"/>
              </a:spcAft>
              <a:buClr>
                <a:schemeClr val="lt1"/>
              </a:buClr>
              <a:buSzPts val="1200"/>
              <a:buFont typeface="Urbanist"/>
              <a:buChar char="■"/>
              <a:defRPr/>
            </a:lvl3pPr>
            <a:lvl4pPr indent="-304800" lvl="3" marL="1828800">
              <a:spcBef>
                <a:spcPts val="0"/>
              </a:spcBef>
              <a:spcAft>
                <a:spcPts val="0"/>
              </a:spcAft>
              <a:buClr>
                <a:schemeClr val="lt1"/>
              </a:buClr>
              <a:buSzPts val="1200"/>
              <a:buFont typeface="Urbanist"/>
              <a:buChar char="●"/>
              <a:defRPr/>
            </a:lvl4pPr>
            <a:lvl5pPr indent="-304800" lvl="4" marL="2286000">
              <a:spcBef>
                <a:spcPts val="0"/>
              </a:spcBef>
              <a:spcAft>
                <a:spcPts val="0"/>
              </a:spcAft>
              <a:buClr>
                <a:schemeClr val="lt1"/>
              </a:buClr>
              <a:buSzPts val="1200"/>
              <a:buFont typeface="Urbanist"/>
              <a:buChar char="○"/>
              <a:defRPr/>
            </a:lvl5pPr>
            <a:lvl6pPr indent="-304800" lvl="5" marL="2743200">
              <a:spcBef>
                <a:spcPts val="0"/>
              </a:spcBef>
              <a:spcAft>
                <a:spcPts val="0"/>
              </a:spcAft>
              <a:buClr>
                <a:schemeClr val="lt1"/>
              </a:buClr>
              <a:buSzPts val="1200"/>
              <a:buFont typeface="Urbanist"/>
              <a:buChar char="■"/>
              <a:defRPr/>
            </a:lvl6pPr>
            <a:lvl7pPr indent="-304800" lvl="6" marL="3200400">
              <a:spcBef>
                <a:spcPts val="0"/>
              </a:spcBef>
              <a:spcAft>
                <a:spcPts val="0"/>
              </a:spcAft>
              <a:buClr>
                <a:schemeClr val="lt1"/>
              </a:buClr>
              <a:buSzPts val="1200"/>
              <a:buFont typeface="Urbanist"/>
              <a:buChar char="●"/>
              <a:defRPr/>
            </a:lvl7pPr>
            <a:lvl8pPr indent="-304800" lvl="7" marL="3657600">
              <a:spcBef>
                <a:spcPts val="0"/>
              </a:spcBef>
              <a:spcAft>
                <a:spcPts val="0"/>
              </a:spcAft>
              <a:buClr>
                <a:schemeClr val="lt1"/>
              </a:buClr>
              <a:buSzPts val="1200"/>
              <a:buFont typeface="Urbanist"/>
              <a:buChar char="○"/>
              <a:defRPr/>
            </a:lvl8pPr>
            <a:lvl9pPr indent="-304800" lvl="8" marL="4114800">
              <a:spcBef>
                <a:spcPts val="0"/>
              </a:spcBef>
              <a:spcAft>
                <a:spcPts val="0"/>
              </a:spcAft>
              <a:buClr>
                <a:schemeClr val="lt1"/>
              </a:buClr>
              <a:buSzPts val="1200"/>
              <a:buFont typeface="Urbanist"/>
              <a:buChar char="■"/>
              <a:defRPr/>
            </a:lvl9pPr>
          </a:lstStyle>
          <a:p/>
        </p:txBody>
      </p:sp>
      <p:sp>
        <p:nvSpPr>
          <p:cNvPr id="98" name="Google Shape;98;p17"/>
          <p:cNvSpPr txBox="1"/>
          <p:nvPr>
            <p:ph idx="4"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99" name="Google Shape;99;p17"/>
          <p:cNvSpPr txBox="1"/>
          <p:nvPr>
            <p:ph idx="5"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00" name="Google Shape;100;p17"/>
          <p:cNvSpPr txBox="1"/>
          <p:nvPr>
            <p:ph idx="6"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01" name="Google Shape;101;p17"/>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02" name="Google Shape;102;p17"/>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cxnSp>
        <p:nvCxnSpPr>
          <p:cNvPr id="103" name="Google Shape;103;p17"/>
          <p:cNvCxnSpPr/>
          <p:nvPr/>
        </p:nvCxnSpPr>
        <p:spPr>
          <a:xfrm>
            <a:off x="228600" y="226100"/>
            <a:ext cx="8687100" cy="0"/>
          </a:xfrm>
          <a:prstGeom prst="straightConnector1">
            <a:avLst/>
          </a:prstGeom>
          <a:noFill/>
          <a:ln cap="flat" cmpd="sng" w="9525">
            <a:solidFill>
              <a:schemeClr val="lt2"/>
            </a:solidFill>
            <a:prstDash val="solid"/>
            <a:round/>
            <a:headEnd len="med" w="med" type="none"/>
            <a:tailEnd len="med" w="med" type="none"/>
          </a:ln>
        </p:spPr>
      </p:cxnSp>
      <p:cxnSp>
        <p:nvCxnSpPr>
          <p:cNvPr id="104" name="Google Shape;104;p17"/>
          <p:cNvCxnSpPr/>
          <p:nvPr/>
        </p:nvCxnSpPr>
        <p:spPr>
          <a:xfrm>
            <a:off x="4444600" y="570000"/>
            <a:ext cx="4470900" cy="0"/>
          </a:xfrm>
          <a:prstGeom prst="straightConnector1">
            <a:avLst/>
          </a:prstGeom>
          <a:noFill/>
          <a:ln cap="flat" cmpd="sng" w="9525">
            <a:solidFill>
              <a:schemeClr val="lt2"/>
            </a:solidFill>
            <a:prstDash val="solid"/>
            <a:round/>
            <a:headEnd len="med" w="med" type="none"/>
            <a:tailEnd len="med" w="med" type="none"/>
          </a:ln>
        </p:spPr>
      </p:cxnSp>
      <p:cxnSp>
        <p:nvCxnSpPr>
          <p:cNvPr id="105" name="Google Shape;105;p17"/>
          <p:cNvCxnSpPr/>
          <p:nvPr/>
        </p:nvCxnSpPr>
        <p:spPr>
          <a:xfrm>
            <a:off x="4442500" y="226100"/>
            <a:ext cx="0" cy="4457700"/>
          </a:xfrm>
          <a:prstGeom prst="straightConnector1">
            <a:avLst/>
          </a:prstGeom>
          <a:noFill/>
          <a:ln cap="flat" cmpd="sng" w="9525">
            <a:solidFill>
              <a:schemeClr val="lt2"/>
            </a:solidFill>
            <a:prstDash val="solid"/>
            <a:round/>
            <a:headEnd len="med" w="med" type="none"/>
            <a:tailEnd len="med" w="med" type="none"/>
          </a:ln>
        </p:spPr>
      </p:cxnSp>
      <p:cxnSp>
        <p:nvCxnSpPr>
          <p:cNvPr id="106" name="Google Shape;106;p17"/>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1">
  <p:cSld name="BLANK_1_1_1_1_3">
    <p:spTree>
      <p:nvGrpSpPr>
        <p:cNvPr id="107" name="Shape 107"/>
        <p:cNvGrpSpPr/>
        <p:nvPr/>
      </p:nvGrpSpPr>
      <p:grpSpPr>
        <a:xfrm>
          <a:off x="0" y="0"/>
          <a:ext cx="0" cy="0"/>
          <a:chOff x="0" y="0"/>
          <a:chExt cx="0" cy="0"/>
        </a:xfrm>
      </p:grpSpPr>
      <p:sp>
        <p:nvSpPr>
          <p:cNvPr id="108" name="Google Shape;108;p18"/>
          <p:cNvSpPr txBox="1"/>
          <p:nvPr>
            <p:ph type="title"/>
          </p:nvPr>
        </p:nvSpPr>
        <p:spPr>
          <a:xfrm>
            <a:off x="228600" y="613525"/>
            <a:ext cx="3904500" cy="11628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109" name="Google Shape;109;p18"/>
          <p:cNvSpPr/>
          <p:nvPr>
            <p:ph idx="2" type="pic"/>
          </p:nvPr>
        </p:nvSpPr>
        <p:spPr>
          <a:xfrm>
            <a:off x="4523050" y="7379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110" name="Google Shape;110;p18"/>
          <p:cNvSpPr/>
          <p:nvPr>
            <p:ph idx="3" type="pic"/>
          </p:nvPr>
        </p:nvSpPr>
        <p:spPr>
          <a:xfrm>
            <a:off x="6752100" y="7377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111" name="Google Shape;111;p18"/>
          <p:cNvSpPr/>
          <p:nvPr>
            <p:ph idx="4" type="pic"/>
          </p:nvPr>
        </p:nvSpPr>
        <p:spPr>
          <a:xfrm>
            <a:off x="4523050" y="2158000"/>
            <a:ext cx="4394100" cy="2282700"/>
          </a:xfrm>
          <a:prstGeom prst="roundRect">
            <a:avLst>
              <a:gd fmla="val 6108" name="adj"/>
            </a:avLst>
          </a:prstGeom>
          <a:noFill/>
          <a:ln cap="flat" cmpd="sng" w="9525">
            <a:solidFill>
              <a:schemeClr val="accent1"/>
            </a:solidFill>
            <a:prstDash val="solid"/>
            <a:round/>
            <a:headEnd len="sm" w="sm" type="none"/>
            <a:tailEnd len="sm" w="sm" type="none"/>
          </a:ln>
        </p:spPr>
      </p:sp>
      <p:sp>
        <p:nvSpPr>
          <p:cNvPr id="112" name="Google Shape;112;p18"/>
          <p:cNvSpPr txBox="1"/>
          <p:nvPr>
            <p:ph idx="1" type="body"/>
          </p:nvPr>
        </p:nvSpPr>
        <p:spPr>
          <a:xfrm>
            <a:off x="233850" y="3127075"/>
            <a:ext cx="2920800" cy="13137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113" name="Google Shape;113;p18"/>
          <p:cNvSpPr txBox="1"/>
          <p:nvPr>
            <p:ph idx="5"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14" name="Google Shape;114;p18"/>
          <p:cNvSpPr txBox="1"/>
          <p:nvPr>
            <p:ph idx="6"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15" name="Google Shape;115;p18"/>
          <p:cNvSpPr txBox="1"/>
          <p:nvPr>
            <p:ph idx="7"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16" name="Google Shape;116;p18"/>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17" name="Google Shape;117;p18"/>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18" name="Google Shape;118;p18"/>
          <p:cNvSpPr txBox="1"/>
          <p:nvPr>
            <p:ph idx="8"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cxnSp>
        <p:nvCxnSpPr>
          <p:cNvPr id="119" name="Google Shape;119;p18"/>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Tree>
  </p:cSld>
  <p:clrMapOvr>
    <a:masterClrMapping/>
  </p:clrMapOvr>
  <p:extLst>
    <p:ext uri="{DCECCB84-F9BA-43D5-87BE-67443E8EF086}">
      <p15:sldGuideLst>
        <p15:guide id="1" orient="horz" pos="2805">
          <p15:clr>
            <a:srgbClr val="E46962"/>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ALT 1">
  <p:cSld name="BLANK_1_1_1_1_2">
    <p:spTree>
      <p:nvGrpSpPr>
        <p:cNvPr id="120" name="Shape 120"/>
        <p:cNvGrpSpPr/>
        <p:nvPr/>
      </p:nvGrpSpPr>
      <p:grpSpPr>
        <a:xfrm>
          <a:off x="0" y="0"/>
          <a:ext cx="0" cy="0"/>
          <a:chOff x="0" y="0"/>
          <a:chExt cx="0" cy="0"/>
        </a:xfrm>
      </p:grpSpPr>
      <p:pic>
        <p:nvPicPr>
          <p:cNvPr id="121" name="Google Shape;121;p19"/>
          <p:cNvPicPr preferRelativeResize="0"/>
          <p:nvPr/>
        </p:nvPicPr>
        <p:blipFill rotWithShape="1">
          <a:blip r:embed="rId2">
            <a:alphaModFix amt="60000"/>
          </a:blip>
          <a:srcRect b="14588" l="0" r="15469" t="0"/>
          <a:stretch/>
        </p:blipFill>
        <p:spPr>
          <a:xfrm>
            <a:off x="25" y="1172500"/>
            <a:ext cx="5181349" cy="3493250"/>
          </a:xfrm>
          <a:prstGeom prst="rect">
            <a:avLst/>
          </a:prstGeom>
          <a:noFill/>
          <a:ln>
            <a:noFill/>
          </a:ln>
        </p:spPr>
      </p:pic>
      <p:sp>
        <p:nvSpPr>
          <p:cNvPr id="122" name="Google Shape;122;p19"/>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23" name="Google Shape;123;p19"/>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24" name="Google Shape;124;p19"/>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25" name="Google Shape;125;p19"/>
          <p:cNvSpPr txBox="1"/>
          <p:nvPr>
            <p:ph type="title"/>
          </p:nvPr>
        </p:nvSpPr>
        <p:spPr>
          <a:xfrm>
            <a:off x="277500" y="228600"/>
            <a:ext cx="3904500" cy="11628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cxnSp>
        <p:nvCxnSpPr>
          <p:cNvPr id="126" name="Google Shape;126;p19"/>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127" name="Google Shape;127;p19"/>
          <p:cNvSpPr txBox="1"/>
          <p:nvPr>
            <p:ph idx="4" type="subTitle"/>
          </p:nvPr>
        </p:nvSpPr>
        <p:spPr>
          <a:xfrm>
            <a:off x="4744575" y="387150"/>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28" name="Google Shape;128;p19"/>
          <p:cNvSpPr txBox="1"/>
          <p:nvPr>
            <p:ph idx="5" type="subTitle"/>
          </p:nvPr>
        </p:nvSpPr>
        <p:spPr>
          <a:xfrm>
            <a:off x="4744575" y="1066588"/>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29" name="Google Shape;129;p19"/>
          <p:cNvSpPr txBox="1"/>
          <p:nvPr>
            <p:ph idx="6" type="subTitle"/>
          </p:nvPr>
        </p:nvSpPr>
        <p:spPr>
          <a:xfrm>
            <a:off x="4744575" y="1742700"/>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30" name="Google Shape;130;p19"/>
          <p:cNvSpPr txBox="1"/>
          <p:nvPr>
            <p:ph idx="7" type="subTitle"/>
          </p:nvPr>
        </p:nvSpPr>
        <p:spPr>
          <a:xfrm>
            <a:off x="4744575" y="2420513"/>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31" name="Google Shape;131;p19"/>
          <p:cNvSpPr txBox="1"/>
          <p:nvPr>
            <p:ph idx="8" type="subTitle"/>
          </p:nvPr>
        </p:nvSpPr>
        <p:spPr>
          <a:xfrm>
            <a:off x="4744575" y="3098275"/>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32" name="Google Shape;132;p19"/>
          <p:cNvSpPr txBox="1"/>
          <p:nvPr>
            <p:ph idx="9" type="subTitle"/>
          </p:nvPr>
        </p:nvSpPr>
        <p:spPr>
          <a:xfrm>
            <a:off x="4744575" y="3776075"/>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33" name="Google Shape;133;p19"/>
          <p:cNvSpPr txBox="1"/>
          <p:nvPr>
            <p:ph idx="13" type="subTitle"/>
          </p:nvPr>
        </p:nvSpPr>
        <p:spPr>
          <a:xfrm>
            <a:off x="5067075" y="387150"/>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134" name="Google Shape;134;p19"/>
          <p:cNvSpPr txBox="1"/>
          <p:nvPr>
            <p:ph idx="14" type="subTitle"/>
          </p:nvPr>
        </p:nvSpPr>
        <p:spPr>
          <a:xfrm>
            <a:off x="5067075" y="1061588"/>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135" name="Google Shape;135;p19"/>
          <p:cNvSpPr txBox="1"/>
          <p:nvPr>
            <p:ph idx="15" type="subTitle"/>
          </p:nvPr>
        </p:nvSpPr>
        <p:spPr>
          <a:xfrm>
            <a:off x="5067075" y="1739350"/>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136" name="Google Shape;136;p19"/>
          <p:cNvSpPr txBox="1"/>
          <p:nvPr>
            <p:ph idx="16" type="subTitle"/>
          </p:nvPr>
        </p:nvSpPr>
        <p:spPr>
          <a:xfrm>
            <a:off x="5067075" y="2424100"/>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137" name="Google Shape;137;p19"/>
          <p:cNvSpPr txBox="1"/>
          <p:nvPr>
            <p:ph idx="17" type="subTitle"/>
          </p:nvPr>
        </p:nvSpPr>
        <p:spPr>
          <a:xfrm>
            <a:off x="5067075" y="3094938"/>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138" name="Google Shape;138;p19"/>
          <p:cNvSpPr txBox="1"/>
          <p:nvPr>
            <p:ph idx="18" type="subTitle"/>
          </p:nvPr>
        </p:nvSpPr>
        <p:spPr>
          <a:xfrm>
            <a:off x="5067075" y="3765788"/>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139" name="Google Shape;139;p19"/>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40" name="Google Shape;140;p19"/>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s">
  <p:cSld name="BLANK_1_1_1_1_2_1">
    <p:spTree>
      <p:nvGrpSpPr>
        <p:cNvPr id="141" name="Shape 141"/>
        <p:cNvGrpSpPr/>
        <p:nvPr/>
      </p:nvGrpSpPr>
      <p:grpSpPr>
        <a:xfrm>
          <a:off x="0" y="0"/>
          <a:ext cx="0" cy="0"/>
          <a:chOff x="0" y="0"/>
          <a:chExt cx="0" cy="0"/>
        </a:xfrm>
      </p:grpSpPr>
      <p:sp>
        <p:nvSpPr>
          <p:cNvPr id="142" name="Google Shape;142;p20"/>
          <p:cNvSpPr/>
          <p:nvPr>
            <p:ph idx="2" type="pic"/>
          </p:nvPr>
        </p:nvSpPr>
        <p:spPr>
          <a:xfrm>
            <a:off x="4618950" y="228600"/>
            <a:ext cx="1370400" cy="1357500"/>
          </a:xfrm>
          <a:prstGeom prst="roundRect">
            <a:avLst>
              <a:gd fmla="val 16935" name="adj"/>
            </a:avLst>
          </a:prstGeom>
          <a:noFill/>
          <a:ln>
            <a:noFill/>
          </a:ln>
        </p:spPr>
      </p:sp>
      <p:sp>
        <p:nvSpPr>
          <p:cNvPr id="143" name="Google Shape;143;p20"/>
          <p:cNvSpPr txBox="1"/>
          <p:nvPr>
            <p:ph idx="1" type="subTitle"/>
          </p:nvPr>
        </p:nvSpPr>
        <p:spPr>
          <a:xfrm>
            <a:off x="4619000" y="1702322"/>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44" name="Google Shape;144;p20"/>
          <p:cNvSpPr txBox="1"/>
          <p:nvPr>
            <p:ph idx="3"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45" name="Google Shape;145;p20"/>
          <p:cNvSpPr txBox="1"/>
          <p:nvPr>
            <p:ph idx="4"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46" name="Google Shape;146;p20"/>
          <p:cNvSpPr txBox="1"/>
          <p:nvPr>
            <p:ph idx="5"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47" name="Google Shape;147;p20"/>
          <p:cNvSpPr txBox="1"/>
          <p:nvPr>
            <p:ph type="title"/>
          </p:nvPr>
        </p:nvSpPr>
        <p:spPr>
          <a:xfrm>
            <a:off x="228600" y="234750"/>
            <a:ext cx="3904500" cy="11628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148" name="Google Shape;148;p20"/>
          <p:cNvSpPr txBox="1"/>
          <p:nvPr>
            <p:ph idx="6" type="subTitle"/>
          </p:nvPr>
        </p:nvSpPr>
        <p:spPr>
          <a:xfrm>
            <a:off x="4619000" y="1880160"/>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149" name="Google Shape;149;p20"/>
          <p:cNvSpPr/>
          <p:nvPr>
            <p:ph idx="7" type="pic"/>
          </p:nvPr>
        </p:nvSpPr>
        <p:spPr>
          <a:xfrm>
            <a:off x="6080700" y="228600"/>
            <a:ext cx="1370400" cy="1357500"/>
          </a:xfrm>
          <a:prstGeom prst="roundRect">
            <a:avLst>
              <a:gd fmla="val 16935" name="adj"/>
            </a:avLst>
          </a:prstGeom>
          <a:noFill/>
          <a:ln>
            <a:noFill/>
          </a:ln>
        </p:spPr>
      </p:sp>
      <p:sp>
        <p:nvSpPr>
          <p:cNvPr id="150" name="Google Shape;150;p20"/>
          <p:cNvSpPr txBox="1"/>
          <p:nvPr>
            <p:ph idx="8" type="subTitle"/>
          </p:nvPr>
        </p:nvSpPr>
        <p:spPr>
          <a:xfrm>
            <a:off x="6080750" y="1702321"/>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51" name="Google Shape;151;p20"/>
          <p:cNvSpPr txBox="1"/>
          <p:nvPr>
            <p:ph idx="9" type="subTitle"/>
          </p:nvPr>
        </p:nvSpPr>
        <p:spPr>
          <a:xfrm>
            <a:off x="6080750" y="1880160"/>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152" name="Google Shape;152;p20"/>
          <p:cNvSpPr/>
          <p:nvPr>
            <p:ph idx="13" type="pic"/>
          </p:nvPr>
        </p:nvSpPr>
        <p:spPr>
          <a:xfrm>
            <a:off x="7542450" y="228600"/>
            <a:ext cx="1370400" cy="1357500"/>
          </a:xfrm>
          <a:prstGeom prst="roundRect">
            <a:avLst>
              <a:gd fmla="val 16935" name="adj"/>
            </a:avLst>
          </a:prstGeom>
          <a:noFill/>
          <a:ln>
            <a:noFill/>
          </a:ln>
        </p:spPr>
      </p:sp>
      <p:sp>
        <p:nvSpPr>
          <p:cNvPr id="153" name="Google Shape;153;p20"/>
          <p:cNvSpPr txBox="1"/>
          <p:nvPr>
            <p:ph idx="14" type="subTitle"/>
          </p:nvPr>
        </p:nvSpPr>
        <p:spPr>
          <a:xfrm>
            <a:off x="7542500" y="1702321"/>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54" name="Google Shape;154;p20"/>
          <p:cNvSpPr txBox="1"/>
          <p:nvPr>
            <p:ph idx="15" type="subTitle"/>
          </p:nvPr>
        </p:nvSpPr>
        <p:spPr>
          <a:xfrm>
            <a:off x="7542500" y="1880160"/>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155" name="Google Shape;155;p20"/>
          <p:cNvSpPr/>
          <p:nvPr>
            <p:ph idx="16" type="pic"/>
          </p:nvPr>
        </p:nvSpPr>
        <p:spPr>
          <a:xfrm>
            <a:off x="4618950" y="2295725"/>
            <a:ext cx="1370400" cy="1357500"/>
          </a:xfrm>
          <a:prstGeom prst="roundRect">
            <a:avLst>
              <a:gd fmla="val 16935" name="adj"/>
            </a:avLst>
          </a:prstGeom>
          <a:noFill/>
          <a:ln>
            <a:noFill/>
          </a:ln>
        </p:spPr>
      </p:sp>
      <p:sp>
        <p:nvSpPr>
          <p:cNvPr id="156" name="Google Shape;156;p20"/>
          <p:cNvSpPr txBox="1"/>
          <p:nvPr>
            <p:ph idx="17" type="subTitle"/>
          </p:nvPr>
        </p:nvSpPr>
        <p:spPr>
          <a:xfrm>
            <a:off x="4619000" y="3769446"/>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57" name="Google Shape;157;p20"/>
          <p:cNvSpPr txBox="1"/>
          <p:nvPr>
            <p:ph idx="18" type="subTitle"/>
          </p:nvPr>
        </p:nvSpPr>
        <p:spPr>
          <a:xfrm>
            <a:off x="4619000" y="3947285"/>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158" name="Google Shape;158;p20"/>
          <p:cNvSpPr/>
          <p:nvPr>
            <p:ph idx="19" type="pic"/>
          </p:nvPr>
        </p:nvSpPr>
        <p:spPr>
          <a:xfrm>
            <a:off x="6080700" y="2295725"/>
            <a:ext cx="1370400" cy="1357500"/>
          </a:xfrm>
          <a:prstGeom prst="roundRect">
            <a:avLst>
              <a:gd fmla="val 16935" name="adj"/>
            </a:avLst>
          </a:prstGeom>
          <a:noFill/>
          <a:ln>
            <a:noFill/>
          </a:ln>
        </p:spPr>
      </p:sp>
      <p:sp>
        <p:nvSpPr>
          <p:cNvPr id="159" name="Google Shape;159;p20"/>
          <p:cNvSpPr txBox="1"/>
          <p:nvPr>
            <p:ph idx="20" type="subTitle"/>
          </p:nvPr>
        </p:nvSpPr>
        <p:spPr>
          <a:xfrm>
            <a:off x="6080750" y="3769447"/>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60" name="Google Shape;160;p20"/>
          <p:cNvSpPr txBox="1"/>
          <p:nvPr>
            <p:ph idx="21" type="subTitle"/>
          </p:nvPr>
        </p:nvSpPr>
        <p:spPr>
          <a:xfrm>
            <a:off x="6080750" y="3947285"/>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161" name="Google Shape;161;p20"/>
          <p:cNvSpPr/>
          <p:nvPr>
            <p:ph idx="22" type="pic"/>
          </p:nvPr>
        </p:nvSpPr>
        <p:spPr>
          <a:xfrm>
            <a:off x="7542450" y="2295725"/>
            <a:ext cx="1370400" cy="1357500"/>
          </a:xfrm>
          <a:prstGeom prst="roundRect">
            <a:avLst>
              <a:gd fmla="val 16935" name="adj"/>
            </a:avLst>
          </a:prstGeom>
          <a:noFill/>
          <a:ln>
            <a:noFill/>
          </a:ln>
        </p:spPr>
      </p:sp>
      <p:sp>
        <p:nvSpPr>
          <p:cNvPr id="162" name="Google Shape;162;p20"/>
          <p:cNvSpPr txBox="1"/>
          <p:nvPr>
            <p:ph idx="23" type="subTitle"/>
          </p:nvPr>
        </p:nvSpPr>
        <p:spPr>
          <a:xfrm>
            <a:off x="7542500" y="3769446"/>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63" name="Google Shape;163;p20"/>
          <p:cNvSpPr txBox="1"/>
          <p:nvPr>
            <p:ph idx="24" type="subTitle"/>
          </p:nvPr>
        </p:nvSpPr>
        <p:spPr>
          <a:xfrm>
            <a:off x="7542500" y="3947285"/>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cxnSp>
        <p:nvCxnSpPr>
          <p:cNvPr id="164" name="Google Shape;164;p20"/>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165" name="Google Shape;165;p20"/>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66" name="Google Shape;166;p20"/>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p:cSld name="BLANK_1_1_1_1_1_1">
    <p:spTree>
      <p:nvGrpSpPr>
        <p:cNvPr id="167" name="Shape 167"/>
        <p:cNvGrpSpPr/>
        <p:nvPr/>
      </p:nvGrpSpPr>
      <p:grpSpPr>
        <a:xfrm>
          <a:off x="0" y="0"/>
          <a:ext cx="0" cy="0"/>
          <a:chOff x="0" y="0"/>
          <a:chExt cx="0" cy="0"/>
        </a:xfrm>
      </p:grpSpPr>
      <p:sp>
        <p:nvSpPr>
          <p:cNvPr id="168" name="Google Shape;168;p21"/>
          <p:cNvSpPr/>
          <p:nvPr>
            <p:ph idx="2" type="pic"/>
          </p:nvPr>
        </p:nvSpPr>
        <p:spPr>
          <a:xfrm>
            <a:off x="9425" y="-3075"/>
            <a:ext cx="9144000" cy="4641000"/>
          </a:xfrm>
          <a:prstGeom prst="rect">
            <a:avLst/>
          </a:prstGeom>
          <a:noFill/>
          <a:ln>
            <a:noFill/>
          </a:ln>
        </p:spPr>
      </p:sp>
      <p:sp>
        <p:nvSpPr>
          <p:cNvPr id="169" name="Google Shape;169;p21"/>
          <p:cNvSpPr txBox="1"/>
          <p:nvPr>
            <p:ph type="title"/>
          </p:nvPr>
        </p:nvSpPr>
        <p:spPr>
          <a:xfrm>
            <a:off x="234125" y="3337800"/>
            <a:ext cx="8574600" cy="1114800"/>
          </a:xfrm>
          <a:prstGeom prst="rect">
            <a:avLst/>
          </a:prstGeom>
        </p:spPr>
        <p:txBody>
          <a:bodyPr anchorCtr="0" anchor="b" bIns="0" lIns="0" spcFirstLastPara="1" rIns="0" wrap="square" tIns="0">
            <a:noAutofit/>
          </a:bodyPr>
          <a:lstStyle>
            <a:lvl1pPr lvl="0">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170" name="Google Shape;170;p21"/>
          <p:cNvSpPr txBox="1"/>
          <p:nvPr>
            <p:ph idx="1" type="subTitle"/>
          </p:nvPr>
        </p:nvSpPr>
        <p:spPr>
          <a:xfrm>
            <a:off x="228600" y="228600"/>
            <a:ext cx="28701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71" name="Google Shape;171;p21"/>
          <p:cNvSpPr txBox="1"/>
          <p:nvPr>
            <p:ph idx="3"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72" name="Google Shape;172;p21"/>
          <p:cNvSpPr txBox="1"/>
          <p:nvPr>
            <p:ph idx="4"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73" name="Google Shape;173;p21"/>
          <p:cNvSpPr txBox="1"/>
          <p:nvPr>
            <p:ph idx="5"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174" name="Google Shape;174;p21"/>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175" name="Google Shape;175;p21"/>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76" name="Google Shape;176;p21"/>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ds w/ images">
  <p:cSld name="BLANK_1_1_1_1_1_1_1_1_1_1_3">
    <p:spTree>
      <p:nvGrpSpPr>
        <p:cNvPr id="177" name="Shape 177"/>
        <p:cNvGrpSpPr/>
        <p:nvPr/>
      </p:nvGrpSpPr>
      <p:grpSpPr>
        <a:xfrm>
          <a:off x="0" y="0"/>
          <a:ext cx="0" cy="0"/>
          <a:chOff x="0" y="0"/>
          <a:chExt cx="0" cy="0"/>
        </a:xfrm>
      </p:grpSpPr>
      <p:sp>
        <p:nvSpPr>
          <p:cNvPr id="178" name="Google Shape;178;p22"/>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79" name="Google Shape;179;p22"/>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80" name="Google Shape;180;p22"/>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grpSp>
        <p:nvGrpSpPr>
          <p:cNvPr id="181" name="Google Shape;181;p22"/>
          <p:cNvGrpSpPr/>
          <p:nvPr/>
        </p:nvGrpSpPr>
        <p:grpSpPr>
          <a:xfrm rot="5400000">
            <a:off x="8691475" y="228504"/>
            <a:ext cx="228589" cy="228623"/>
            <a:chOff x="1688332" y="4135245"/>
            <a:chExt cx="338700" cy="338700"/>
          </a:xfrm>
        </p:grpSpPr>
        <p:sp>
          <p:nvSpPr>
            <p:cNvPr id="182" name="Google Shape;182;p22"/>
            <p:cNvSpPr/>
            <p:nvPr/>
          </p:nvSpPr>
          <p:spPr>
            <a:xfrm rot="-5400000">
              <a:off x="1688332" y="4135245"/>
              <a:ext cx="338700" cy="338700"/>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grpSp>
          <p:nvGrpSpPr>
            <p:cNvPr id="183" name="Google Shape;183;p22"/>
            <p:cNvGrpSpPr/>
            <p:nvPr/>
          </p:nvGrpSpPr>
          <p:grpSpPr>
            <a:xfrm rot="-5400000">
              <a:off x="1787014" y="4262191"/>
              <a:ext cx="169598" cy="84809"/>
              <a:chOff x="498725" y="2069800"/>
              <a:chExt cx="205200" cy="102600"/>
            </a:xfrm>
          </p:grpSpPr>
          <p:cxnSp>
            <p:nvCxnSpPr>
              <p:cNvPr id="184" name="Google Shape;184;p22"/>
              <p:cNvCxnSpPr/>
              <p:nvPr/>
            </p:nvCxnSpPr>
            <p:spPr>
              <a:xfrm>
                <a:off x="498725" y="2069800"/>
                <a:ext cx="102600" cy="102600"/>
              </a:xfrm>
              <a:prstGeom prst="straightConnector1">
                <a:avLst/>
              </a:prstGeom>
              <a:noFill/>
              <a:ln cap="flat" cmpd="sng" w="9525">
                <a:solidFill>
                  <a:schemeClr val="dk1"/>
                </a:solidFill>
                <a:prstDash val="solid"/>
                <a:round/>
                <a:headEnd len="med" w="med" type="none"/>
                <a:tailEnd len="med" w="med" type="none"/>
              </a:ln>
            </p:spPr>
          </p:cxnSp>
          <p:cxnSp>
            <p:nvCxnSpPr>
              <p:cNvPr id="185" name="Google Shape;185;p22"/>
              <p:cNvCxnSpPr/>
              <p:nvPr/>
            </p:nvCxnSpPr>
            <p:spPr>
              <a:xfrm flipH="1">
                <a:off x="601325" y="2069800"/>
                <a:ext cx="102600" cy="102600"/>
              </a:xfrm>
              <a:prstGeom prst="straightConnector1">
                <a:avLst/>
              </a:prstGeom>
              <a:noFill/>
              <a:ln cap="flat" cmpd="sng" w="9525">
                <a:solidFill>
                  <a:schemeClr val="dk1"/>
                </a:solidFill>
                <a:prstDash val="solid"/>
                <a:round/>
                <a:headEnd len="med" w="med" type="none"/>
                <a:tailEnd len="med" w="med" type="none"/>
              </a:ln>
            </p:spPr>
          </p:cxnSp>
        </p:grpSp>
      </p:grpSp>
      <p:sp>
        <p:nvSpPr>
          <p:cNvPr id="186" name="Google Shape;186;p22"/>
          <p:cNvSpPr/>
          <p:nvPr>
            <p:ph idx="4" type="pic"/>
          </p:nvPr>
        </p:nvSpPr>
        <p:spPr>
          <a:xfrm>
            <a:off x="426700" y="1896600"/>
            <a:ext cx="665400" cy="685500"/>
          </a:xfrm>
          <a:prstGeom prst="roundRect">
            <a:avLst>
              <a:gd fmla="val 17601" name="adj"/>
            </a:avLst>
          </a:prstGeom>
          <a:noFill/>
          <a:ln>
            <a:noFill/>
          </a:ln>
        </p:spPr>
      </p:sp>
      <p:sp>
        <p:nvSpPr>
          <p:cNvPr id="187" name="Google Shape;187;p22"/>
          <p:cNvSpPr txBox="1"/>
          <p:nvPr>
            <p:ph idx="5" type="subTitle"/>
          </p:nvPr>
        </p:nvSpPr>
        <p:spPr>
          <a:xfrm>
            <a:off x="426700" y="2708802"/>
            <a:ext cx="1761900" cy="228600"/>
          </a:xfrm>
          <a:prstGeom prst="rect">
            <a:avLst/>
          </a:prstGeom>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88" name="Google Shape;188;p22"/>
          <p:cNvSpPr txBox="1"/>
          <p:nvPr>
            <p:ph idx="6" type="subTitle"/>
          </p:nvPr>
        </p:nvSpPr>
        <p:spPr>
          <a:xfrm>
            <a:off x="426700" y="2936076"/>
            <a:ext cx="1761900" cy="163800"/>
          </a:xfrm>
          <a:prstGeom prst="rect">
            <a:avLst/>
          </a:prstGeom>
        </p:spPr>
        <p:txBody>
          <a:bodyPr anchorCtr="0" anchor="t"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89" name="Google Shape;189;p22"/>
          <p:cNvSpPr txBox="1"/>
          <p:nvPr>
            <p:ph idx="7" type="body"/>
          </p:nvPr>
        </p:nvSpPr>
        <p:spPr>
          <a:xfrm>
            <a:off x="426700" y="3251425"/>
            <a:ext cx="1761900" cy="965100"/>
          </a:xfrm>
          <a:prstGeom prst="rect">
            <a:avLst/>
          </a:prstGeom>
        </p:spPr>
        <p:txBody>
          <a:bodyPr anchorCtr="0" anchor="t" bIns="0" lIns="0" spcFirstLastPara="1" rIns="91425"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190" name="Google Shape;190;p22"/>
          <p:cNvSpPr/>
          <p:nvPr>
            <p:ph idx="8" type="pic"/>
          </p:nvPr>
        </p:nvSpPr>
        <p:spPr>
          <a:xfrm>
            <a:off x="2621800" y="1896600"/>
            <a:ext cx="665400" cy="685500"/>
          </a:xfrm>
          <a:prstGeom prst="roundRect">
            <a:avLst>
              <a:gd fmla="val 17601" name="adj"/>
            </a:avLst>
          </a:prstGeom>
          <a:noFill/>
          <a:ln>
            <a:noFill/>
          </a:ln>
        </p:spPr>
      </p:sp>
      <p:sp>
        <p:nvSpPr>
          <p:cNvPr id="191" name="Google Shape;191;p22"/>
          <p:cNvSpPr txBox="1"/>
          <p:nvPr>
            <p:ph idx="9" type="subTitle"/>
          </p:nvPr>
        </p:nvSpPr>
        <p:spPr>
          <a:xfrm>
            <a:off x="2621800" y="2708807"/>
            <a:ext cx="1761900" cy="228600"/>
          </a:xfrm>
          <a:prstGeom prst="rect">
            <a:avLst/>
          </a:prstGeom>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92" name="Google Shape;192;p22"/>
          <p:cNvSpPr txBox="1"/>
          <p:nvPr>
            <p:ph idx="13" type="subTitle"/>
          </p:nvPr>
        </p:nvSpPr>
        <p:spPr>
          <a:xfrm>
            <a:off x="2621800" y="2936075"/>
            <a:ext cx="1761900" cy="163800"/>
          </a:xfrm>
          <a:prstGeom prst="rect">
            <a:avLst/>
          </a:prstGeom>
        </p:spPr>
        <p:txBody>
          <a:bodyPr anchorCtr="0" anchor="t"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93" name="Google Shape;193;p22"/>
          <p:cNvSpPr txBox="1"/>
          <p:nvPr>
            <p:ph idx="14" type="body"/>
          </p:nvPr>
        </p:nvSpPr>
        <p:spPr>
          <a:xfrm>
            <a:off x="2621800" y="3251425"/>
            <a:ext cx="1705800" cy="965100"/>
          </a:xfrm>
          <a:prstGeom prst="rect">
            <a:avLst/>
          </a:prstGeom>
        </p:spPr>
        <p:txBody>
          <a:bodyPr anchorCtr="0" anchor="t" bIns="0" lIns="0" spcFirstLastPara="1" rIns="91425"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194" name="Google Shape;194;p22"/>
          <p:cNvSpPr/>
          <p:nvPr>
            <p:ph idx="15" type="pic"/>
          </p:nvPr>
        </p:nvSpPr>
        <p:spPr>
          <a:xfrm>
            <a:off x="4816900" y="1896600"/>
            <a:ext cx="665400" cy="685500"/>
          </a:xfrm>
          <a:prstGeom prst="roundRect">
            <a:avLst>
              <a:gd fmla="val 17601" name="adj"/>
            </a:avLst>
          </a:prstGeom>
          <a:noFill/>
          <a:ln>
            <a:noFill/>
          </a:ln>
        </p:spPr>
      </p:sp>
      <p:sp>
        <p:nvSpPr>
          <p:cNvPr id="195" name="Google Shape;195;p22"/>
          <p:cNvSpPr txBox="1"/>
          <p:nvPr>
            <p:ph idx="16" type="subTitle"/>
          </p:nvPr>
        </p:nvSpPr>
        <p:spPr>
          <a:xfrm>
            <a:off x="4816900" y="2708808"/>
            <a:ext cx="1761900" cy="228600"/>
          </a:xfrm>
          <a:prstGeom prst="rect">
            <a:avLst/>
          </a:prstGeom>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96" name="Google Shape;196;p22"/>
          <p:cNvSpPr txBox="1"/>
          <p:nvPr>
            <p:ph idx="17" type="subTitle"/>
          </p:nvPr>
        </p:nvSpPr>
        <p:spPr>
          <a:xfrm>
            <a:off x="4816900" y="2936076"/>
            <a:ext cx="1761900" cy="163800"/>
          </a:xfrm>
          <a:prstGeom prst="rect">
            <a:avLst/>
          </a:prstGeom>
        </p:spPr>
        <p:txBody>
          <a:bodyPr anchorCtr="0" anchor="t"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97" name="Google Shape;197;p22"/>
          <p:cNvSpPr txBox="1"/>
          <p:nvPr>
            <p:ph idx="18" type="body"/>
          </p:nvPr>
        </p:nvSpPr>
        <p:spPr>
          <a:xfrm>
            <a:off x="4817025" y="3251425"/>
            <a:ext cx="1761900" cy="965100"/>
          </a:xfrm>
          <a:prstGeom prst="rect">
            <a:avLst/>
          </a:prstGeom>
        </p:spPr>
        <p:txBody>
          <a:bodyPr anchorCtr="0" anchor="t" bIns="0" lIns="0" spcFirstLastPara="1" rIns="91425"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198" name="Google Shape;198;p22"/>
          <p:cNvSpPr/>
          <p:nvPr>
            <p:ph idx="19" type="pic"/>
          </p:nvPr>
        </p:nvSpPr>
        <p:spPr>
          <a:xfrm>
            <a:off x="7012000" y="1896600"/>
            <a:ext cx="665400" cy="685500"/>
          </a:xfrm>
          <a:prstGeom prst="roundRect">
            <a:avLst>
              <a:gd fmla="val 17601" name="adj"/>
            </a:avLst>
          </a:prstGeom>
          <a:noFill/>
          <a:ln>
            <a:noFill/>
          </a:ln>
        </p:spPr>
      </p:sp>
      <p:sp>
        <p:nvSpPr>
          <p:cNvPr id="199" name="Google Shape;199;p22"/>
          <p:cNvSpPr txBox="1"/>
          <p:nvPr>
            <p:ph idx="20" type="subTitle"/>
          </p:nvPr>
        </p:nvSpPr>
        <p:spPr>
          <a:xfrm>
            <a:off x="7012000" y="2708807"/>
            <a:ext cx="1761900" cy="228600"/>
          </a:xfrm>
          <a:prstGeom prst="rect">
            <a:avLst/>
          </a:prstGeom>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200" name="Google Shape;200;p22"/>
          <p:cNvSpPr txBox="1"/>
          <p:nvPr>
            <p:ph idx="21" type="subTitle"/>
          </p:nvPr>
        </p:nvSpPr>
        <p:spPr>
          <a:xfrm>
            <a:off x="7012000" y="2936076"/>
            <a:ext cx="1761900" cy="163800"/>
          </a:xfrm>
          <a:prstGeom prst="rect">
            <a:avLst/>
          </a:prstGeom>
        </p:spPr>
        <p:txBody>
          <a:bodyPr anchorCtr="0" anchor="t"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01" name="Google Shape;201;p22"/>
          <p:cNvSpPr txBox="1"/>
          <p:nvPr>
            <p:ph idx="22" type="body"/>
          </p:nvPr>
        </p:nvSpPr>
        <p:spPr>
          <a:xfrm>
            <a:off x="7012000" y="3251425"/>
            <a:ext cx="1761900" cy="965100"/>
          </a:xfrm>
          <a:prstGeom prst="rect">
            <a:avLst/>
          </a:prstGeom>
        </p:spPr>
        <p:txBody>
          <a:bodyPr anchorCtr="0" anchor="t" bIns="0" lIns="0" spcFirstLastPara="1" rIns="91425"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cxnSp>
        <p:nvCxnSpPr>
          <p:cNvPr id="202" name="Google Shape;202;p22"/>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03" name="Google Shape;203;p22"/>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04" name="Google Shape;204;p22"/>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hort big title and body">
  <p:cSld name="BLANK_1_1_1_1_1_1_1_1_1_1_2">
    <p:spTree>
      <p:nvGrpSpPr>
        <p:cNvPr id="205" name="Shape 205"/>
        <p:cNvGrpSpPr/>
        <p:nvPr/>
      </p:nvGrpSpPr>
      <p:grpSpPr>
        <a:xfrm>
          <a:off x="0" y="0"/>
          <a:ext cx="0" cy="0"/>
          <a:chOff x="0" y="0"/>
          <a:chExt cx="0" cy="0"/>
        </a:xfrm>
      </p:grpSpPr>
      <p:pic>
        <p:nvPicPr>
          <p:cNvPr descr="Oval black shapes against a shadowy background. " id="206" name="Google Shape;206;p23"/>
          <p:cNvPicPr preferRelativeResize="0"/>
          <p:nvPr/>
        </p:nvPicPr>
        <p:blipFill rotWithShape="1">
          <a:blip r:embed="rId2">
            <a:alphaModFix/>
          </a:blip>
          <a:srcRect b="42245" l="17241" r="25039" t="35"/>
          <a:stretch/>
        </p:blipFill>
        <p:spPr>
          <a:xfrm>
            <a:off x="0" y="-289"/>
            <a:ext cx="9144000" cy="5144100"/>
          </a:xfrm>
          <a:prstGeom prst="roundRect">
            <a:avLst>
              <a:gd fmla="val 0" name="adj"/>
            </a:avLst>
          </a:prstGeom>
          <a:noFill/>
          <a:ln cap="flat" cmpd="sng" w="9525">
            <a:solidFill>
              <a:schemeClr val="accent1"/>
            </a:solidFill>
            <a:prstDash val="solid"/>
            <a:round/>
            <a:headEnd len="sm" w="sm" type="none"/>
            <a:tailEnd len="sm" w="sm" type="none"/>
          </a:ln>
        </p:spPr>
      </p:pic>
      <p:sp>
        <p:nvSpPr>
          <p:cNvPr id="207" name="Google Shape;207;p23"/>
          <p:cNvSpPr txBox="1"/>
          <p:nvPr>
            <p:ph idx="1" type="subTitle"/>
          </p:nvPr>
        </p:nvSpPr>
        <p:spPr>
          <a:xfrm>
            <a:off x="4314775" y="3818375"/>
            <a:ext cx="4230600" cy="452700"/>
          </a:xfrm>
          <a:prstGeom prst="rect">
            <a:avLst/>
          </a:prstGeom>
        </p:spPr>
        <p:txBody>
          <a:bodyPr anchorCtr="0" anchor="b"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08" name="Google Shape;208;p23"/>
          <p:cNvSpPr txBox="1"/>
          <p:nvPr>
            <p:ph idx="2"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09" name="Google Shape;209;p23"/>
          <p:cNvSpPr txBox="1"/>
          <p:nvPr>
            <p:ph idx="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10" name="Google Shape;210;p23"/>
          <p:cNvSpPr txBox="1"/>
          <p:nvPr>
            <p:ph idx="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11" name="Google Shape;211;p23"/>
          <p:cNvSpPr txBox="1"/>
          <p:nvPr>
            <p:ph type="title"/>
          </p:nvPr>
        </p:nvSpPr>
        <p:spPr>
          <a:xfrm>
            <a:off x="228600" y="290448"/>
            <a:ext cx="3655800" cy="2407500"/>
          </a:xfrm>
          <a:prstGeom prst="rect">
            <a:avLst/>
          </a:prstGeom>
        </p:spPr>
        <p:txBody>
          <a:bodyPr anchorCtr="0" anchor="t" bIns="91425" lIns="0" spcFirstLastPara="1" rIns="91425" wrap="square" tIns="91425">
            <a:spAutoFit/>
          </a:bodyPr>
          <a:lstStyle>
            <a:lvl1pPr lvl="0">
              <a:lnSpc>
                <a:spcPct val="85000"/>
              </a:lnSpc>
              <a:spcBef>
                <a:spcPts val="0"/>
              </a:spcBef>
              <a:spcAft>
                <a:spcPts val="0"/>
              </a:spcAft>
              <a:buNone/>
              <a:defRPr sz="4800">
                <a:solidFill>
                  <a:schemeClr val="dk2"/>
                </a:solidFill>
              </a:defRPr>
            </a:lvl1pPr>
            <a:lvl2pPr lvl="1">
              <a:lnSpc>
                <a:spcPct val="85000"/>
              </a:lnSpc>
              <a:spcBef>
                <a:spcPts val="0"/>
              </a:spcBef>
              <a:spcAft>
                <a:spcPts val="0"/>
              </a:spcAft>
              <a:buNone/>
              <a:defRPr sz="4800">
                <a:solidFill>
                  <a:schemeClr val="dk2"/>
                </a:solidFill>
              </a:defRPr>
            </a:lvl2pPr>
            <a:lvl3pPr lvl="2">
              <a:lnSpc>
                <a:spcPct val="85000"/>
              </a:lnSpc>
              <a:spcBef>
                <a:spcPts val="0"/>
              </a:spcBef>
              <a:spcAft>
                <a:spcPts val="0"/>
              </a:spcAft>
              <a:buNone/>
              <a:defRPr sz="4800">
                <a:solidFill>
                  <a:schemeClr val="dk2"/>
                </a:solidFill>
              </a:defRPr>
            </a:lvl3pPr>
            <a:lvl4pPr lvl="3">
              <a:lnSpc>
                <a:spcPct val="85000"/>
              </a:lnSpc>
              <a:spcBef>
                <a:spcPts val="0"/>
              </a:spcBef>
              <a:spcAft>
                <a:spcPts val="0"/>
              </a:spcAft>
              <a:buNone/>
              <a:defRPr sz="4800">
                <a:solidFill>
                  <a:schemeClr val="dk2"/>
                </a:solidFill>
              </a:defRPr>
            </a:lvl4pPr>
            <a:lvl5pPr lvl="4">
              <a:lnSpc>
                <a:spcPct val="85000"/>
              </a:lnSpc>
              <a:spcBef>
                <a:spcPts val="0"/>
              </a:spcBef>
              <a:spcAft>
                <a:spcPts val="0"/>
              </a:spcAft>
              <a:buNone/>
              <a:defRPr sz="4800">
                <a:solidFill>
                  <a:schemeClr val="dk2"/>
                </a:solidFill>
              </a:defRPr>
            </a:lvl5pPr>
            <a:lvl6pPr lvl="5">
              <a:lnSpc>
                <a:spcPct val="85000"/>
              </a:lnSpc>
              <a:spcBef>
                <a:spcPts val="0"/>
              </a:spcBef>
              <a:spcAft>
                <a:spcPts val="0"/>
              </a:spcAft>
              <a:buNone/>
              <a:defRPr sz="4800">
                <a:solidFill>
                  <a:schemeClr val="dk2"/>
                </a:solidFill>
              </a:defRPr>
            </a:lvl6pPr>
            <a:lvl7pPr lvl="6">
              <a:lnSpc>
                <a:spcPct val="85000"/>
              </a:lnSpc>
              <a:spcBef>
                <a:spcPts val="0"/>
              </a:spcBef>
              <a:spcAft>
                <a:spcPts val="0"/>
              </a:spcAft>
              <a:buNone/>
              <a:defRPr sz="4800">
                <a:solidFill>
                  <a:schemeClr val="dk2"/>
                </a:solidFill>
              </a:defRPr>
            </a:lvl7pPr>
            <a:lvl8pPr lvl="7">
              <a:lnSpc>
                <a:spcPct val="85000"/>
              </a:lnSpc>
              <a:spcBef>
                <a:spcPts val="0"/>
              </a:spcBef>
              <a:spcAft>
                <a:spcPts val="0"/>
              </a:spcAft>
              <a:buNone/>
              <a:defRPr sz="4800">
                <a:solidFill>
                  <a:schemeClr val="dk2"/>
                </a:solidFill>
              </a:defRPr>
            </a:lvl8pPr>
            <a:lvl9pPr lvl="8">
              <a:lnSpc>
                <a:spcPct val="85000"/>
              </a:lnSpc>
              <a:spcBef>
                <a:spcPts val="0"/>
              </a:spcBef>
              <a:spcAft>
                <a:spcPts val="0"/>
              </a:spcAft>
              <a:buNone/>
              <a:defRPr sz="4800">
                <a:solidFill>
                  <a:schemeClr val="dk2"/>
                </a:solidFill>
              </a:defRPr>
            </a:lvl9pPr>
          </a:lstStyle>
          <a:p/>
        </p:txBody>
      </p:sp>
      <p:cxnSp>
        <p:nvCxnSpPr>
          <p:cNvPr id="212" name="Google Shape;212;p23"/>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cxnSp>
        <p:nvCxnSpPr>
          <p:cNvPr id="213" name="Google Shape;213;p23"/>
          <p:cNvCxnSpPr/>
          <p:nvPr/>
        </p:nvCxnSpPr>
        <p:spPr>
          <a:xfrm>
            <a:off x="4159025" y="226100"/>
            <a:ext cx="0" cy="4457700"/>
          </a:xfrm>
          <a:prstGeom prst="straightConnector1">
            <a:avLst/>
          </a:prstGeom>
          <a:noFill/>
          <a:ln cap="flat" cmpd="sng" w="9525">
            <a:solidFill>
              <a:schemeClr val="accent1"/>
            </a:solidFill>
            <a:prstDash val="solid"/>
            <a:round/>
            <a:headEnd len="med" w="med" type="none"/>
            <a:tailEnd len="med" w="med" type="none"/>
          </a:ln>
        </p:spPr>
      </p:cxnSp>
      <p:cxnSp>
        <p:nvCxnSpPr>
          <p:cNvPr id="214" name="Google Shape;214;p23"/>
          <p:cNvCxnSpPr/>
          <p:nvPr/>
        </p:nvCxnSpPr>
        <p:spPr>
          <a:xfrm>
            <a:off x="228600" y="226100"/>
            <a:ext cx="8687100" cy="0"/>
          </a:xfrm>
          <a:prstGeom prst="straightConnector1">
            <a:avLst/>
          </a:prstGeom>
          <a:noFill/>
          <a:ln cap="flat" cmpd="sng" w="9525">
            <a:solidFill>
              <a:schemeClr val="accent1"/>
            </a:solidFill>
            <a:prstDash val="solid"/>
            <a:round/>
            <a:headEnd len="med" w="med" type="none"/>
            <a:tailEnd len="med" w="med" type="none"/>
          </a:ln>
        </p:spPr>
      </p:cxnSp>
      <p:sp>
        <p:nvSpPr>
          <p:cNvPr id="215" name="Google Shape;215;p23"/>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6" name="Google Shape;216;p23"/>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2">
  <p:cSld name="BLANK_1_1_1_1_1_1_1_1_1_1_1_1_2">
    <p:spTree>
      <p:nvGrpSpPr>
        <p:cNvPr id="217" name="Shape 217"/>
        <p:cNvGrpSpPr/>
        <p:nvPr/>
      </p:nvGrpSpPr>
      <p:grpSpPr>
        <a:xfrm>
          <a:off x="0" y="0"/>
          <a:ext cx="0" cy="0"/>
          <a:chOff x="0" y="0"/>
          <a:chExt cx="0" cy="0"/>
        </a:xfrm>
      </p:grpSpPr>
      <p:sp>
        <p:nvSpPr>
          <p:cNvPr id="218" name="Google Shape;218;p24"/>
          <p:cNvSpPr txBox="1"/>
          <p:nvPr>
            <p:ph idx="1" type="body"/>
          </p:nvPr>
        </p:nvSpPr>
        <p:spPr>
          <a:xfrm>
            <a:off x="228600" y="1743625"/>
            <a:ext cx="4296600" cy="2709000"/>
          </a:xfrm>
          <a:prstGeom prst="rect">
            <a:avLst/>
          </a:prstGeom>
        </p:spPr>
        <p:txBody>
          <a:bodyPr anchorCtr="0" anchor="b" bIns="91425" lIns="0"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800"/>
              </a:spcBef>
              <a:spcAft>
                <a:spcPts val="0"/>
              </a:spcAft>
              <a:buSzPts val="1400"/>
              <a:buChar char="○"/>
              <a:defRPr sz="1400"/>
            </a:lvl2pPr>
            <a:lvl3pPr indent="-317500" lvl="2" marL="1371600">
              <a:spcBef>
                <a:spcPts val="800"/>
              </a:spcBef>
              <a:spcAft>
                <a:spcPts val="0"/>
              </a:spcAft>
              <a:buSzPts val="1400"/>
              <a:buChar char="■"/>
              <a:defRPr sz="1400"/>
            </a:lvl3pPr>
            <a:lvl4pPr indent="-317500" lvl="3" marL="1828800">
              <a:spcBef>
                <a:spcPts val="800"/>
              </a:spcBef>
              <a:spcAft>
                <a:spcPts val="0"/>
              </a:spcAft>
              <a:buSzPts val="1400"/>
              <a:buChar char="●"/>
              <a:defRPr sz="1400"/>
            </a:lvl4pPr>
            <a:lvl5pPr indent="-317500" lvl="4" marL="2286000">
              <a:spcBef>
                <a:spcPts val="800"/>
              </a:spcBef>
              <a:spcAft>
                <a:spcPts val="0"/>
              </a:spcAft>
              <a:buSzPts val="1400"/>
              <a:buChar char="○"/>
              <a:defRPr sz="1400"/>
            </a:lvl5pPr>
            <a:lvl6pPr indent="-317500" lvl="5" marL="2743200">
              <a:spcBef>
                <a:spcPts val="800"/>
              </a:spcBef>
              <a:spcAft>
                <a:spcPts val="0"/>
              </a:spcAft>
              <a:buSzPts val="1400"/>
              <a:buChar char="■"/>
              <a:defRPr sz="1400"/>
            </a:lvl6pPr>
            <a:lvl7pPr indent="-317500" lvl="6" marL="3200400">
              <a:spcBef>
                <a:spcPts val="800"/>
              </a:spcBef>
              <a:spcAft>
                <a:spcPts val="0"/>
              </a:spcAft>
              <a:buSzPts val="1400"/>
              <a:buChar char="●"/>
              <a:defRPr sz="1400"/>
            </a:lvl7pPr>
            <a:lvl8pPr indent="-317500" lvl="7" marL="3657600">
              <a:spcBef>
                <a:spcPts val="800"/>
              </a:spcBef>
              <a:spcAft>
                <a:spcPts val="0"/>
              </a:spcAft>
              <a:buSzPts val="1400"/>
              <a:buChar char="○"/>
              <a:defRPr sz="1400"/>
            </a:lvl8pPr>
            <a:lvl9pPr indent="-317500" lvl="8" marL="4114800">
              <a:spcBef>
                <a:spcPts val="800"/>
              </a:spcBef>
              <a:spcAft>
                <a:spcPts val="800"/>
              </a:spcAft>
              <a:buSzPts val="1400"/>
              <a:buChar char="■"/>
              <a:defRPr sz="1400"/>
            </a:lvl9pPr>
          </a:lstStyle>
          <a:p/>
        </p:txBody>
      </p:sp>
      <p:sp>
        <p:nvSpPr>
          <p:cNvPr id="219" name="Google Shape;219;p24"/>
          <p:cNvSpPr/>
          <p:nvPr>
            <p:ph idx="2" type="pic"/>
          </p:nvPr>
        </p:nvSpPr>
        <p:spPr>
          <a:xfrm>
            <a:off x="5342000" y="457200"/>
            <a:ext cx="3573300" cy="3995400"/>
          </a:xfrm>
          <a:prstGeom prst="roundRect">
            <a:avLst>
              <a:gd fmla="val 6865" name="adj"/>
            </a:avLst>
          </a:prstGeom>
          <a:noFill/>
          <a:ln>
            <a:noFill/>
          </a:ln>
        </p:spPr>
      </p:sp>
      <p:sp>
        <p:nvSpPr>
          <p:cNvPr id="220" name="Google Shape;220;p24"/>
          <p:cNvSpPr txBox="1"/>
          <p:nvPr>
            <p:ph idx="3"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21" name="Google Shape;221;p24"/>
          <p:cNvSpPr txBox="1"/>
          <p:nvPr>
            <p:ph idx="4"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22" name="Google Shape;222;p24"/>
          <p:cNvSpPr txBox="1"/>
          <p:nvPr>
            <p:ph idx="5"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23" name="Google Shape;223;p24"/>
          <p:cNvSpPr txBox="1"/>
          <p:nvPr>
            <p:ph idx="6"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224" name="Google Shape;224;p24"/>
          <p:cNvSpPr txBox="1"/>
          <p:nvPr>
            <p:ph type="title"/>
          </p:nvPr>
        </p:nvSpPr>
        <p:spPr>
          <a:xfrm>
            <a:off x="228600" y="613525"/>
            <a:ext cx="4296600" cy="11628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lvl1pPr>
            <a:lvl2pPr lvl="1">
              <a:lnSpc>
                <a:spcPct val="85000"/>
              </a:lnSpc>
              <a:spcBef>
                <a:spcPts val="0"/>
              </a:spcBef>
              <a:spcAft>
                <a:spcPts val="0"/>
              </a:spcAft>
              <a:buNone/>
              <a:defRPr sz="3600"/>
            </a:lvl2pPr>
            <a:lvl3pPr lvl="2">
              <a:lnSpc>
                <a:spcPct val="85000"/>
              </a:lnSpc>
              <a:spcBef>
                <a:spcPts val="0"/>
              </a:spcBef>
              <a:spcAft>
                <a:spcPts val="0"/>
              </a:spcAft>
              <a:buNone/>
              <a:defRPr sz="3600"/>
            </a:lvl3pPr>
            <a:lvl4pPr lvl="3">
              <a:lnSpc>
                <a:spcPct val="85000"/>
              </a:lnSpc>
              <a:spcBef>
                <a:spcPts val="0"/>
              </a:spcBef>
              <a:spcAft>
                <a:spcPts val="0"/>
              </a:spcAft>
              <a:buNone/>
              <a:defRPr sz="3600"/>
            </a:lvl4pPr>
            <a:lvl5pPr lvl="4">
              <a:lnSpc>
                <a:spcPct val="85000"/>
              </a:lnSpc>
              <a:spcBef>
                <a:spcPts val="0"/>
              </a:spcBef>
              <a:spcAft>
                <a:spcPts val="0"/>
              </a:spcAft>
              <a:buNone/>
              <a:defRPr sz="3600"/>
            </a:lvl5pPr>
            <a:lvl6pPr lvl="5">
              <a:lnSpc>
                <a:spcPct val="85000"/>
              </a:lnSpc>
              <a:spcBef>
                <a:spcPts val="0"/>
              </a:spcBef>
              <a:spcAft>
                <a:spcPts val="0"/>
              </a:spcAft>
              <a:buNone/>
              <a:defRPr sz="3600"/>
            </a:lvl6pPr>
            <a:lvl7pPr lvl="6">
              <a:lnSpc>
                <a:spcPct val="85000"/>
              </a:lnSpc>
              <a:spcBef>
                <a:spcPts val="0"/>
              </a:spcBef>
              <a:spcAft>
                <a:spcPts val="0"/>
              </a:spcAft>
              <a:buNone/>
              <a:defRPr sz="3600"/>
            </a:lvl7pPr>
            <a:lvl8pPr lvl="7">
              <a:lnSpc>
                <a:spcPct val="85000"/>
              </a:lnSpc>
              <a:spcBef>
                <a:spcPts val="0"/>
              </a:spcBef>
              <a:spcAft>
                <a:spcPts val="0"/>
              </a:spcAft>
              <a:buNone/>
              <a:defRPr sz="3600"/>
            </a:lvl8pPr>
            <a:lvl9pPr lvl="8">
              <a:lnSpc>
                <a:spcPct val="85000"/>
              </a:lnSpc>
              <a:spcBef>
                <a:spcPts val="0"/>
              </a:spcBef>
              <a:spcAft>
                <a:spcPts val="0"/>
              </a:spcAft>
              <a:buNone/>
              <a:defRPr sz="3600"/>
            </a:lvl9pPr>
          </a:lstStyle>
          <a:p/>
        </p:txBody>
      </p:sp>
      <p:cxnSp>
        <p:nvCxnSpPr>
          <p:cNvPr id="225" name="Google Shape;225;p24"/>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26" name="Google Shape;226;p24"/>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27" name="Google Shape;227;p24"/>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cards">
  <p:cSld name="CUSTOM_1">
    <p:spTree>
      <p:nvGrpSpPr>
        <p:cNvPr id="228" name="Shape 228"/>
        <p:cNvGrpSpPr/>
        <p:nvPr/>
      </p:nvGrpSpPr>
      <p:grpSpPr>
        <a:xfrm>
          <a:off x="0" y="0"/>
          <a:ext cx="0" cy="0"/>
          <a:chOff x="0" y="0"/>
          <a:chExt cx="0" cy="0"/>
        </a:xfrm>
      </p:grpSpPr>
      <p:sp>
        <p:nvSpPr>
          <p:cNvPr id="229" name="Google Shape;229;p25"/>
          <p:cNvSpPr txBox="1"/>
          <p:nvPr>
            <p:ph type="title"/>
          </p:nvPr>
        </p:nvSpPr>
        <p:spPr>
          <a:xfrm>
            <a:off x="3386700" y="489887"/>
            <a:ext cx="18621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Medium"/>
              <a:buNone/>
              <a:defRPr sz="1800">
                <a:solidFill>
                  <a:schemeClr val="accent3"/>
                </a:solidFill>
              </a:defRPr>
            </a:lvl2pPr>
            <a:lvl3pPr lvl="2">
              <a:spcBef>
                <a:spcPts val="0"/>
              </a:spcBef>
              <a:spcAft>
                <a:spcPts val="0"/>
              </a:spcAft>
              <a:buClr>
                <a:schemeClr val="accent3"/>
              </a:buClr>
              <a:buSzPts val="1800"/>
              <a:buFont typeface="Urbanist Medium"/>
              <a:buNone/>
              <a:defRPr sz="1800">
                <a:solidFill>
                  <a:schemeClr val="accent3"/>
                </a:solidFill>
              </a:defRPr>
            </a:lvl3pPr>
            <a:lvl4pPr lvl="3">
              <a:spcBef>
                <a:spcPts val="0"/>
              </a:spcBef>
              <a:spcAft>
                <a:spcPts val="0"/>
              </a:spcAft>
              <a:buClr>
                <a:schemeClr val="accent3"/>
              </a:buClr>
              <a:buSzPts val="1800"/>
              <a:buFont typeface="Urbanist Medium"/>
              <a:buNone/>
              <a:defRPr sz="1800">
                <a:solidFill>
                  <a:schemeClr val="accent3"/>
                </a:solidFill>
              </a:defRPr>
            </a:lvl4pPr>
            <a:lvl5pPr lvl="4">
              <a:spcBef>
                <a:spcPts val="0"/>
              </a:spcBef>
              <a:spcAft>
                <a:spcPts val="0"/>
              </a:spcAft>
              <a:buClr>
                <a:schemeClr val="accent3"/>
              </a:buClr>
              <a:buSzPts val="1800"/>
              <a:buFont typeface="Urbanist Medium"/>
              <a:buNone/>
              <a:defRPr sz="1800">
                <a:solidFill>
                  <a:schemeClr val="accent3"/>
                </a:solidFill>
              </a:defRPr>
            </a:lvl5pPr>
            <a:lvl6pPr lvl="5">
              <a:spcBef>
                <a:spcPts val="0"/>
              </a:spcBef>
              <a:spcAft>
                <a:spcPts val="0"/>
              </a:spcAft>
              <a:buClr>
                <a:schemeClr val="accent3"/>
              </a:buClr>
              <a:buSzPts val="1800"/>
              <a:buFont typeface="Urbanist Medium"/>
              <a:buNone/>
              <a:defRPr sz="1800">
                <a:solidFill>
                  <a:schemeClr val="accent3"/>
                </a:solidFill>
              </a:defRPr>
            </a:lvl6pPr>
            <a:lvl7pPr lvl="6">
              <a:spcBef>
                <a:spcPts val="0"/>
              </a:spcBef>
              <a:spcAft>
                <a:spcPts val="0"/>
              </a:spcAft>
              <a:buClr>
                <a:schemeClr val="accent3"/>
              </a:buClr>
              <a:buSzPts val="1800"/>
              <a:buFont typeface="Urbanist Medium"/>
              <a:buNone/>
              <a:defRPr sz="1800">
                <a:solidFill>
                  <a:schemeClr val="accent3"/>
                </a:solidFill>
              </a:defRPr>
            </a:lvl7pPr>
            <a:lvl8pPr lvl="7">
              <a:spcBef>
                <a:spcPts val="0"/>
              </a:spcBef>
              <a:spcAft>
                <a:spcPts val="0"/>
              </a:spcAft>
              <a:buClr>
                <a:schemeClr val="accent3"/>
              </a:buClr>
              <a:buSzPts val="1800"/>
              <a:buFont typeface="Urbanist Medium"/>
              <a:buNone/>
              <a:defRPr sz="1800">
                <a:solidFill>
                  <a:schemeClr val="accent3"/>
                </a:solidFill>
              </a:defRPr>
            </a:lvl8pPr>
            <a:lvl9pPr lvl="8">
              <a:spcBef>
                <a:spcPts val="0"/>
              </a:spcBef>
              <a:spcAft>
                <a:spcPts val="0"/>
              </a:spcAft>
              <a:buClr>
                <a:schemeClr val="accent3"/>
              </a:buClr>
              <a:buSzPts val="1800"/>
              <a:buFont typeface="Urbanist Medium"/>
              <a:buNone/>
              <a:defRPr sz="1800">
                <a:solidFill>
                  <a:schemeClr val="accent3"/>
                </a:solidFill>
              </a:defRPr>
            </a:lvl9pPr>
          </a:lstStyle>
          <a:p/>
        </p:txBody>
      </p:sp>
      <p:sp>
        <p:nvSpPr>
          <p:cNvPr id="230" name="Google Shape;230;p25"/>
          <p:cNvSpPr txBox="1"/>
          <p:nvPr>
            <p:ph idx="1" type="subTitle"/>
          </p:nvPr>
        </p:nvSpPr>
        <p:spPr>
          <a:xfrm>
            <a:off x="3386700" y="690369"/>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231" name="Google Shape;231;p25"/>
          <p:cNvSpPr txBox="1"/>
          <p:nvPr>
            <p:ph idx="2" type="subTitle"/>
          </p:nvPr>
        </p:nvSpPr>
        <p:spPr>
          <a:xfrm>
            <a:off x="3386700" y="1070875"/>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232" name="Google Shape;232;p25"/>
          <p:cNvSpPr txBox="1"/>
          <p:nvPr>
            <p:ph idx="3" type="title"/>
          </p:nvPr>
        </p:nvSpPr>
        <p:spPr>
          <a:xfrm>
            <a:off x="6307650" y="482616"/>
            <a:ext cx="18621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233" name="Google Shape;233;p25"/>
          <p:cNvSpPr txBox="1"/>
          <p:nvPr>
            <p:ph idx="4" type="subTitle"/>
          </p:nvPr>
        </p:nvSpPr>
        <p:spPr>
          <a:xfrm>
            <a:off x="6307650" y="690369"/>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234" name="Google Shape;234;p25"/>
          <p:cNvSpPr txBox="1"/>
          <p:nvPr>
            <p:ph idx="5" type="subTitle"/>
          </p:nvPr>
        </p:nvSpPr>
        <p:spPr>
          <a:xfrm>
            <a:off x="6307650" y="1070875"/>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235" name="Google Shape;235;p25"/>
          <p:cNvSpPr txBox="1"/>
          <p:nvPr>
            <p:ph idx="6" type="title"/>
          </p:nvPr>
        </p:nvSpPr>
        <p:spPr>
          <a:xfrm>
            <a:off x="233850" y="228600"/>
            <a:ext cx="21900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1pPr>
            <a:lvl2pPr lvl="1">
              <a:spcBef>
                <a:spcPts val="0"/>
              </a:spcBef>
              <a:spcAft>
                <a:spcPts val="0"/>
              </a:spcAft>
              <a:buClr>
                <a:schemeClr val="dk2"/>
              </a:buClr>
              <a:buSzPts val="3000"/>
              <a:buFont typeface="Urbanist"/>
              <a:buNone/>
              <a:defRPr>
                <a:solidFill>
                  <a:schemeClr val="dk2"/>
                </a:solidFill>
              </a:defRPr>
            </a:lvl2pPr>
            <a:lvl3pPr lvl="2">
              <a:spcBef>
                <a:spcPts val="0"/>
              </a:spcBef>
              <a:spcAft>
                <a:spcPts val="0"/>
              </a:spcAft>
              <a:buClr>
                <a:schemeClr val="dk2"/>
              </a:buClr>
              <a:buSzPts val="3000"/>
              <a:buFont typeface="Urbanist"/>
              <a:buNone/>
              <a:defRPr>
                <a:solidFill>
                  <a:schemeClr val="dk2"/>
                </a:solidFill>
              </a:defRPr>
            </a:lvl3pPr>
            <a:lvl4pPr lvl="3">
              <a:spcBef>
                <a:spcPts val="0"/>
              </a:spcBef>
              <a:spcAft>
                <a:spcPts val="0"/>
              </a:spcAft>
              <a:buClr>
                <a:schemeClr val="dk2"/>
              </a:buClr>
              <a:buSzPts val="3000"/>
              <a:buFont typeface="Urbanist"/>
              <a:buNone/>
              <a:defRPr>
                <a:solidFill>
                  <a:schemeClr val="dk2"/>
                </a:solidFill>
              </a:defRPr>
            </a:lvl4pPr>
            <a:lvl5pPr lvl="4">
              <a:spcBef>
                <a:spcPts val="0"/>
              </a:spcBef>
              <a:spcAft>
                <a:spcPts val="0"/>
              </a:spcAft>
              <a:buClr>
                <a:schemeClr val="dk2"/>
              </a:buClr>
              <a:buSzPts val="3000"/>
              <a:buFont typeface="Urbanist"/>
              <a:buNone/>
              <a:defRPr>
                <a:solidFill>
                  <a:schemeClr val="dk2"/>
                </a:solidFill>
              </a:defRPr>
            </a:lvl5pPr>
            <a:lvl6pPr lvl="5">
              <a:spcBef>
                <a:spcPts val="0"/>
              </a:spcBef>
              <a:spcAft>
                <a:spcPts val="0"/>
              </a:spcAft>
              <a:buClr>
                <a:schemeClr val="dk2"/>
              </a:buClr>
              <a:buSzPts val="3000"/>
              <a:buFont typeface="Urbanist"/>
              <a:buNone/>
              <a:defRPr>
                <a:solidFill>
                  <a:schemeClr val="dk2"/>
                </a:solidFill>
              </a:defRPr>
            </a:lvl6pPr>
            <a:lvl7pPr lvl="6">
              <a:spcBef>
                <a:spcPts val="0"/>
              </a:spcBef>
              <a:spcAft>
                <a:spcPts val="0"/>
              </a:spcAft>
              <a:buClr>
                <a:schemeClr val="dk2"/>
              </a:buClr>
              <a:buSzPts val="3000"/>
              <a:buFont typeface="Urbanist"/>
              <a:buNone/>
              <a:defRPr>
                <a:solidFill>
                  <a:schemeClr val="dk2"/>
                </a:solidFill>
              </a:defRPr>
            </a:lvl7pPr>
            <a:lvl8pPr lvl="7">
              <a:spcBef>
                <a:spcPts val="0"/>
              </a:spcBef>
              <a:spcAft>
                <a:spcPts val="0"/>
              </a:spcAft>
              <a:buClr>
                <a:schemeClr val="dk2"/>
              </a:buClr>
              <a:buSzPts val="3000"/>
              <a:buFont typeface="Urbanist"/>
              <a:buNone/>
              <a:defRPr>
                <a:solidFill>
                  <a:schemeClr val="dk2"/>
                </a:solidFill>
              </a:defRPr>
            </a:lvl8pPr>
            <a:lvl9pPr lvl="8">
              <a:spcBef>
                <a:spcPts val="0"/>
              </a:spcBef>
              <a:spcAft>
                <a:spcPts val="0"/>
              </a:spcAft>
              <a:buClr>
                <a:schemeClr val="dk2"/>
              </a:buClr>
              <a:buSzPts val="3000"/>
              <a:buFont typeface="Urbanist"/>
              <a:buNone/>
              <a:defRPr>
                <a:solidFill>
                  <a:schemeClr val="dk2"/>
                </a:solidFill>
              </a:defRPr>
            </a:lvl9pPr>
          </a:lstStyle>
          <a:p/>
        </p:txBody>
      </p:sp>
      <p:sp>
        <p:nvSpPr>
          <p:cNvPr id="236" name="Google Shape;236;p25"/>
          <p:cNvSpPr txBox="1"/>
          <p:nvPr>
            <p:ph idx="7" type="subTitle"/>
          </p:nvPr>
        </p:nvSpPr>
        <p:spPr>
          <a:xfrm>
            <a:off x="3482800" y="4057204"/>
            <a:ext cx="1076100" cy="168300"/>
          </a:xfrm>
          <a:prstGeom prst="rect">
            <a:avLst/>
          </a:prstGeom>
        </p:spPr>
        <p:txBody>
          <a:bodyPr anchorCtr="0" anchor="t"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sp>
        <p:nvSpPr>
          <p:cNvPr id="237" name="Google Shape;237;p25"/>
          <p:cNvSpPr txBox="1"/>
          <p:nvPr>
            <p:ph idx="8" type="subTitle"/>
          </p:nvPr>
        </p:nvSpPr>
        <p:spPr>
          <a:xfrm>
            <a:off x="6405300" y="4057079"/>
            <a:ext cx="1076100" cy="168300"/>
          </a:xfrm>
          <a:prstGeom prst="rect">
            <a:avLst/>
          </a:prstGeom>
        </p:spPr>
        <p:txBody>
          <a:bodyPr anchorCtr="0" anchor="t"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sp>
        <p:nvSpPr>
          <p:cNvPr id="238" name="Google Shape;238;p25"/>
          <p:cNvSpPr txBox="1"/>
          <p:nvPr>
            <p:ph idx="9"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39" name="Google Shape;239;p25"/>
          <p:cNvSpPr txBox="1"/>
          <p:nvPr>
            <p:ph idx="1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40" name="Google Shape;240;p25"/>
          <p:cNvSpPr txBox="1"/>
          <p:nvPr>
            <p:ph idx="1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241" name="Google Shape;241;p25"/>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grpSp>
        <p:nvGrpSpPr>
          <p:cNvPr id="242" name="Google Shape;242;p25"/>
          <p:cNvGrpSpPr/>
          <p:nvPr/>
        </p:nvGrpSpPr>
        <p:grpSpPr>
          <a:xfrm rot="-5400000">
            <a:off x="4794488" y="4206993"/>
            <a:ext cx="141588" cy="73485"/>
            <a:chOff x="498725" y="2069800"/>
            <a:chExt cx="205200" cy="106500"/>
          </a:xfrm>
        </p:grpSpPr>
        <p:cxnSp>
          <p:nvCxnSpPr>
            <p:cNvPr id="243" name="Google Shape;243;p25"/>
            <p:cNvCxnSpPr/>
            <p:nvPr/>
          </p:nvCxnSpPr>
          <p:spPr>
            <a:xfrm flipH="1" rot="-5400000">
              <a:off x="498725" y="2069800"/>
              <a:ext cx="103500" cy="103500"/>
            </a:xfrm>
            <a:prstGeom prst="straightConnector1">
              <a:avLst/>
            </a:prstGeom>
            <a:noFill/>
            <a:ln cap="flat" cmpd="sng" w="9525">
              <a:solidFill>
                <a:schemeClr val="lt2"/>
              </a:solidFill>
              <a:prstDash val="solid"/>
              <a:round/>
              <a:headEnd len="med" w="med" type="none"/>
              <a:tailEnd len="med" w="med" type="none"/>
            </a:ln>
          </p:spPr>
        </p:cxnSp>
        <p:cxnSp>
          <p:nvCxnSpPr>
            <p:cNvPr id="244" name="Google Shape;244;p25"/>
            <p:cNvCxnSpPr/>
            <p:nvPr/>
          </p:nvCxnSpPr>
          <p:spPr>
            <a:xfrm rot="5400000">
              <a:off x="596825" y="2069200"/>
              <a:ext cx="106500" cy="107700"/>
            </a:xfrm>
            <a:prstGeom prst="straightConnector1">
              <a:avLst/>
            </a:prstGeom>
            <a:noFill/>
            <a:ln cap="flat" cmpd="sng" w="9525">
              <a:solidFill>
                <a:schemeClr val="lt2"/>
              </a:solidFill>
              <a:prstDash val="solid"/>
              <a:round/>
              <a:headEnd len="med" w="med" type="none"/>
              <a:tailEnd len="med" w="med" type="none"/>
            </a:ln>
          </p:spPr>
        </p:cxnSp>
      </p:grpSp>
      <p:sp>
        <p:nvSpPr>
          <p:cNvPr id="245" name="Google Shape;245;p25"/>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46" name="Google Shape;246;p25"/>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cards">
  <p:cSld name="CUSTOM_1_1">
    <p:spTree>
      <p:nvGrpSpPr>
        <p:cNvPr id="247" name="Shape 247"/>
        <p:cNvGrpSpPr/>
        <p:nvPr/>
      </p:nvGrpSpPr>
      <p:grpSpPr>
        <a:xfrm>
          <a:off x="0" y="0"/>
          <a:ext cx="0" cy="0"/>
          <a:chOff x="0" y="0"/>
          <a:chExt cx="0" cy="0"/>
        </a:xfrm>
      </p:grpSpPr>
      <p:sp>
        <p:nvSpPr>
          <p:cNvPr id="248" name="Google Shape;248;p26"/>
          <p:cNvSpPr txBox="1"/>
          <p:nvPr>
            <p:ph type="title"/>
          </p:nvPr>
        </p:nvSpPr>
        <p:spPr>
          <a:xfrm>
            <a:off x="233850" y="228600"/>
            <a:ext cx="21900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200"/>
              <a:buFont typeface="Urbanist"/>
              <a:buNone/>
              <a:defRPr sz="1200">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249" name="Google Shape;249;p26"/>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50" name="Google Shape;250;p26"/>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51" name="Google Shape;251;p26"/>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252" name="Google Shape;252;p26"/>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53" name="Google Shape;253;p26"/>
          <p:cNvSpPr txBox="1"/>
          <p:nvPr>
            <p:ph idx="4" type="title"/>
          </p:nvPr>
        </p:nvSpPr>
        <p:spPr>
          <a:xfrm>
            <a:off x="3379125" y="491100"/>
            <a:ext cx="14613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254" name="Google Shape;254;p26"/>
          <p:cNvSpPr txBox="1"/>
          <p:nvPr>
            <p:ph idx="5" type="subTitle"/>
          </p:nvPr>
        </p:nvSpPr>
        <p:spPr>
          <a:xfrm>
            <a:off x="3379125" y="691577"/>
            <a:ext cx="15495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255" name="Google Shape;255;p26"/>
          <p:cNvSpPr txBox="1"/>
          <p:nvPr>
            <p:ph idx="6" type="subTitle"/>
          </p:nvPr>
        </p:nvSpPr>
        <p:spPr>
          <a:xfrm>
            <a:off x="3379123" y="1072077"/>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256" name="Google Shape;256;p26"/>
          <p:cNvSpPr txBox="1"/>
          <p:nvPr>
            <p:ph idx="7" type="title"/>
          </p:nvPr>
        </p:nvSpPr>
        <p:spPr>
          <a:xfrm>
            <a:off x="6318039" y="491100"/>
            <a:ext cx="14613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257" name="Google Shape;257;p26"/>
          <p:cNvSpPr txBox="1"/>
          <p:nvPr>
            <p:ph idx="8" type="subTitle"/>
          </p:nvPr>
        </p:nvSpPr>
        <p:spPr>
          <a:xfrm>
            <a:off x="6318039" y="691577"/>
            <a:ext cx="15495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258" name="Google Shape;258;p26"/>
          <p:cNvSpPr txBox="1"/>
          <p:nvPr>
            <p:ph idx="9" type="subTitle"/>
          </p:nvPr>
        </p:nvSpPr>
        <p:spPr>
          <a:xfrm>
            <a:off x="6318036" y="1072077"/>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259" name="Google Shape;259;p26"/>
          <p:cNvSpPr txBox="1"/>
          <p:nvPr>
            <p:ph idx="13" type="title"/>
          </p:nvPr>
        </p:nvSpPr>
        <p:spPr>
          <a:xfrm>
            <a:off x="6318039" y="2655740"/>
            <a:ext cx="14613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260" name="Google Shape;260;p26"/>
          <p:cNvSpPr txBox="1"/>
          <p:nvPr>
            <p:ph idx="14" type="subTitle"/>
          </p:nvPr>
        </p:nvSpPr>
        <p:spPr>
          <a:xfrm>
            <a:off x="6318039" y="2856216"/>
            <a:ext cx="15495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261" name="Google Shape;261;p26"/>
          <p:cNvSpPr txBox="1"/>
          <p:nvPr>
            <p:ph idx="15" type="subTitle"/>
          </p:nvPr>
        </p:nvSpPr>
        <p:spPr>
          <a:xfrm>
            <a:off x="6318036" y="3236717"/>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262" name="Google Shape;262;p26"/>
          <p:cNvSpPr txBox="1"/>
          <p:nvPr>
            <p:ph idx="16" type="title"/>
          </p:nvPr>
        </p:nvSpPr>
        <p:spPr>
          <a:xfrm>
            <a:off x="3379125" y="2655740"/>
            <a:ext cx="14613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263" name="Google Shape;263;p26"/>
          <p:cNvSpPr txBox="1"/>
          <p:nvPr>
            <p:ph idx="17" type="subTitle"/>
          </p:nvPr>
        </p:nvSpPr>
        <p:spPr>
          <a:xfrm>
            <a:off x="3379125" y="2856216"/>
            <a:ext cx="15495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264" name="Google Shape;264;p26"/>
          <p:cNvSpPr txBox="1"/>
          <p:nvPr>
            <p:ph idx="18" type="subTitle"/>
          </p:nvPr>
        </p:nvSpPr>
        <p:spPr>
          <a:xfrm>
            <a:off x="3379123" y="3236717"/>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265" name="Google Shape;265;p26"/>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66" name="Google Shape;266;p26"/>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meline">
  <p:cSld name="CUSTOM_7_1_1_1_1_1_1_1_1_1_1_1_1_1_1_1_1_1">
    <p:spTree>
      <p:nvGrpSpPr>
        <p:cNvPr id="267" name="Shape 267"/>
        <p:cNvGrpSpPr/>
        <p:nvPr/>
      </p:nvGrpSpPr>
      <p:grpSpPr>
        <a:xfrm>
          <a:off x="0" y="0"/>
          <a:ext cx="0" cy="0"/>
          <a:chOff x="0" y="0"/>
          <a:chExt cx="0" cy="0"/>
        </a:xfrm>
      </p:grpSpPr>
      <p:pic>
        <p:nvPicPr>
          <p:cNvPr id="268" name="Google Shape;268;p27"/>
          <p:cNvPicPr preferRelativeResize="0"/>
          <p:nvPr/>
        </p:nvPicPr>
        <p:blipFill rotWithShape="1">
          <a:blip r:embed="rId2">
            <a:alphaModFix/>
          </a:blip>
          <a:srcRect b="14588" l="0" r="15469" t="0"/>
          <a:stretch/>
        </p:blipFill>
        <p:spPr>
          <a:xfrm flipH="1">
            <a:off x="4571999" y="2061075"/>
            <a:ext cx="4572001" cy="3082424"/>
          </a:xfrm>
          <a:prstGeom prst="rect">
            <a:avLst/>
          </a:prstGeom>
          <a:noFill/>
          <a:ln>
            <a:noFill/>
          </a:ln>
        </p:spPr>
      </p:pic>
      <p:cxnSp>
        <p:nvCxnSpPr>
          <p:cNvPr id="269" name="Google Shape;269;p27"/>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70" name="Google Shape;270;p27"/>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71" name="Google Shape;271;p27"/>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72" name="Google Shape;272;p27"/>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73" name="Google Shape;273;p27"/>
          <p:cNvSpPr txBox="1"/>
          <p:nvPr>
            <p:ph idx="4"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74" name="Google Shape;274;p27"/>
          <p:cNvSpPr txBox="1"/>
          <p:nvPr>
            <p:ph type="title"/>
          </p:nvPr>
        </p:nvSpPr>
        <p:spPr>
          <a:xfrm>
            <a:off x="355225" y="1775475"/>
            <a:ext cx="18621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p:txBody>
      </p:sp>
      <p:sp>
        <p:nvSpPr>
          <p:cNvPr id="275" name="Google Shape;275;p27"/>
          <p:cNvSpPr txBox="1"/>
          <p:nvPr>
            <p:ph idx="5" type="subTitle"/>
          </p:nvPr>
        </p:nvSpPr>
        <p:spPr>
          <a:xfrm>
            <a:off x="355225" y="2161825"/>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276" name="Google Shape;276;p27"/>
          <p:cNvSpPr txBox="1"/>
          <p:nvPr>
            <p:ph idx="6" type="body"/>
          </p:nvPr>
        </p:nvSpPr>
        <p:spPr>
          <a:xfrm>
            <a:off x="355225" y="2465025"/>
            <a:ext cx="1826700" cy="477900"/>
          </a:xfrm>
          <a:prstGeom prst="rect">
            <a:avLst/>
          </a:prstGeom>
        </p:spPr>
        <p:txBody>
          <a:bodyPr anchorCtr="0" anchor="t" bIns="91425" lIns="0" spcFirstLastPara="1" rIns="91425" wrap="square" tIns="0">
            <a:noAutofit/>
          </a:bodyPr>
          <a:lstStyle>
            <a:lvl1pPr indent="-279400" lvl="0" marL="457200">
              <a:spcBef>
                <a:spcPts val="0"/>
              </a:spcBef>
              <a:spcAft>
                <a:spcPts val="0"/>
              </a:spcAft>
              <a:buClr>
                <a:schemeClr val="dk2"/>
              </a:buClr>
              <a:buSzPts val="800"/>
              <a:buFont typeface="Urbanist"/>
              <a:buChar char="●"/>
              <a:defRPr sz="800">
                <a:solidFill>
                  <a:schemeClr val="dk2"/>
                </a:solidFill>
              </a:defRPr>
            </a:lvl1pPr>
            <a:lvl2pPr indent="-279400" lvl="1" marL="914400">
              <a:spcBef>
                <a:spcPts val="0"/>
              </a:spcBef>
              <a:spcAft>
                <a:spcPts val="0"/>
              </a:spcAft>
              <a:buClr>
                <a:schemeClr val="dk2"/>
              </a:buClr>
              <a:buSzPts val="800"/>
              <a:buFont typeface="Urbanist"/>
              <a:buChar char="○"/>
              <a:defRPr sz="800">
                <a:solidFill>
                  <a:schemeClr val="dk2"/>
                </a:solidFill>
              </a:defRPr>
            </a:lvl2pPr>
            <a:lvl3pPr indent="-279400" lvl="2" marL="1371600">
              <a:spcBef>
                <a:spcPts val="0"/>
              </a:spcBef>
              <a:spcAft>
                <a:spcPts val="0"/>
              </a:spcAft>
              <a:buClr>
                <a:schemeClr val="dk2"/>
              </a:buClr>
              <a:buSzPts val="800"/>
              <a:buFont typeface="Urbanist"/>
              <a:buChar char="■"/>
              <a:defRPr sz="800">
                <a:solidFill>
                  <a:schemeClr val="dk2"/>
                </a:solidFill>
              </a:defRPr>
            </a:lvl3pPr>
            <a:lvl4pPr indent="-279400" lvl="3" marL="1828800">
              <a:spcBef>
                <a:spcPts val="0"/>
              </a:spcBef>
              <a:spcAft>
                <a:spcPts val="0"/>
              </a:spcAft>
              <a:buClr>
                <a:schemeClr val="dk2"/>
              </a:buClr>
              <a:buSzPts val="800"/>
              <a:buFont typeface="Urbanist"/>
              <a:buChar char="●"/>
              <a:defRPr sz="800">
                <a:solidFill>
                  <a:schemeClr val="dk2"/>
                </a:solidFill>
              </a:defRPr>
            </a:lvl4pPr>
            <a:lvl5pPr indent="-279400" lvl="4" marL="2286000">
              <a:spcBef>
                <a:spcPts val="0"/>
              </a:spcBef>
              <a:spcAft>
                <a:spcPts val="0"/>
              </a:spcAft>
              <a:buClr>
                <a:schemeClr val="dk2"/>
              </a:buClr>
              <a:buSzPts val="800"/>
              <a:buFont typeface="Urbanist"/>
              <a:buChar char="○"/>
              <a:defRPr sz="800">
                <a:solidFill>
                  <a:schemeClr val="dk2"/>
                </a:solidFill>
              </a:defRPr>
            </a:lvl5pPr>
            <a:lvl6pPr indent="-279400" lvl="5" marL="2743200">
              <a:spcBef>
                <a:spcPts val="0"/>
              </a:spcBef>
              <a:spcAft>
                <a:spcPts val="0"/>
              </a:spcAft>
              <a:buClr>
                <a:schemeClr val="dk2"/>
              </a:buClr>
              <a:buSzPts val="800"/>
              <a:buFont typeface="Urbanist"/>
              <a:buChar char="■"/>
              <a:defRPr sz="800">
                <a:solidFill>
                  <a:schemeClr val="dk2"/>
                </a:solidFill>
              </a:defRPr>
            </a:lvl6pPr>
            <a:lvl7pPr indent="-279400" lvl="6" marL="3200400">
              <a:spcBef>
                <a:spcPts val="0"/>
              </a:spcBef>
              <a:spcAft>
                <a:spcPts val="0"/>
              </a:spcAft>
              <a:buClr>
                <a:schemeClr val="dk2"/>
              </a:buClr>
              <a:buSzPts val="800"/>
              <a:buFont typeface="Urbanist"/>
              <a:buChar char="●"/>
              <a:defRPr sz="800">
                <a:solidFill>
                  <a:schemeClr val="dk2"/>
                </a:solidFill>
              </a:defRPr>
            </a:lvl7pPr>
            <a:lvl8pPr indent="-279400" lvl="7" marL="3657600">
              <a:spcBef>
                <a:spcPts val="0"/>
              </a:spcBef>
              <a:spcAft>
                <a:spcPts val="0"/>
              </a:spcAft>
              <a:buClr>
                <a:schemeClr val="dk2"/>
              </a:buClr>
              <a:buSzPts val="800"/>
              <a:buFont typeface="Urbanist"/>
              <a:buChar char="○"/>
              <a:defRPr sz="800">
                <a:solidFill>
                  <a:schemeClr val="dk2"/>
                </a:solidFill>
              </a:defRPr>
            </a:lvl8pPr>
            <a:lvl9pPr indent="-279400" lvl="8" marL="4114800">
              <a:spcBef>
                <a:spcPts val="0"/>
              </a:spcBef>
              <a:spcAft>
                <a:spcPts val="0"/>
              </a:spcAft>
              <a:buClr>
                <a:schemeClr val="dk2"/>
              </a:buClr>
              <a:buSzPts val="800"/>
              <a:buFont typeface="Urbanist"/>
              <a:buChar char="■"/>
              <a:defRPr sz="800">
                <a:solidFill>
                  <a:schemeClr val="dk2"/>
                </a:solidFill>
              </a:defRPr>
            </a:lvl9pPr>
          </a:lstStyle>
          <a:p/>
        </p:txBody>
      </p:sp>
      <p:sp>
        <p:nvSpPr>
          <p:cNvPr id="277" name="Google Shape;277;p27"/>
          <p:cNvSpPr txBox="1"/>
          <p:nvPr>
            <p:ph idx="7" type="title"/>
          </p:nvPr>
        </p:nvSpPr>
        <p:spPr>
          <a:xfrm>
            <a:off x="2543875" y="1775475"/>
            <a:ext cx="1862100" cy="293100"/>
          </a:xfrm>
          <a:prstGeom prst="rect">
            <a:avLst/>
          </a:prstGeom>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p:txBody>
      </p:sp>
      <p:sp>
        <p:nvSpPr>
          <p:cNvPr id="278" name="Google Shape;278;p27"/>
          <p:cNvSpPr txBox="1"/>
          <p:nvPr>
            <p:ph idx="8" type="subTitle"/>
          </p:nvPr>
        </p:nvSpPr>
        <p:spPr>
          <a:xfrm>
            <a:off x="2543875" y="2161825"/>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279" name="Google Shape;279;p27"/>
          <p:cNvSpPr txBox="1"/>
          <p:nvPr>
            <p:ph idx="9" type="body"/>
          </p:nvPr>
        </p:nvSpPr>
        <p:spPr>
          <a:xfrm>
            <a:off x="2543875" y="2465025"/>
            <a:ext cx="1826700" cy="477900"/>
          </a:xfrm>
          <a:prstGeom prst="rect">
            <a:avLst/>
          </a:prstGeom>
        </p:spPr>
        <p:txBody>
          <a:bodyPr anchorCtr="0" anchor="t" bIns="91425" lIns="0" spcFirstLastPara="1" rIns="91425" wrap="square" tIns="0">
            <a:noAutofit/>
          </a:bodyPr>
          <a:lstStyle>
            <a:lvl1pPr indent="-279400" lvl="0" marL="457200">
              <a:spcBef>
                <a:spcPts val="0"/>
              </a:spcBef>
              <a:spcAft>
                <a:spcPts val="0"/>
              </a:spcAft>
              <a:buClr>
                <a:schemeClr val="dk2"/>
              </a:buClr>
              <a:buSzPts val="800"/>
              <a:buFont typeface="Urbanist"/>
              <a:buChar char="●"/>
              <a:defRPr sz="800">
                <a:solidFill>
                  <a:schemeClr val="dk2"/>
                </a:solidFill>
              </a:defRPr>
            </a:lvl1pPr>
            <a:lvl2pPr indent="-279400" lvl="1" marL="914400">
              <a:spcBef>
                <a:spcPts val="0"/>
              </a:spcBef>
              <a:spcAft>
                <a:spcPts val="0"/>
              </a:spcAft>
              <a:buClr>
                <a:schemeClr val="dk2"/>
              </a:buClr>
              <a:buSzPts val="800"/>
              <a:buFont typeface="Urbanist"/>
              <a:buChar char="○"/>
              <a:defRPr sz="800">
                <a:solidFill>
                  <a:schemeClr val="dk2"/>
                </a:solidFill>
              </a:defRPr>
            </a:lvl2pPr>
            <a:lvl3pPr indent="-279400" lvl="2" marL="1371600">
              <a:spcBef>
                <a:spcPts val="0"/>
              </a:spcBef>
              <a:spcAft>
                <a:spcPts val="0"/>
              </a:spcAft>
              <a:buClr>
                <a:schemeClr val="dk2"/>
              </a:buClr>
              <a:buSzPts val="800"/>
              <a:buFont typeface="Urbanist"/>
              <a:buChar char="■"/>
              <a:defRPr sz="800">
                <a:solidFill>
                  <a:schemeClr val="dk2"/>
                </a:solidFill>
              </a:defRPr>
            </a:lvl3pPr>
            <a:lvl4pPr indent="-279400" lvl="3" marL="1828800">
              <a:spcBef>
                <a:spcPts val="0"/>
              </a:spcBef>
              <a:spcAft>
                <a:spcPts val="0"/>
              </a:spcAft>
              <a:buClr>
                <a:schemeClr val="dk2"/>
              </a:buClr>
              <a:buSzPts val="800"/>
              <a:buFont typeface="Urbanist"/>
              <a:buChar char="●"/>
              <a:defRPr sz="800">
                <a:solidFill>
                  <a:schemeClr val="dk2"/>
                </a:solidFill>
              </a:defRPr>
            </a:lvl4pPr>
            <a:lvl5pPr indent="-279400" lvl="4" marL="2286000">
              <a:spcBef>
                <a:spcPts val="0"/>
              </a:spcBef>
              <a:spcAft>
                <a:spcPts val="0"/>
              </a:spcAft>
              <a:buClr>
                <a:schemeClr val="dk2"/>
              </a:buClr>
              <a:buSzPts val="800"/>
              <a:buFont typeface="Urbanist"/>
              <a:buChar char="○"/>
              <a:defRPr sz="800">
                <a:solidFill>
                  <a:schemeClr val="dk2"/>
                </a:solidFill>
              </a:defRPr>
            </a:lvl5pPr>
            <a:lvl6pPr indent="-279400" lvl="5" marL="2743200">
              <a:spcBef>
                <a:spcPts val="0"/>
              </a:spcBef>
              <a:spcAft>
                <a:spcPts val="0"/>
              </a:spcAft>
              <a:buClr>
                <a:schemeClr val="dk2"/>
              </a:buClr>
              <a:buSzPts val="800"/>
              <a:buFont typeface="Urbanist"/>
              <a:buChar char="■"/>
              <a:defRPr sz="800">
                <a:solidFill>
                  <a:schemeClr val="dk2"/>
                </a:solidFill>
              </a:defRPr>
            </a:lvl6pPr>
            <a:lvl7pPr indent="-279400" lvl="6" marL="3200400">
              <a:spcBef>
                <a:spcPts val="0"/>
              </a:spcBef>
              <a:spcAft>
                <a:spcPts val="0"/>
              </a:spcAft>
              <a:buClr>
                <a:schemeClr val="dk2"/>
              </a:buClr>
              <a:buSzPts val="800"/>
              <a:buFont typeface="Urbanist"/>
              <a:buChar char="●"/>
              <a:defRPr sz="800">
                <a:solidFill>
                  <a:schemeClr val="dk2"/>
                </a:solidFill>
              </a:defRPr>
            </a:lvl7pPr>
            <a:lvl8pPr indent="-279400" lvl="7" marL="3657600">
              <a:spcBef>
                <a:spcPts val="0"/>
              </a:spcBef>
              <a:spcAft>
                <a:spcPts val="0"/>
              </a:spcAft>
              <a:buClr>
                <a:schemeClr val="dk2"/>
              </a:buClr>
              <a:buSzPts val="800"/>
              <a:buFont typeface="Urbanist"/>
              <a:buChar char="○"/>
              <a:defRPr sz="800">
                <a:solidFill>
                  <a:schemeClr val="dk2"/>
                </a:solidFill>
              </a:defRPr>
            </a:lvl8pPr>
            <a:lvl9pPr indent="-279400" lvl="8" marL="4114800">
              <a:spcBef>
                <a:spcPts val="0"/>
              </a:spcBef>
              <a:spcAft>
                <a:spcPts val="0"/>
              </a:spcAft>
              <a:buClr>
                <a:schemeClr val="dk2"/>
              </a:buClr>
              <a:buSzPts val="800"/>
              <a:buFont typeface="Urbanist"/>
              <a:buChar char="■"/>
              <a:defRPr sz="800">
                <a:solidFill>
                  <a:schemeClr val="dk2"/>
                </a:solidFill>
              </a:defRPr>
            </a:lvl9pPr>
          </a:lstStyle>
          <a:p/>
        </p:txBody>
      </p:sp>
      <p:sp>
        <p:nvSpPr>
          <p:cNvPr id="280" name="Google Shape;280;p27"/>
          <p:cNvSpPr txBox="1"/>
          <p:nvPr>
            <p:ph idx="13" type="title"/>
          </p:nvPr>
        </p:nvSpPr>
        <p:spPr>
          <a:xfrm>
            <a:off x="4745500" y="1775475"/>
            <a:ext cx="1862100" cy="293100"/>
          </a:xfrm>
          <a:prstGeom prst="rect">
            <a:avLst/>
          </a:prstGeom>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p:txBody>
      </p:sp>
      <p:sp>
        <p:nvSpPr>
          <p:cNvPr id="281" name="Google Shape;281;p27"/>
          <p:cNvSpPr txBox="1"/>
          <p:nvPr>
            <p:ph idx="14" type="subTitle"/>
          </p:nvPr>
        </p:nvSpPr>
        <p:spPr>
          <a:xfrm>
            <a:off x="4745500" y="2161825"/>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282" name="Google Shape;282;p27"/>
          <p:cNvSpPr txBox="1"/>
          <p:nvPr>
            <p:ph idx="15" type="body"/>
          </p:nvPr>
        </p:nvSpPr>
        <p:spPr>
          <a:xfrm>
            <a:off x="4745400" y="2465025"/>
            <a:ext cx="1826700" cy="477900"/>
          </a:xfrm>
          <a:prstGeom prst="rect">
            <a:avLst/>
          </a:prstGeom>
        </p:spPr>
        <p:txBody>
          <a:bodyPr anchorCtr="0" anchor="t" bIns="91425" lIns="0" spcFirstLastPara="1" rIns="91425" wrap="square" tIns="0">
            <a:noAutofit/>
          </a:bodyPr>
          <a:lstStyle>
            <a:lvl1pPr indent="-279400" lvl="0" marL="457200">
              <a:spcBef>
                <a:spcPts val="0"/>
              </a:spcBef>
              <a:spcAft>
                <a:spcPts val="0"/>
              </a:spcAft>
              <a:buClr>
                <a:schemeClr val="dk2"/>
              </a:buClr>
              <a:buSzPts val="800"/>
              <a:buFont typeface="Urbanist"/>
              <a:buChar char="●"/>
              <a:defRPr sz="800">
                <a:solidFill>
                  <a:schemeClr val="dk2"/>
                </a:solidFill>
              </a:defRPr>
            </a:lvl1pPr>
            <a:lvl2pPr indent="-279400" lvl="1" marL="914400">
              <a:spcBef>
                <a:spcPts val="0"/>
              </a:spcBef>
              <a:spcAft>
                <a:spcPts val="0"/>
              </a:spcAft>
              <a:buClr>
                <a:schemeClr val="dk2"/>
              </a:buClr>
              <a:buSzPts val="800"/>
              <a:buFont typeface="Urbanist"/>
              <a:buChar char="○"/>
              <a:defRPr sz="800">
                <a:solidFill>
                  <a:schemeClr val="dk2"/>
                </a:solidFill>
              </a:defRPr>
            </a:lvl2pPr>
            <a:lvl3pPr indent="-279400" lvl="2" marL="1371600">
              <a:spcBef>
                <a:spcPts val="0"/>
              </a:spcBef>
              <a:spcAft>
                <a:spcPts val="0"/>
              </a:spcAft>
              <a:buClr>
                <a:schemeClr val="dk2"/>
              </a:buClr>
              <a:buSzPts val="800"/>
              <a:buFont typeface="Urbanist"/>
              <a:buChar char="■"/>
              <a:defRPr sz="800">
                <a:solidFill>
                  <a:schemeClr val="dk2"/>
                </a:solidFill>
              </a:defRPr>
            </a:lvl3pPr>
            <a:lvl4pPr indent="-279400" lvl="3" marL="1828800">
              <a:spcBef>
                <a:spcPts val="0"/>
              </a:spcBef>
              <a:spcAft>
                <a:spcPts val="0"/>
              </a:spcAft>
              <a:buClr>
                <a:schemeClr val="dk2"/>
              </a:buClr>
              <a:buSzPts val="800"/>
              <a:buFont typeface="Urbanist"/>
              <a:buChar char="●"/>
              <a:defRPr sz="800">
                <a:solidFill>
                  <a:schemeClr val="dk2"/>
                </a:solidFill>
              </a:defRPr>
            </a:lvl4pPr>
            <a:lvl5pPr indent="-279400" lvl="4" marL="2286000">
              <a:spcBef>
                <a:spcPts val="0"/>
              </a:spcBef>
              <a:spcAft>
                <a:spcPts val="0"/>
              </a:spcAft>
              <a:buClr>
                <a:schemeClr val="dk2"/>
              </a:buClr>
              <a:buSzPts val="800"/>
              <a:buFont typeface="Urbanist"/>
              <a:buChar char="○"/>
              <a:defRPr sz="800">
                <a:solidFill>
                  <a:schemeClr val="dk2"/>
                </a:solidFill>
              </a:defRPr>
            </a:lvl5pPr>
            <a:lvl6pPr indent="-279400" lvl="5" marL="2743200">
              <a:spcBef>
                <a:spcPts val="0"/>
              </a:spcBef>
              <a:spcAft>
                <a:spcPts val="0"/>
              </a:spcAft>
              <a:buClr>
                <a:schemeClr val="dk2"/>
              </a:buClr>
              <a:buSzPts val="800"/>
              <a:buFont typeface="Urbanist"/>
              <a:buChar char="■"/>
              <a:defRPr sz="800">
                <a:solidFill>
                  <a:schemeClr val="dk2"/>
                </a:solidFill>
              </a:defRPr>
            </a:lvl6pPr>
            <a:lvl7pPr indent="-279400" lvl="6" marL="3200400">
              <a:spcBef>
                <a:spcPts val="0"/>
              </a:spcBef>
              <a:spcAft>
                <a:spcPts val="0"/>
              </a:spcAft>
              <a:buClr>
                <a:schemeClr val="dk2"/>
              </a:buClr>
              <a:buSzPts val="800"/>
              <a:buFont typeface="Urbanist"/>
              <a:buChar char="●"/>
              <a:defRPr sz="800">
                <a:solidFill>
                  <a:schemeClr val="dk2"/>
                </a:solidFill>
              </a:defRPr>
            </a:lvl7pPr>
            <a:lvl8pPr indent="-279400" lvl="7" marL="3657600">
              <a:spcBef>
                <a:spcPts val="0"/>
              </a:spcBef>
              <a:spcAft>
                <a:spcPts val="0"/>
              </a:spcAft>
              <a:buClr>
                <a:schemeClr val="dk2"/>
              </a:buClr>
              <a:buSzPts val="800"/>
              <a:buFont typeface="Urbanist"/>
              <a:buChar char="○"/>
              <a:defRPr sz="800">
                <a:solidFill>
                  <a:schemeClr val="dk2"/>
                </a:solidFill>
              </a:defRPr>
            </a:lvl8pPr>
            <a:lvl9pPr indent="-279400" lvl="8" marL="4114800">
              <a:spcBef>
                <a:spcPts val="0"/>
              </a:spcBef>
              <a:spcAft>
                <a:spcPts val="0"/>
              </a:spcAft>
              <a:buClr>
                <a:schemeClr val="dk2"/>
              </a:buClr>
              <a:buSzPts val="800"/>
              <a:buFont typeface="Urbanist"/>
              <a:buChar char="■"/>
              <a:defRPr sz="800">
                <a:solidFill>
                  <a:schemeClr val="dk2"/>
                </a:solidFill>
              </a:defRPr>
            </a:lvl9pPr>
          </a:lstStyle>
          <a:p/>
        </p:txBody>
      </p:sp>
      <p:sp>
        <p:nvSpPr>
          <p:cNvPr id="283" name="Google Shape;283;p27"/>
          <p:cNvSpPr txBox="1"/>
          <p:nvPr>
            <p:ph idx="16" type="title"/>
          </p:nvPr>
        </p:nvSpPr>
        <p:spPr>
          <a:xfrm>
            <a:off x="6942300" y="1775475"/>
            <a:ext cx="1862100" cy="293100"/>
          </a:xfrm>
          <a:prstGeom prst="rect">
            <a:avLst/>
          </a:prstGeom>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p:txBody>
      </p:sp>
      <p:sp>
        <p:nvSpPr>
          <p:cNvPr id="284" name="Google Shape;284;p27"/>
          <p:cNvSpPr txBox="1"/>
          <p:nvPr>
            <p:ph idx="17" type="subTitle"/>
          </p:nvPr>
        </p:nvSpPr>
        <p:spPr>
          <a:xfrm>
            <a:off x="6942300" y="2161825"/>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285" name="Google Shape;285;p27"/>
          <p:cNvSpPr txBox="1"/>
          <p:nvPr>
            <p:ph idx="18" type="body"/>
          </p:nvPr>
        </p:nvSpPr>
        <p:spPr>
          <a:xfrm>
            <a:off x="6942300" y="2465025"/>
            <a:ext cx="1791600" cy="477900"/>
          </a:xfrm>
          <a:prstGeom prst="rect">
            <a:avLst/>
          </a:prstGeom>
        </p:spPr>
        <p:txBody>
          <a:bodyPr anchorCtr="0" anchor="t" bIns="91425" lIns="0" spcFirstLastPara="1" rIns="91425" wrap="square" tIns="0">
            <a:noAutofit/>
          </a:bodyPr>
          <a:lstStyle>
            <a:lvl1pPr indent="-279400" lvl="0" marL="457200">
              <a:spcBef>
                <a:spcPts val="0"/>
              </a:spcBef>
              <a:spcAft>
                <a:spcPts val="0"/>
              </a:spcAft>
              <a:buClr>
                <a:schemeClr val="dk2"/>
              </a:buClr>
              <a:buSzPts val="800"/>
              <a:buFont typeface="Urbanist"/>
              <a:buChar char="●"/>
              <a:defRPr sz="800">
                <a:solidFill>
                  <a:schemeClr val="dk2"/>
                </a:solidFill>
              </a:defRPr>
            </a:lvl1pPr>
            <a:lvl2pPr indent="-279400" lvl="1" marL="914400">
              <a:spcBef>
                <a:spcPts val="0"/>
              </a:spcBef>
              <a:spcAft>
                <a:spcPts val="0"/>
              </a:spcAft>
              <a:buClr>
                <a:schemeClr val="dk2"/>
              </a:buClr>
              <a:buSzPts val="800"/>
              <a:buFont typeface="Urbanist"/>
              <a:buChar char="○"/>
              <a:defRPr sz="800">
                <a:solidFill>
                  <a:schemeClr val="dk2"/>
                </a:solidFill>
              </a:defRPr>
            </a:lvl2pPr>
            <a:lvl3pPr indent="-279400" lvl="2" marL="1371600">
              <a:spcBef>
                <a:spcPts val="0"/>
              </a:spcBef>
              <a:spcAft>
                <a:spcPts val="0"/>
              </a:spcAft>
              <a:buClr>
                <a:schemeClr val="dk2"/>
              </a:buClr>
              <a:buSzPts val="800"/>
              <a:buFont typeface="Urbanist"/>
              <a:buChar char="■"/>
              <a:defRPr sz="800">
                <a:solidFill>
                  <a:schemeClr val="dk2"/>
                </a:solidFill>
              </a:defRPr>
            </a:lvl3pPr>
            <a:lvl4pPr indent="-279400" lvl="3" marL="1828800">
              <a:spcBef>
                <a:spcPts val="0"/>
              </a:spcBef>
              <a:spcAft>
                <a:spcPts val="0"/>
              </a:spcAft>
              <a:buClr>
                <a:schemeClr val="dk2"/>
              </a:buClr>
              <a:buSzPts val="800"/>
              <a:buFont typeface="Urbanist"/>
              <a:buChar char="●"/>
              <a:defRPr sz="800">
                <a:solidFill>
                  <a:schemeClr val="dk2"/>
                </a:solidFill>
              </a:defRPr>
            </a:lvl4pPr>
            <a:lvl5pPr indent="-279400" lvl="4" marL="2286000">
              <a:spcBef>
                <a:spcPts val="0"/>
              </a:spcBef>
              <a:spcAft>
                <a:spcPts val="0"/>
              </a:spcAft>
              <a:buClr>
                <a:schemeClr val="dk2"/>
              </a:buClr>
              <a:buSzPts val="800"/>
              <a:buFont typeface="Urbanist"/>
              <a:buChar char="○"/>
              <a:defRPr sz="800">
                <a:solidFill>
                  <a:schemeClr val="dk2"/>
                </a:solidFill>
              </a:defRPr>
            </a:lvl5pPr>
            <a:lvl6pPr indent="-279400" lvl="5" marL="2743200">
              <a:spcBef>
                <a:spcPts val="0"/>
              </a:spcBef>
              <a:spcAft>
                <a:spcPts val="0"/>
              </a:spcAft>
              <a:buClr>
                <a:schemeClr val="dk2"/>
              </a:buClr>
              <a:buSzPts val="800"/>
              <a:buFont typeface="Urbanist"/>
              <a:buChar char="■"/>
              <a:defRPr sz="800">
                <a:solidFill>
                  <a:schemeClr val="dk2"/>
                </a:solidFill>
              </a:defRPr>
            </a:lvl6pPr>
            <a:lvl7pPr indent="-279400" lvl="6" marL="3200400">
              <a:spcBef>
                <a:spcPts val="0"/>
              </a:spcBef>
              <a:spcAft>
                <a:spcPts val="0"/>
              </a:spcAft>
              <a:buClr>
                <a:schemeClr val="dk2"/>
              </a:buClr>
              <a:buSzPts val="800"/>
              <a:buFont typeface="Urbanist"/>
              <a:buChar char="●"/>
              <a:defRPr sz="800">
                <a:solidFill>
                  <a:schemeClr val="dk2"/>
                </a:solidFill>
              </a:defRPr>
            </a:lvl7pPr>
            <a:lvl8pPr indent="-279400" lvl="7" marL="3657600">
              <a:spcBef>
                <a:spcPts val="0"/>
              </a:spcBef>
              <a:spcAft>
                <a:spcPts val="0"/>
              </a:spcAft>
              <a:buClr>
                <a:schemeClr val="dk2"/>
              </a:buClr>
              <a:buSzPts val="800"/>
              <a:buFont typeface="Urbanist"/>
              <a:buChar char="○"/>
              <a:defRPr sz="800">
                <a:solidFill>
                  <a:schemeClr val="dk2"/>
                </a:solidFill>
              </a:defRPr>
            </a:lvl8pPr>
            <a:lvl9pPr indent="-279400" lvl="8" marL="4114800">
              <a:spcBef>
                <a:spcPts val="0"/>
              </a:spcBef>
              <a:spcAft>
                <a:spcPts val="0"/>
              </a:spcAft>
              <a:buClr>
                <a:schemeClr val="dk2"/>
              </a:buClr>
              <a:buSzPts val="800"/>
              <a:buFont typeface="Urbanist"/>
              <a:buChar char="■"/>
              <a:defRPr sz="800">
                <a:solidFill>
                  <a:schemeClr val="dk2"/>
                </a:solidFill>
              </a:defRPr>
            </a:lvl9pPr>
          </a:lstStyle>
          <a:p/>
        </p:txBody>
      </p:sp>
      <p:sp>
        <p:nvSpPr>
          <p:cNvPr id="286" name="Google Shape;286;p27"/>
          <p:cNvSpPr txBox="1"/>
          <p:nvPr>
            <p:ph idx="19" type="title"/>
          </p:nvPr>
        </p:nvSpPr>
        <p:spPr>
          <a:xfrm>
            <a:off x="228600" y="613525"/>
            <a:ext cx="3904500" cy="8649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287" name="Google Shape;287;p27"/>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88" name="Google Shape;288;p27"/>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ers">
  <p:cSld name="CUSTOM">
    <p:spTree>
      <p:nvGrpSpPr>
        <p:cNvPr id="289" name="Shape 289"/>
        <p:cNvGrpSpPr/>
        <p:nvPr/>
      </p:nvGrpSpPr>
      <p:grpSpPr>
        <a:xfrm>
          <a:off x="0" y="0"/>
          <a:ext cx="0" cy="0"/>
          <a:chOff x="0" y="0"/>
          <a:chExt cx="0" cy="0"/>
        </a:xfrm>
      </p:grpSpPr>
      <p:sp>
        <p:nvSpPr>
          <p:cNvPr id="290" name="Google Shape;290;p28"/>
          <p:cNvSpPr txBox="1"/>
          <p:nvPr>
            <p:ph idx="1"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cxnSp>
        <p:nvCxnSpPr>
          <p:cNvPr id="291" name="Google Shape;291;p28"/>
          <p:cNvCxnSpPr/>
          <p:nvPr/>
        </p:nvCxnSpPr>
        <p:spPr>
          <a:xfrm>
            <a:off x="228450" y="2061025"/>
            <a:ext cx="8687100" cy="0"/>
          </a:xfrm>
          <a:prstGeom prst="straightConnector1">
            <a:avLst/>
          </a:prstGeom>
          <a:noFill/>
          <a:ln cap="flat" cmpd="sng" w="9525">
            <a:solidFill>
              <a:schemeClr val="lt2"/>
            </a:solidFill>
            <a:prstDash val="solid"/>
            <a:round/>
            <a:headEnd len="med" w="med" type="none"/>
            <a:tailEnd len="med" w="med" type="none"/>
          </a:ln>
        </p:spPr>
      </p:cxnSp>
      <p:sp>
        <p:nvSpPr>
          <p:cNvPr id="292" name="Google Shape;292;p28"/>
          <p:cNvSpPr txBox="1"/>
          <p:nvPr>
            <p:ph idx="2"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93" name="Google Shape;293;p28"/>
          <p:cNvSpPr txBox="1"/>
          <p:nvPr>
            <p:ph idx="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94" name="Google Shape;294;p28"/>
          <p:cNvSpPr txBox="1"/>
          <p:nvPr>
            <p:ph idx="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295" name="Google Shape;295;p28"/>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96" name="Google Shape;296;p28"/>
          <p:cNvSpPr txBox="1"/>
          <p:nvPr>
            <p:ph type="title"/>
          </p:nvPr>
        </p:nvSpPr>
        <p:spPr>
          <a:xfrm>
            <a:off x="228600" y="369300"/>
            <a:ext cx="6480300" cy="587700"/>
          </a:xfrm>
          <a:prstGeom prst="rect">
            <a:avLst/>
          </a:prstGeom>
        </p:spPr>
        <p:txBody>
          <a:bodyPr anchorCtr="0" anchor="t" bIns="91425" lIns="0" spcFirstLastPara="1" rIns="91425" wrap="square" tIns="91425">
            <a:spAutoFit/>
          </a:bodyPr>
          <a:lstStyle>
            <a:lvl1pPr lvl="0">
              <a:lnSpc>
                <a:spcPct val="90000"/>
              </a:lnSpc>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297" name="Google Shape;297;p28"/>
          <p:cNvSpPr/>
          <p:nvPr>
            <p:ph idx="5" type="pic"/>
          </p:nvPr>
        </p:nvSpPr>
        <p:spPr>
          <a:xfrm>
            <a:off x="3795900" y="2682425"/>
            <a:ext cx="1458300" cy="1458300"/>
          </a:xfrm>
          <a:prstGeom prst="ellipse">
            <a:avLst/>
          </a:prstGeom>
          <a:noFill/>
          <a:ln cap="flat" cmpd="sng" w="9525">
            <a:solidFill>
              <a:schemeClr val="accent3"/>
            </a:solidFill>
            <a:prstDash val="solid"/>
            <a:round/>
            <a:headEnd len="sm" w="sm" type="none"/>
            <a:tailEnd len="sm" w="sm" type="none"/>
          </a:ln>
        </p:spPr>
      </p:sp>
      <p:sp>
        <p:nvSpPr>
          <p:cNvPr id="298" name="Google Shape;298;p28"/>
          <p:cNvSpPr txBox="1"/>
          <p:nvPr>
            <p:ph idx="6" type="body"/>
          </p:nvPr>
        </p:nvSpPr>
        <p:spPr>
          <a:xfrm>
            <a:off x="5871500" y="2468775"/>
            <a:ext cx="2864700" cy="676500"/>
          </a:xfrm>
          <a:prstGeom prst="rect">
            <a:avLst/>
          </a:prstGeom>
        </p:spPr>
        <p:txBody>
          <a:bodyPr anchorCtr="0" anchor="t" bIns="91425" lIns="0" spcFirstLastPara="1" rIns="91425" wrap="square" tIns="0">
            <a:noAutofit/>
          </a:bodyPr>
          <a:lstStyle>
            <a:lvl1pPr indent="-292100" lvl="0" marL="457200">
              <a:spcBef>
                <a:spcPts val="0"/>
              </a:spcBef>
              <a:spcAft>
                <a:spcPts val="0"/>
              </a:spcAft>
              <a:buClr>
                <a:schemeClr val="dk2"/>
              </a:buClr>
              <a:buSzPts val="1000"/>
              <a:buFont typeface="Urbanist"/>
              <a:buChar char="●"/>
              <a:defRPr sz="1000">
                <a:solidFill>
                  <a:schemeClr val="dk2"/>
                </a:solidFill>
              </a:defRPr>
            </a:lvl1pPr>
            <a:lvl2pPr indent="-292100" lvl="1" marL="914400">
              <a:spcBef>
                <a:spcPts val="0"/>
              </a:spcBef>
              <a:spcAft>
                <a:spcPts val="0"/>
              </a:spcAft>
              <a:buClr>
                <a:schemeClr val="dk2"/>
              </a:buClr>
              <a:buSzPts val="1000"/>
              <a:buFont typeface="Urbanist"/>
              <a:buChar char="○"/>
              <a:defRPr sz="1000">
                <a:solidFill>
                  <a:schemeClr val="dk2"/>
                </a:solidFill>
              </a:defRPr>
            </a:lvl2pPr>
            <a:lvl3pPr indent="-292100" lvl="2" marL="1371600">
              <a:spcBef>
                <a:spcPts val="0"/>
              </a:spcBef>
              <a:spcAft>
                <a:spcPts val="0"/>
              </a:spcAft>
              <a:buClr>
                <a:schemeClr val="dk2"/>
              </a:buClr>
              <a:buSzPts val="1000"/>
              <a:buFont typeface="Urbanist"/>
              <a:buChar char="■"/>
              <a:defRPr sz="1000">
                <a:solidFill>
                  <a:schemeClr val="dk2"/>
                </a:solidFill>
              </a:defRPr>
            </a:lvl3pPr>
            <a:lvl4pPr indent="-292100" lvl="3" marL="1828800">
              <a:spcBef>
                <a:spcPts val="0"/>
              </a:spcBef>
              <a:spcAft>
                <a:spcPts val="0"/>
              </a:spcAft>
              <a:buClr>
                <a:schemeClr val="dk2"/>
              </a:buClr>
              <a:buSzPts val="1000"/>
              <a:buFont typeface="Urbanist"/>
              <a:buChar char="●"/>
              <a:defRPr sz="1000">
                <a:solidFill>
                  <a:schemeClr val="dk2"/>
                </a:solidFill>
              </a:defRPr>
            </a:lvl4pPr>
            <a:lvl5pPr indent="-292100" lvl="4" marL="2286000">
              <a:spcBef>
                <a:spcPts val="0"/>
              </a:spcBef>
              <a:spcAft>
                <a:spcPts val="0"/>
              </a:spcAft>
              <a:buClr>
                <a:schemeClr val="dk2"/>
              </a:buClr>
              <a:buSzPts val="1000"/>
              <a:buFont typeface="Urbanist"/>
              <a:buChar char="○"/>
              <a:defRPr sz="1000">
                <a:solidFill>
                  <a:schemeClr val="dk2"/>
                </a:solidFill>
              </a:defRPr>
            </a:lvl5pPr>
            <a:lvl6pPr indent="-292100" lvl="5" marL="2743200">
              <a:spcBef>
                <a:spcPts val="0"/>
              </a:spcBef>
              <a:spcAft>
                <a:spcPts val="0"/>
              </a:spcAft>
              <a:buClr>
                <a:schemeClr val="dk2"/>
              </a:buClr>
              <a:buSzPts val="1000"/>
              <a:buFont typeface="Urbanist"/>
              <a:buChar char="■"/>
              <a:defRPr sz="1000">
                <a:solidFill>
                  <a:schemeClr val="dk2"/>
                </a:solidFill>
              </a:defRPr>
            </a:lvl6pPr>
            <a:lvl7pPr indent="-292100" lvl="6" marL="3200400">
              <a:spcBef>
                <a:spcPts val="0"/>
              </a:spcBef>
              <a:spcAft>
                <a:spcPts val="0"/>
              </a:spcAft>
              <a:buClr>
                <a:schemeClr val="dk2"/>
              </a:buClr>
              <a:buSzPts val="1000"/>
              <a:buFont typeface="Urbanist"/>
              <a:buChar char="●"/>
              <a:defRPr sz="1000">
                <a:solidFill>
                  <a:schemeClr val="dk2"/>
                </a:solidFill>
              </a:defRPr>
            </a:lvl7pPr>
            <a:lvl8pPr indent="-292100" lvl="7" marL="3657600">
              <a:spcBef>
                <a:spcPts val="0"/>
              </a:spcBef>
              <a:spcAft>
                <a:spcPts val="0"/>
              </a:spcAft>
              <a:buClr>
                <a:schemeClr val="dk2"/>
              </a:buClr>
              <a:buSzPts val="1000"/>
              <a:buFont typeface="Urbanist"/>
              <a:buChar char="○"/>
              <a:defRPr sz="1000">
                <a:solidFill>
                  <a:schemeClr val="dk2"/>
                </a:solidFill>
              </a:defRPr>
            </a:lvl8pPr>
            <a:lvl9pPr indent="-292100" lvl="8" marL="4114800">
              <a:spcBef>
                <a:spcPts val="0"/>
              </a:spcBef>
              <a:spcAft>
                <a:spcPts val="0"/>
              </a:spcAft>
              <a:buClr>
                <a:schemeClr val="dk2"/>
              </a:buClr>
              <a:buSzPts val="1000"/>
              <a:buFont typeface="Urbanist"/>
              <a:buChar char="■"/>
              <a:defRPr sz="1000">
                <a:solidFill>
                  <a:schemeClr val="dk2"/>
                </a:solidFill>
              </a:defRPr>
            </a:lvl9pPr>
          </a:lstStyle>
          <a:p/>
        </p:txBody>
      </p:sp>
      <p:sp>
        <p:nvSpPr>
          <p:cNvPr id="299" name="Google Shape;299;p28"/>
          <p:cNvSpPr txBox="1"/>
          <p:nvPr>
            <p:ph idx="7" type="body"/>
          </p:nvPr>
        </p:nvSpPr>
        <p:spPr>
          <a:xfrm>
            <a:off x="5871500" y="3553025"/>
            <a:ext cx="2864700" cy="696000"/>
          </a:xfrm>
          <a:prstGeom prst="rect">
            <a:avLst/>
          </a:prstGeom>
        </p:spPr>
        <p:txBody>
          <a:bodyPr anchorCtr="0" anchor="t" bIns="91425" lIns="0" spcFirstLastPara="1" rIns="91425" wrap="square" tIns="0">
            <a:spAutoFit/>
          </a:bodyPr>
          <a:lstStyle>
            <a:lvl1pPr indent="-304800" lvl="0" marL="457200">
              <a:lnSpc>
                <a:spcPct val="100000"/>
              </a:lnSpc>
              <a:spcBef>
                <a:spcPts val="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1pPr>
            <a:lvl2pPr indent="-304800" lvl="1" marL="9144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2pPr>
            <a:lvl3pPr indent="-304800" lvl="2" marL="13716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3pPr>
            <a:lvl4pPr indent="-304800" lvl="3" marL="18288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4pPr>
            <a:lvl5pPr indent="-304800" lvl="4" marL="22860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5pPr>
            <a:lvl6pPr indent="-304800" lvl="5" marL="27432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6pPr>
            <a:lvl7pPr indent="-304800" lvl="6" marL="32004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7pPr>
            <a:lvl8pPr indent="-304800" lvl="7" marL="36576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8pPr>
            <a:lvl9pPr indent="-304800" lvl="8" marL="4114800">
              <a:lnSpc>
                <a:spcPct val="100000"/>
              </a:lnSpc>
              <a:spcBef>
                <a:spcPts val="800"/>
              </a:spcBef>
              <a:spcAft>
                <a:spcPts val="80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9pPr>
          </a:lstStyle>
          <a:p/>
        </p:txBody>
      </p:sp>
      <p:sp>
        <p:nvSpPr>
          <p:cNvPr id="300" name="Google Shape;300;p28"/>
          <p:cNvSpPr txBox="1"/>
          <p:nvPr>
            <p:ph idx="8" type="subTitle"/>
          </p:nvPr>
        </p:nvSpPr>
        <p:spPr>
          <a:xfrm>
            <a:off x="238800" y="2720113"/>
            <a:ext cx="2824500" cy="14583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301" name="Google Shape;301;p28"/>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02" name="Google Shape;302;p28"/>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phics">
  <p:cSld name="CUSTOM_2">
    <p:spTree>
      <p:nvGrpSpPr>
        <p:cNvPr id="303" name="Shape 303"/>
        <p:cNvGrpSpPr/>
        <p:nvPr/>
      </p:nvGrpSpPr>
      <p:grpSpPr>
        <a:xfrm>
          <a:off x="0" y="0"/>
          <a:ext cx="0" cy="0"/>
          <a:chOff x="0" y="0"/>
          <a:chExt cx="0" cy="0"/>
        </a:xfrm>
      </p:grpSpPr>
      <p:sp>
        <p:nvSpPr>
          <p:cNvPr id="304" name="Google Shape;304;p29"/>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05" name="Google Shape;305;p29"/>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06" name="Google Shape;306;p29"/>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307" name="Google Shape;307;p29"/>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308" name="Google Shape;308;p29"/>
          <p:cNvSpPr/>
          <p:nvPr/>
        </p:nvSpPr>
        <p:spPr>
          <a:xfrm>
            <a:off x="228600" y="1395962"/>
            <a:ext cx="2101200" cy="3054000"/>
          </a:xfrm>
          <a:prstGeom prst="roundRect">
            <a:avLst>
              <a:gd fmla="val 9631"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09" name="Google Shape;309;p29"/>
          <p:cNvSpPr/>
          <p:nvPr/>
        </p:nvSpPr>
        <p:spPr>
          <a:xfrm>
            <a:off x="2423700" y="1395962"/>
            <a:ext cx="3198600" cy="3054000"/>
          </a:xfrm>
          <a:prstGeom prst="roundRect">
            <a:avLst>
              <a:gd fmla="val 674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10" name="Google Shape;310;p29"/>
          <p:cNvSpPr/>
          <p:nvPr/>
        </p:nvSpPr>
        <p:spPr>
          <a:xfrm>
            <a:off x="5716850" y="1395962"/>
            <a:ext cx="3198600" cy="1758300"/>
          </a:xfrm>
          <a:prstGeom prst="roundRect">
            <a:avLst>
              <a:gd fmla="val 963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11" name="Google Shape;311;p29"/>
          <p:cNvSpPr/>
          <p:nvPr/>
        </p:nvSpPr>
        <p:spPr>
          <a:xfrm>
            <a:off x="5716200" y="3231390"/>
            <a:ext cx="3198600" cy="1217400"/>
          </a:xfrm>
          <a:prstGeom prst="roundRect">
            <a:avLst>
              <a:gd fmla="val 1360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12" name="Google Shape;312;p29"/>
          <p:cNvSpPr/>
          <p:nvPr>
            <p:ph idx="4" type="pic"/>
          </p:nvPr>
        </p:nvSpPr>
        <p:spPr>
          <a:xfrm>
            <a:off x="381950" y="993050"/>
            <a:ext cx="850500" cy="850500"/>
          </a:xfrm>
          <a:prstGeom prst="ellipse">
            <a:avLst/>
          </a:prstGeom>
          <a:noFill/>
          <a:ln cap="flat" cmpd="sng" w="9525">
            <a:solidFill>
              <a:schemeClr val="accent3"/>
            </a:solidFill>
            <a:prstDash val="solid"/>
            <a:round/>
            <a:headEnd len="sm" w="sm" type="none"/>
            <a:tailEnd len="sm" w="sm" type="none"/>
          </a:ln>
        </p:spPr>
      </p:sp>
      <p:sp>
        <p:nvSpPr>
          <p:cNvPr id="313" name="Google Shape;313;p29"/>
          <p:cNvSpPr txBox="1"/>
          <p:nvPr>
            <p:ph idx="5" type="subTitle"/>
          </p:nvPr>
        </p:nvSpPr>
        <p:spPr>
          <a:xfrm>
            <a:off x="381950" y="2062875"/>
            <a:ext cx="1786500" cy="2364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200"/>
              <a:buFont typeface="Urbanist"/>
              <a:buNone/>
              <a:defRPr b="1" sz="1200">
                <a:solidFill>
                  <a:schemeClr val="dk1"/>
                </a:solidFill>
              </a:defRPr>
            </a:lvl1pPr>
            <a:lvl2pPr lvl="1">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2pPr>
            <a:lvl3pPr lvl="2">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3pPr>
            <a:lvl4pPr lvl="3">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4pPr>
            <a:lvl5pPr lvl="4">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5pPr>
            <a:lvl6pPr lvl="5">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6pPr>
            <a:lvl7pPr lvl="6">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7pPr>
            <a:lvl8pPr lvl="7">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8pPr>
            <a:lvl9pPr lvl="8">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9pPr>
          </a:lstStyle>
          <a:p/>
        </p:txBody>
      </p:sp>
      <p:sp>
        <p:nvSpPr>
          <p:cNvPr id="314" name="Google Shape;314;p29"/>
          <p:cNvSpPr txBox="1"/>
          <p:nvPr>
            <p:ph idx="6" type="body"/>
          </p:nvPr>
        </p:nvSpPr>
        <p:spPr>
          <a:xfrm>
            <a:off x="381950" y="2453500"/>
            <a:ext cx="1786500" cy="15363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dk1"/>
              </a:buClr>
              <a:buSzPts val="1000"/>
              <a:buFont typeface="Urbanist"/>
              <a:buChar char="●"/>
              <a:defRPr sz="1000">
                <a:solidFill>
                  <a:schemeClr val="dk1"/>
                </a:solidFill>
              </a:defRPr>
            </a:lvl1pPr>
            <a:lvl2pPr indent="-292100" lvl="1" marL="914400">
              <a:spcBef>
                <a:spcPts val="0"/>
              </a:spcBef>
              <a:spcAft>
                <a:spcPts val="0"/>
              </a:spcAft>
              <a:buClr>
                <a:schemeClr val="dk1"/>
              </a:buClr>
              <a:buSzPts val="1000"/>
              <a:buFont typeface="Urbanist"/>
              <a:buChar char="○"/>
              <a:defRPr sz="1000">
                <a:solidFill>
                  <a:schemeClr val="dk1"/>
                </a:solidFill>
              </a:defRPr>
            </a:lvl2pPr>
            <a:lvl3pPr indent="-292100" lvl="2" marL="1371600">
              <a:spcBef>
                <a:spcPts val="0"/>
              </a:spcBef>
              <a:spcAft>
                <a:spcPts val="0"/>
              </a:spcAft>
              <a:buClr>
                <a:schemeClr val="dk1"/>
              </a:buClr>
              <a:buSzPts val="1000"/>
              <a:buFont typeface="Urbanist"/>
              <a:buChar char="■"/>
              <a:defRPr sz="1000">
                <a:solidFill>
                  <a:schemeClr val="dk1"/>
                </a:solidFill>
              </a:defRPr>
            </a:lvl3pPr>
            <a:lvl4pPr indent="-292100" lvl="3" marL="1828800">
              <a:spcBef>
                <a:spcPts val="0"/>
              </a:spcBef>
              <a:spcAft>
                <a:spcPts val="0"/>
              </a:spcAft>
              <a:buClr>
                <a:schemeClr val="dk1"/>
              </a:buClr>
              <a:buSzPts val="1000"/>
              <a:buFont typeface="Urbanist"/>
              <a:buChar char="●"/>
              <a:defRPr sz="1000">
                <a:solidFill>
                  <a:schemeClr val="dk1"/>
                </a:solidFill>
              </a:defRPr>
            </a:lvl4pPr>
            <a:lvl5pPr indent="-292100" lvl="4" marL="2286000">
              <a:spcBef>
                <a:spcPts val="0"/>
              </a:spcBef>
              <a:spcAft>
                <a:spcPts val="0"/>
              </a:spcAft>
              <a:buClr>
                <a:schemeClr val="dk1"/>
              </a:buClr>
              <a:buSzPts val="1000"/>
              <a:buFont typeface="Urbanist"/>
              <a:buChar char="○"/>
              <a:defRPr sz="1000">
                <a:solidFill>
                  <a:schemeClr val="dk1"/>
                </a:solidFill>
              </a:defRPr>
            </a:lvl5pPr>
            <a:lvl6pPr indent="-292100" lvl="5" marL="2743200">
              <a:spcBef>
                <a:spcPts val="0"/>
              </a:spcBef>
              <a:spcAft>
                <a:spcPts val="0"/>
              </a:spcAft>
              <a:buClr>
                <a:schemeClr val="dk1"/>
              </a:buClr>
              <a:buSzPts val="1000"/>
              <a:buFont typeface="Urbanist"/>
              <a:buChar char="■"/>
              <a:defRPr sz="1000">
                <a:solidFill>
                  <a:schemeClr val="dk1"/>
                </a:solidFill>
              </a:defRPr>
            </a:lvl6pPr>
            <a:lvl7pPr indent="-292100" lvl="6" marL="3200400">
              <a:spcBef>
                <a:spcPts val="0"/>
              </a:spcBef>
              <a:spcAft>
                <a:spcPts val="0"/>
              </a:spcAft>
              <a:buClr>
                <a:schemeClr val="dk1"/>
              </a:buClr>
              <a:buSzPts val="1000"/>
              <a:buFont typeface="Urbanist"/>
              <a:buChar char="●"/>
              <a:defRPr sz="1000">
                <a:solidFill>
                  <a:schemeClr val="dk1"/>
                </a:solidFill>
              </a:defRPr>
            </a:lvl7pPr>
            <a:lvl8pPr indent="-292100" lvl="7" marL="3657600">
              <a:spcBef>
                <a:spcPts val="0"/>
              </a:spcBef>
              <a:spcAft>
                <a:spcPts val="0"/>
              </a:spcAft>
              <a:buClr>
                <a:schemeClr val="dk1"/>
              </a:buClr>
              <a:buSzPts val="1000"/>
              <a:buFont typeface="Urbanist"/>
              <a:buChar char="○"/>
              <a:defRPr sz="1000">
                <a:solidFill>
                  <a:schemeClr val="dk1"/>
                </a:solidFill>
              </a:defRPr>
            </a:lvl8pPr>
            <a:lvl9pPr indent="-292100" lvl="8" marL="4114800">
              <a:spcBef>
                <a:spcPts val="0"/>
              </a:spcBef>
              <a:spcAft>
                <a:spcPts val="0"/>
              </a:spcAft>
              <a:buClr>
                <a:schemeClr val="dk1"/>
              </a:buClr>
              <a:buSzPts val="1000"/>
              <a:buFont typeface="Urbanist"/>
              <a:buChar char="■"/>
              <a:defRPr sz="1000">
                <a:solidFill>
                  <a:schemeClr val="dk1"/>
                </a:solidFill>
              </a:defRPr>
            </a:lvl9pPr>
          </a:lstStyle>
          <a:p/>
        </p:txBody>
      </p:sp>
      <p:sp>
        <p:nvSpPr>
          <p:cNvPr id="315" name="Google Shape;315;p29"/>
          <p:cNvSpPr txBox="1"/>
          <p:nvPr>
            <p:ph idx="7" type="subTitle"/>
          </p:nvPr>
        </p:nvSpPr>
        <p:spPr>
          <a:xfrm>
            <a:off x="2580250" y="1528150"/>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16" name="Google Shape;316;p29"/>
          <p:cNvSpPr txBox="1"/>
          <p:nvPr>
            <p:ph idx="8" type="body"/>
          </p:nvPr>
        </p:nvSpPr>
        <p:spPr>
          <a:xfrm>
            <a:off x="2580250" y="1791652"/>
            <a:ext cx="2911500" cy="610500"/>
          </a:xfrm>
          <a:prstGeom prst="rect">
            <a:avLst/>
          </a:prstGeom>
        </p:spPr>
        <p:txBody>
          <a:bodyPr anchorCtr="0" anchor="t" bIns="0" lIns="0" spcFirstLastPara="1" rIns="0" wrap="square" tIns="0">
            <a:noAutofit/>
          </a:bodyPr>
          <a:lstStyle>
            <a:lvl1pPr indent="-292100" lvl="0" marL="457200">
              <a:lnSpc>
                <a:spcPct val="100000"/>
              </a:lnSpc>
              <a:spcBef>
                <a:spcPts val="0"/>
              </a:spcBef>
              <a:spcAft>
                <a:spcPts val="0"/>
              </a:spcAft>
              <a:buSzPts val="1000"/>
              <a:buChar char="●"/>
              <a:defRPr sz="1000"/>
            </a:lvl1pPr>
            <a:lvl2pPr indent="-292100" lvl="1" marL="914400">
              <a:lnSpc>
                <a:spcPct val="100000"/>
              </a:lnSpc>
              <a:spcBef>
                <a:spcPts val="800"/>
              </a:spcBef>
              <a:spcAft>
                <a:spcPts val="0"/>
              </a:spcAft>
              <a:buSzPts val="1000"/>
              <a:buChar char="○"/>
              <a:defRPr sz="1000"/>
            </a:lvl2pPr>
            <a:lvl3pPr indent="-292100" lvl="2" marL="1371600">
              <a:lnSpc>
                <a:spcPct val="100000"/>
              </a:lnSpc>
              <a:spcBef>
                <a:spcPts val="800"/>
              </a:spcBef>
              <a:spcAft>
                <a:spcPts val="0"/>
              </a:spcAft>
              <a:buSzPts val="1000"/>
              <a:buChar char="■"/>
              <a:defRPr sz="1000"/>
            </a:lvl3pPr>
            <a:lvl4pPr indent="-292100" lvl="3" marL="1828800">
              <a:lnSpc>
                <a:spcPct val="100000"/>
              </a:lnSpc>
              <a:spcBef>
                <a:spcPts val="800"/>
              </a:spcBef>
              <a:spcAft>
                <a:spcPts val="0"/>
              </a:spcAft>
              <a:buSzPts val="1000"/>
              <a:buChar char="●"/>
              <a:defRPr sz="1000"/>
            </a:lvl4pPr>
            <a:lvl5pPr indent="-292100" lvl="4" marL="2286000">
              <a:lnSpc>
                <a:spcPct val="100000"/>
              </a:lnSpc>
              <a:spcBef>
                <a:spcPts val="800"/>
              </a:spcBef>
              <a:spcAft>
                <a:spcPts val="0"/>
              </a:spcAft>
              <a:buSzPts val="1000"/>
              <a:buChar char="○"/>
              <a:defRPr sz="1000"/>
            </a:lvl5pPr>
            <a:lvl6pPr indent="-292100" lvl="5" marL="2743200">
              <a:lnSpc>
                <a:spcPct val="100000"/>
              </a:lnSpc>
              <a:spcBef>
                <a:spcPts val="800"/>
              </a:spcBef>
              <a:spcAft>
                <a:spcPts val="0"/>
              </a:spcAft>
              <a:buSzPts val="1000"/>
              <a:buChar char="■"/>
              <a:defRPr sz="1000"/>
            </a:lvl6pPr>
            <a:lvl7pPr indent="-292100" lvl="6" marL="3200400">
              <a:lnSpc>
                <a:spcPct val="100000"/>
              </a:lnSpc>
              <a:spcBef>
                <a:spcPts val="800"/>
              </a:spcBef>
              <a:spcAft>
                <a:spcPts val="0"/>
              </a:spcAft>
              <a:buSzPts val="1000"/>
              <a:buChar char="●"/>
              <a:defRPr sz="1000"/>
            </a:lvl7pPr>
            <a:lvl8pPr indent="-292100" lvl="7" marL="3657600">
              <a:lnSpc>
                <a:spcPct val="100000"/>
              </a:lnSpc>
              <a:spcBef>
                <a:spcPts val="800"/>
              </a:spcBef>
              <a:spcAft>
                <a:spcPts val="0"/>
              </a:spcAft>
              <a:buSzPts val="1000"/>
              <a:buChar char="○"/>
              <a:defRPr sz="1000"/>
            </a:lvl8pPr>
            <a:lvl9pPr indent="-292100" lvl="8" marL="4114800">
              <a:lnSpc>
                <a:spcPct val="100000"/>
              </a:lnSpc>
              <a:spcBef>
                <a:spcPts val="800"/>
              </a:spcBef>
              <a:spcAft>
                <a:spcPts val="800"/>
              </a:spcAft>
              <a:buSzPts val="1000"/>
              <a:buChar char="■"/>
              <a:defRPr sz="1000"/>
            </a:lvl9pPr>
          </a:lstStyle>
          <a:p/>
        </p:txBody>
      </p:sp>
      <p:cxnSp>
        <p:nvCxnSpPr>
          <p:cNvPr id="317" name="Google Shape;317;p29"/>
          <p:cNvCxnSpPr/>
          <p:nvPr/>
        </p:nvCxnSpPr>
        <p:spPr>
          <a:xfrm>
            <a:off x="2423700" y="2531312"/>
            <a:ext cx="3194400" cy="0"/>
          </a:xfrm>
          <a:prstGeom prst="straightConnector1">
            <a:avLst/>
          </a:prstGeom>
          <a:noFill/>
          <a:ln cap="flat" cmpd="sng" w="9525">
            <a:solidFill>
              <a:schemeClr val="dk1"/>
            </a:solidFill>
            <a:prstDash val="solid"/>
            <a:round/>
            <a:headEnd len="med" w="med" type="none"/>
            <a:tailEnd len="med" w="med" type="none"/>
          </a:ln>
        </p:spPr>
      </p:cxnSp>
      <p:cxnSp>
        <p:nvCxnSpPr>
          <p:cNvPr id="318" name="Google Shape;318;p29"/>
          <p:cNvCxnSpPr/>
          <p:nvPr/>
        </p:nvCxnSpPr>
        <p:spPr>
          <a:xfrm>
            <a:off x="2423700" y="3583537"/>
            <a:ext cx="3194400" cy="0"/>
          </a:xfrm>
          <a:prstGeom prst="straightConnector1">
            <a:avLst/>
          </a:prstGeom>
          <a:noFill/>
          <a:ln cap="flat" cmpd="sng" w="9525">
            <a:solidFill>
              <a:schemeClr val="dk1"/>
            </a:solidFill>
            <a:prstDash val="solid"/>
            <a:round/>
            <a:headEnd len="med" w="med" type="none"/>
            <a:tailEnd len="med" w="med" type="none"/>
          </a:ln>
        </p:spPr>
      </p:cxnSp>
      <p:sp>
        <p:nvSpPr>
          <p:cNvPr id="319" name="Google Shape;319;p29"/>
          <p:cNvSpPr txBox="1"/>
          <p:nvPr>
            <p:ph idx="9" type="subTitle"/>
          </p:nvPr>
        </p:nvSpPr>
        <p:spPr>
          <a:xfrm>
            <a:off x="2580250" y="2660457"/>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20" name="Google Shape;320;p29"/>
          <p:cNvSpPr txBox="1"/>
          <p:nvPr>
            <p:ph idx="13" type="body"/>
          </p:nvPr>
        </p:nvSpPr>
        <p:spPr>
          <a:xfrm>
            <a:off x="2580250" y="2931046"/>
            <a:ext cx="2911500" cy="6105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321" name="Google Shape;321;p29"/>
          <p:cNvSpPr/>
          <p:nvPr/>
        </p:nvSpPr>
        <p:spPr>
          <a:xfrm flipH="1">
            <a:off x="2600988"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322" name="Google Shape;322;p29"/>
          <p:cNvSpPr/>
          <p:nvPr/>
        </p:nvSpPr>
        <p:spPr>
          <a:xfrm flipH="1">
            <a:off x="3654625"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323" name="Google Shape;323;p29"/>
          <p:cNvSpPr/>
          <p:nvPr/>
        </p:nvSpPr>
        <p:spPr>
          <a:xfrm flipH="1">
            <a:off x="4602650"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324" name="Google Shape;324;p29"/>
          <p:cNvSpPr txBox="1"/>
          <p:nvPr>
            <p:ph idx="14" type="subTitle"/>
          </p:nvPr>
        </p:nvSpPr>
        <p:spPr>
          <a:xfrm>
            <a:off x="2567250" y="3671882"/>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25" name="Google Shape;325;p29"/>
          <p:cNvSpPr txBox="1"/>
          <p:nvPr>
            <p:ph idx="15" type="subTitle"/>
          </p:nvPr>
        </p:nvSpPr>
        <p:spPr>
          <a:xfrm>
            <a:off x="5877425" y="1528157"/>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326" name="Google Shape;326;p29"/>
          <p:cNvSpPr txBox="1"/>
          <p:nvPr>
            <p:ph idx="16" type="subTitle"/>
          </p:nvPr>
        </p:nvSpPr>
        <p:spPr>
          <a:xfrm>
            <a:off x="5877425" y="1781107"/>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327" name="Google Shape;327;p29"/>
          <p:cNvSpPr txBox="1"/>
          <p:nvPr>
            <p:ph idx="17" type="subTitle"/>
          </p:nvPr>
        </p:nvSpPr>
        <p:spPr>
          <a:xfrm>
            <a:off x="5877425" y="2219182"/>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328" name="Google Shape;328;p29"/>
          <p:cNvSpPr txBox="1"/>
          <p:nvPr>
            <p:ph idx="18" type="subTitle"/>
          </p:nvPr>
        </p:nvSpPr>
        <p:spPr>
          <a:xfrm>
            <a:off x="5877425" y="2657257"/>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329" name="Google Shape;329;p29"/>
          <p:cNvSpPr txBox="1"/>
          <p:nvPr>
            <p:ph idx="19" type="subTitle"/>
          </p:nvPr>
        </p:nvSpPr>
        <p:spPr>
          <a:xfrm>
            <a:off x="5877425" y="3354932"/>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330" name="Google Shape;330;p29"/>
          <p:cNvSpPr txBox="1"/>
          <p:nvPr>
            <p:ph idx="20"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331" name="Google Shape;331;p29"/>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32" name="Google Shape;332;p29"/>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lestones">
  <p:cSld name="CUSTOM_4">
    <p:spTree>
      <p:nvGrpSpPr>
        <p:cNvPr id="333" name="Shape 333"/>
        <p:cNvGrpSpPr/>
        <p:nvPr/>
      </p:nvGrpSpPr>
      <p:grpSpPr>
        <a:xfrm>
          <a:off x="0" y="0"/>
          <a:ext cx="0" cy="0"/>
          <a:chOff x="0" y="0"/>
          <a:chExt cx="0" cy="0"/>
        </a:xfrm>
      </p:grpSpPr>
      <p:sp>
        <p:nvSpPr>
          <p:cNvPr id="334" name="Google Shape;334;p30"/>
          <p:cNvSpPr txBox="1"/>
          <p:nvPr>
            <p:ph idx="1" type="body"/>
          </p:nvPr>
        </p:nvSpPr>
        <p:spPr>
          <a:xfrm>
            <a:off x="2054000" y="2952175"/>
            <a:ext cx="1377600" cy="937800"/>
          </a:xfrm>
          <a:prstGeom prst="rect">
            <a:avLst/>
          </a:prstGeom>
        </p:spPr>
        <p:txBody>
          <a:bodyPr anchorCtr="0" anchor="t" bIns="0" lIns="0" spcFirstLastPara="1" rIns="0" wrap="square" tIns="0">
            <a:spAutoFit/>
          </a:bodyPr>
          <a:lstStyle>
            <a:lvl1pPr indent="-292100" lvl="0" marL="457200">
              <a:lnSpc>
                <a:spcPct val="100000"/>
              </a:lnSpc>
              <a:spcBef>
                <a:spcPts val="0"/>
              </a:spcBef>
              <a:spcAft>
                <a:spcPts val="0"/>
              </a:spcAft>
              <a:buSzPts val="1000"/>
              <a:buChar char="●"/>
              <a:defRPr sz="1000"/>
            </a:lvl1pPr>
            <a:lvl2pPr indent="-292100" lvl="1" marL="914400">
              <a:lnSpc>
                <a:spcPct val="100000"/>
              </a:lnSpc>
              <a:spcBef>
                <a:spcPts val="800"/>
              </a:spcBef>
              <a:spcAft>
                <a:spcPts val="0"/>
              </a:spcAft>
              <a:buSzPts val="1000"/>
              <a:buChar char="○"/>
              <a:defRPr sz="1000"/>
            </a:lvl2pPr>
            <a:lvl3pPr indent="-292100" lvl="2" marL="1371600">
              <a:lnSpc>
                <a:spcPct val="100000"/>
              </a:lnSpc>
              <a:spcBef>
                <a:spcPts val="800"/>
              </a:spcBef>
              <a:spcAft>
                <a:spcPts val="0"/>
              </a:spcAft>
              <a:buSzPts val="1000"/>
              <a:buChar char="■"/>
              <a:defRPr sz="1000"/>
            </a:lvl3pPr>
            <a:lvl4pPr indent="-292100" lvl="3" marL="1828800">
              <a:lnSpc>
                <a:spcPct val="100000"/>
              </a:lnSpc>
              <a:spcBef>
                <a:spcPts val="800"/>
              </a:spcBef>
              <a:spcAft>
                <a:spcPts val="0"/>
              </a:spcAft>
              <a:buSzPts val="1000"/>
              <a:buChar char="●"/>
              <a:defRPr sz="1000"/>
            </a:lvl4pPr>
            <a:lvl5pPr indent="-292100" lvl="4" marL="2286000">
              <a:lnSpc>
                <a:spcPct val="100000"/>
              </a:lnSpc>
              <a:spcBef>
                <a:spcPts val="800"/>
              </a:spcBef>
              <a:spcAft>
                <a:spcPts val="0"/>
              </a:spcAft>
              <a:buSzPts val="1000"/>
              <a:buChar char="○"/>
              <a:defRPr sz="1000"/>
            </a:lvl5pPr>
            <a:lvl6pPr indent="-292100" lvl="5" marL="2743200">
              <a:lnSpc>
                <a:spcPct val="100000"/>
              </a:lnSpc>
              <a:spcBef>
                <a:spcPts val="800"/>
              </a:spcBef>
              <a:spcAft>
                <a:spcPts val="0"/>
              </a:spcAft>
              <a:buSzPts val="1000"/>
              <a:buChar char="■"/>
              <a:defRPr sz="1000"/>
            </a:lvl6pPr>
            <a:lvl7pPr indent="-292100" lvl="6" marL="3200400">
              <a:lnSpc>
                <a:spcPct val="100000"/>
              </a:lnSpc>
              <a:spcBef>
                <a:spcPts val="800"/>
              </a:spcBef>
              <a:spcAft>
                <a:spcPts val="0"/>
              </a:spcAft>
              <a:buSzPts val="1000"/>
              <a:buChar char="●"/>
              <a:defRPr sz="1000"/>
            </a:lvl7pPr>
            <a:lvl8pPr indent="-292100" lvl="7" marL="3657600">
              <a:lnSpc>
                <a:spcPct val="100000"/>
              </a:lnSpc>
              <a:spcBef>
                <a:spcPts val="800"/>
              </a:spcBef>
              <a:spcAft>
                <a:spcPts val="0"/>
              </a:spcAft>
              <a:buSzPts val="1000"/>
              <a:buChar char="○"/>
              <a:defRPr sz="1000"/>
            </a:lvl8pPr>
            <a:lvl9pPr indent="-292100" lvl="8" marL="4114800">
              <a:lnSpc>
                <a:spcPct val="100000"/>
              </a:lnSpc>
              <a:spcBef>
                <a:spcPts val="800"/>
              </a:spcBef>
              <a:spcAft>
                <a:spcPts val="800"/>
              </a:spcAft>
              <a:buSzPts val="1000"/>
              <a:buChar char="■"/>
              <a:defRPr sz="1000"/>
            </a:lvl9pPr>
          </a:lstStyle>
          <a:p/>
        </p:txBody>
      </p:sp>
      <p:sp>
        <p:nvSpPr>
          <p:cNvPr id="335" name="Google Shape;335;p30"/>
          <p:cNvSpPr txBox="1"/>
          <p:nvPr>
            <p:ph idx="2" type="body"/>
          </p:nvPr>
        </p:nvSpPr>
        <p:spPr>
          <a:xfrm>
            <a:off x="246150" y="2952175"/>
            <a:ext cx="1458000" cy="812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336" name="Google Shape;336;p30"/>
          <p:cNvSpPr txBox="1"/>
          <p:nvPr>
            <p:ph idx="3" type="subTitle"/>
          </p:nvPr>
        </p:nvSpPr>
        <p:spPr>
          <a:xfrm>
            <a:off x="3829950" y="2667925"/>
            <a:ext cx="1339800" cy="144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337" name="Google Shape;337;p30"/>
          <p:cNvSpPr txBox="1"/>
          <p:nvPr>
            <p:ph idx="4" type="body"/>
          </p:nvPr>
        </p:nvSpPr>
        <p:spPr>
          <a:xfrm>
            <a:off x="3848250" y="2952163"/>
            <a:ext cx="1458000" cy="812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338" name="Google Shape;338;p30"/>
          <p:cNvSpPr txBox="1"/>
          <p:nvPr>
            <p:ph idx="5" type="subTitle"/>
          </p:nvPr>
        </p:nvSpPr>
        <p:spPr>
          <a:xfrm>
            <a:off x="2077400" y="4218350"/>
            <a:ext cx="1377600" cy="144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339" name="Google Shape;339;p30"/>
          <p:cNvSpPr txBox="1"/>
          <p:nvPr>
            <p:ph idx="6" type="body"/>
          </p:nvPr>
        </p:nvSpPr>
        <p:spPr>
          <a:xfrm>
            <a:off x="5634175" y="2952175"/>
            <a:ext cx="1458000" cy="812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340" name="Google Shape;340;p30"/>
          <p:cNvSpPr txBox="1"/>
          <p:nvPr>
            <p:ph idx="7"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41" name="Google Shape;341;p30"/>
          <p:cNvSpPr txBox="1"/>
          <p:nvPr>
            <p:ph idx="8"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42" name="Google Shape;342;p30"/>
          <p:cNvSpPr txBox="1"/>
          <p:nvPr>
            <p:ph idx="9"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343" name="Google Shape;343;p30"/>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344" name="Google Shape;344;p30"/>
          <p:cNvSpPr txBox="1"/>
          <p:nvPr>
            <p:ph type="title"/>
          </p:nvPr>
        </p:nvSpPr>
        <p:spPr>
          <a:xfrm>
            <a:off x="228600" y="613525"/>
            <a:ext cx="6841500" cy="7530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345" name="Google Shape;345;p30"/>
          <p:cNvSpPr txBox="1"/>
          <p:nvPr>
            <p:ph idx="13" type="subTitle"/>
          </p:nvPr>
        </p:nvSpPr>
        <p:spPr>
          <a:xfrm>
            <a:off x="277500" y="4218350"/>
            <a:ext cx="1377600" cy="144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dk1"/>
              </a:buClr>
              <a:buSzPts val="1000"/>
              <a:buFont typeface="Urbanist"/>
              <a:buNone/>
              <a:defRPr sz="1000">
                <a:solidFill>
                  <a:schemeClr val="dk1"/>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346" name="Google Shape;346;p30"/>
          <p:cNvSpPr txBox="1"/>
          <p:nvPr>
            <p:ph idx="14" type="subTitle"/>
          </p:nvPr>
        </p:nvSpPr>
        <p:spPr>
          <a:xfrm>
            <a:off x="3877300" y="4218350"/>
            <a:ext cx="1377600" cy="144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347" name="Google Shape;347;p30"/>
          <p:cNvSpPr txBox="1"/>
          <p:nvPr>
            <p:ph idx="15" type="subTitle"/>
          </p:nvPr>
        </p:nvSpPr>
        <p:spPr>
          <a:xfrm>
            <a:off x="5677200" y="4218350"/>
            <a:ext cx="1377600" cy="144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348" name="Google Shape;348;p30"/>
          <p:cNvSpPr txBox="1"/>
          <p:nvPr>
            <p:ph idx="16" type="subTitle"/>
          </p:nvPr>
        </p:nvSpPr>
        <p:spPr>
          <a:xfrm>
            <a:off x="7477100" y="4218350"/>
            <a:ext cx="1377600" cy="144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349" name="Google Shape;349;p30"/>
          <p:cNvSpPr txBox="1"/>
          <p:nvPr>
            <p:ph idx="17" type="subTitle"/>
          </p:nvPr>
        </p:nvSpPr>
        <p:spPr>
          <a:xfrm>
            <a:off x="238800" y="2667925"/>
            <a:ext cx="1339800" cy="1443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1200"/>
              <a:buFont typeface="Urbanist"/>
              <a:buNone/>
              <a:defRPr b="1" sz="1200">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0" name="Google Shape;350;p30"/>
          <p:cNvSpPr txBox="1"/>
          <p:nvPr>
            <p:ph idx="18" type="subTitle"/>
          </p:nvPr>
        </p:nvSpPr>
        <p:spPr>
          <a:xfrm>
            <a:off x="2034375" y="2667925"/>
            <a:ext cx="1339800" cy="144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351" name="Google Shape;351;p30"/>
          <p:cNvSpPr txBox="1"/>
          <p:nvPr>
            <p:ph idx="19" type="subTitle"/>
          </p:nvPr>
        </p:nvSpPr>
        <p:spPr>
          <a:xfrm>
            <a:off x="5645375" y="2667925"/>
            <a:ext cx="1339800" cy="144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352" name="Google Shape;352;p30"/>
          <p:cNvSpPr txBox="1"/>
          <p:nvPr>
            <p:ph idx="20" type="subTitle"/>
          </p:nvPr>
        </p:nvSpPr>
        <p:spPr>
          <a:xfrm>
            <a:off x="7460789" y="2667925"/>
            <a:ext cx="1339800" cy="144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353" name="Google Shape;353;p30"/>
          <p:cNvSpPr txBox="1"/>
          <p:nvPr>
            <p:ph idx="21" type="subTitle"/>
          </p:nvPr>
        </p:nvSpPr>
        <p:spPr>
          <a:xfrm>
            <a:off x="372900" y="2029450"/>
            <a:ext cx="314100" cy="338700"/>
          </a:xfrm>
          <a:prstGeom prst="rect">
            <a:avLst/>
          </a:prstGeom>
        </p:spPr>
        <p:txBody>
          <a:bodyPr anchorCtr="0" anchor="t" bIns="0" lIns="0" spcFirstLastPara="1" rIns="0" wrap="square" tIns="0">
            <a:noAutofit/>
          </a:bodyPr>
          <a:lstStyle>
            <a:lvl1pPr lvl="0" algn="ctr">
              <a:spcBef>
                <a:spcPts val="0"/>
              </a:spcBef>
              <a:spcAft>
                <a:spcPts val="0"/>
              </a:spcAft>
              <a:buClr>
                <a:schemeClr val="dk1"/>
              </a:buClr>
              <a:buSzPts val="1600"/>
              <a:buFont typeface="Urbanist"/>
              <a:buNone/>
              <a:defRPr b="1">
                <a:solidFill>
                  <a:schemeClr val="dk1"/>
                </a:solidFill>
              </a:defRPr>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p:txBody>
      </p:sp>
      <p:sp>
        <p:nvSpPr>
          <p:cNvPr id="354" name="Google Shape;354;p30"/>
          <p:cNvSpPr txBox="1"/>
          <p:nvPr>
            <p:ph idx="22" type="subTitle"/>
          </p:nvPr>
        </p:nvSpPr>
        <p:spPr>
          <a:xfrm>
            <a:off x="2178663" y="2027390"/>
            <a:ext cx="314100" cy="338700"/>
          </a:xfrm>
          <a:prstGeom prst="rect">
            <a:avLst/>
          </a:prstGeom>
        </p:spPr>
        <p:txBody>
          <a:bodyPr anchorCtr="0" anchor="t"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355" name="Google Shape;355;p30"/>
          <p:cNvSpPr txBox="1"/>
          <p:nvPr>
            <p:ph idx="23" type="subTitle"/>
          </p:nvPr>
        </p:nvSpPr>
        <p:spPr>
          <a:xfrm>
            <a:off x="3974250" y="2027390"/>
            <a:ext cx="314100" cy="338700"/>
          </a:xfrm>
          <a:prstGeom prst="rect">
            <a:avLst/>
          </a:prstGeom>
        </p:spPr>
        <p:txBody>
          <a:bodyPr anchorCtr="0" anchor="t"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356" name="Google Shape;356;p30"/>
          <p:cNvSpPr txBox="1"/>
          <p:nvPr>
            <p:ph idx="24" type="subTitle"/>
          </p:nvPr>
        </p:nvSpPr>
        <p:spPr>
          <a:xfrm>
            <a:off x="5789675" y="2027390"/>
            <a:ext cx="314100" cy="338700"/>
          </a:xfrm>
          <a:prstGeom prst="rect">
            <a:avLst/>
          </a:prstGeom>
        </p:spPr>
        <p:txBody>
          <a:bodyPr anchorCtr="0" anchor="t"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357" name="Google Shape;357;p30"/>
          <p:cNvSpPr txBox="1"/>
          <p:nvPr>
            <p:ph idx="25" type="subTitle"/>
          </p:nvPr>
        </p:nvSpPr>
        <p:spPr>
          <a:xfrm>
            <a:off x="7605089" y="2027390"/>
            <a:ext cx="314100" cy="338700"/>
          </a:xfrm>
          <a:prstGeom prst="rect">
            <a:avLst/>
          </a:prstGeom>
        </p:spPr>
        <p:txBody>
          <a:bodyPr anchorCtr="0" anchor="t"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358" name="Google Shape;358;p30"/>
          <p:cNvSpPr txBox="1"/>
          <p:nvPr>
            <p:ph idx="26" type="body"/>
          </p:nvPr>
        </p:nvSpPr>
        <p:spPr>
          <a:xfrm>
            <a:off x="7450350" y="2952175"/>
            <a:ext cx="1458000" cy="812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359" name="Google Shape;359;p30"/>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60" name="Google Shape;360;p30"/>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trics ">
  <p:cSld name="CUSTOM_5">
    <p:spTree>
      <p:nvGrpSpPr>
        <p:cNvPr id="361" name="Shape 361"/>
        <p:cNvGrpSpPr/>
        <p:nvPr/>
      </p:nvGrpSpPr>
      <p:grpSpPr>
        <a:xfrm>
          <a:off x="0" y="0"/>
          <a:ext cx="0" cy="0"/>
          <a:chOff x="0" y="0"/>
          <a:chExt cx="0" cy="0"/>
        </a:xfrm>
      </p:grpSpPr>
      <p:sp>
        <p:nvSpPr>
          <p:cNvPr id="362" name="Google Shape;362;p31"/>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63" name="Google Shape;363;p31"/>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64" name="Google Shape;364;p31"/>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365" name="Google Shape;365;p31"/>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366" name="Google Shape;366;p31"/>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67" name="Google Shape;367;p31"/>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68" name="Google Shape;368;p31"/>
          <p:cNvSpPr txBox="1"/>
          <p:nvPr>
            <p:ph idx="4" type="subTitle"/>
          </p:nvPr>
        </p:nvSpPr>
        <p:spPr>
          <a:xfrm>
            <a:off x="6314800" y="458325"/>
            <a:ext cx="2294700" cy="330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9" name="Google Shape;369;p31"/>
          <p:cNvSpPr txBox="1"/>
          <p:nvPr>
            <p:ph type="title"/>
          </p:nvPr>
        </p:nvSpPr>
        <p:spPr>
          <a:xfrm>
            <a:off x="237650" y="746900"/>
            <a:ext cx="2834700" cy="25908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370" name="Google Shape;370;p31"/>
          <p:cNvSpPr txBox="1"/>
          <p:nvPr>
            <p:ph idx="5" type="subTitle"/>
          </p:nvPr>
        </p:nvSpPr>
        <p:spPr>
          <a:xfrm>
            <a:off x="229175" y="229175"/>
            <a:ext cx="2834700" cy="330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371" name="Google Shape;371;p31"/>
          <p:cNvSpPr txBox="1"/>
          <p:nvPr>
            <p:ph idx="6" type="subTitle"/>
          </p:nvPr>
        </p:nvSpPr>
        <p:spPr>
          <a:xfrm>
            <a:off x="3437500" y="882725"/>
            <a:ext cx="2294700" cy="5007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372" name="Google Shape;372;p31"/>
          <p:cNvSpPr txBox="1"/>
          <p:nvPr>
            <p:ph idx="7" type="title"/>
          </p:nvPr>
        </p:nvSpPr>
        <p:spPr>
          <a:xfrm>
            <a:off x="3611850" y="1848195"/>
            <a:ext cx="1924200" cy="594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6200"/>
              <a:buNone/>
              <a:defRPr sz="6200"/>
            </a:lvl1pPr>
            <a:lvl2pPr lvl="1">
              <a:spcBef>
                <a:spcPts val="0"/>
              </a:spcBef>
              <a:spcAft>
                <a:spcPts val="0"/>
              </a:spcAft>
              <a:buClr>
                <a:schemeClr val="lt1"/>
              </a:buClr>
              <a:buSzPts val="6200"/>
              <a:buNone/>
              <a:defRPr sz="6200"/>
            </a:lvl2pPr>
            <a:lvl3pPr lvl="2">
              <a:spcBef>
                <a:spcPts val="0"/>
              </a:spcBef>
              <a:spcAft>
                <a:spcPts val="0"/>
              </a:spcAft>
              <a:buClr>
                <a:schemeClr val="lt1"/>
              </a:buClr>
              <a:buSzPts val="6200"/>
              <a:buNone/>
              <a:defRPr sz="6200"/>
            </a:lvl3pPr>
            <a:lvl4pPr lvl="3">
              <a:spcBef>
                <a:spcPts val="0"/>
              </a:spcBef>
              <a:spcAft>
                <a:spcPts val="0"/>
              </a:spcAft>
              <a:buClr>
                <a:schemeClr val="lt1"/>
              </a:buClr>
              <a:buSzPts val="6200"/>
              <a:buNone/>
              <a:defRPr sz="6200"/>
            </a:lvl4pPr>
            <a:lvl5pPr lvl="4">
              <a:spcBef>
                <a:spcPts val="0"/>
              </a:spcBef>
              <a:spcAft>
                <a:spcPts val="0"/>
              </a:spcAft>
              <a:buClr>
                <a:schemeClr val="lt1"/>
              </a:buClr>
              <a:buSzPts val="6200"/>
              <a:buNone/>
              <a:defRPr sz="6200"/>
            </a:lvl5pPr>
            <a:lvl6pPr lvl="5">
              <a:spcBef>
                <a:spcPts val="0"/>
              </a:spcBef>
              <a:spcAft>
                <a:spcPts val="0"/>
              </a:spcAft>
              <a:buClr>
                <a:schemeClr val="lt1"/>
              </a:buClr>
              <a:buSzPts val="6200"/>
              <a:buNone/>
              <a:defRPr sz="6200"/>
            </a:lvl6pPr>
            <a:lvl7pPr lvl="6">
              <a:spcBef>
                <a:spcPts val="0"/>
              </a:spcBef>
              <a:spcAft>
                <a:spcPts val="0"/>
              </a:spcAft>
              <a:buClr>
                <a:schemeClr val="lt1"/>
              </a:buClr>
              <a:buSzPts val="6200"/>
              <a:buNone/>
              <a:defRPr sz="6200"/>
            </a:lvl7pPr>
            <a:lvl8pPr lvl="7">
              <a:spcBef>
                <a:spcPts val="0"/>
              </a:spcBef>
              <a:spcAft>
                <a:spcPts val="0"/>
              </a:spcAft>
              <a:buClr>
                <a:schemeClr val="lt1"/>
              </a:buClr>
              <a:buSzPts val="6200"/>
              <a:buNone/>
              <a:defRPr sz="6200"/>
            </a:lvl8pPr>
            <a:lvl9pPr lvl="8">
              <a:spcBef>
                <a:spcPts val="0"/>
              </a:spcBef>
              <a:spcAft>
                <a:spcPts val="0"/>
              </a:spcAft>
              <a:buClr>
                <a:schemeClr val="lt1"/>
              </a:buClr>
              <a:buSzPts val="6200"/>
              <a:buNone/>
              <a:defRPr sz="6200"/>
            </a:lvl9pPr>
          </a:lstStyle>
          <a:p/>
        </p:txBody>
      </p:sp>
      <p:sp>
        <p:nvSpPr>
          <p:cNvPr id="373" name="Google Shape;373;p31"/>
          <p:cNvSpPr txBox="1"/>
          <p:nvPr>
            <p:ph idx="8" type="title"/>
          </p:nvPr>
        </p:nvSpPr>
        <p:spPr>
          <a:xfrm>
            <a:off x="3611850" y="3250202"/>
            <a:ext cx="1920300" cy="594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6200"/>
              <a:buFont typeface="Urbanist"/>
              <a:buNone/>
              <a:defRPr sz="6200">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374" name="Google Shape;374;p31"/>
          <p:cNvSpPr txBox="1"/>
          <p:nvPr>
            <p:ph idx="9" type="subTitle"/>
          </p:nvPr>
        </p:nvSpPr>
        <p:spPr>
          <a:xfrm>
            <a:off x="3611850" y="2707575"/>
            <a:ext cx="2120400" cy="168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375" name="Google Shape;375;p31"/>
          <p:cNvSpPr txBox="1"/>
          <p:nvPr>
            <p:ph idx="13" type="subTitle"/>
          </p:nvPr>
        </p:nvSpPr>
        <p:spPr>
          <a:xfrm>
            <a:off x="3611850" y="4076800"/>
            <a:ext cx="2120400" cy="168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376" name="Google Shape;376;p31"/>
          <p:cNvSpPr txBox="1"/>
          <p:nvPr>
            <p:ph idx="14" type="subTitle"/>
          </p:nvPr>
        </p:nvSpPr>
        <p:spPr>
          <a:xfrm>
            <a:off x="6258900" y="3267725"/>
            <a:ext cx="2478300" cy="5007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377" name="Google Shape;377;p31"/>
          <p:cNvSpPr txBox="1"/>
          <p:nvPr>
            <p:ph idx="15" type="subTitle"/>
          </p:nvPr>
        </p:nvSpPr>
        <p:spPr>
          <a:xfrm>
            <a:off x="6258900" y="3955225"/>
            <a:ext cx="2478300" cy="3300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1600"/>
              <a:buFont typeface="Urbanist"/>
              <a:buNone/>
              <a:defRPr b="1" u="sng">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378" name="Shape 378"/>
        <p:cNvGrpSpPr/>
        <p:nvPr/>
      </p:nvGrpSpPr>
      <p:grpSpPr>
        <a:xfrm>
          <a:off x="0" y="0"/>
          <a:ext cx="0" cy="0"/>
          <a:chOff x="0" y="0"/>
          <a:chExt cx="0" cy="0"/>
        </a:xfrm>
      </p:grpSpPr>
      <p:sp>
        <p:nvSpPr>
          <p:cNvPr id="379" name="Google Shape;379;p32"/>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380" name="Google Shape;380;p32"/>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81" name="Shape 381"/>
        <p:cNvGrpSpPr/>
        <p:nvPr/>
      </p:nvGrpSpPr>
      <p:grpSpPr>
        <a:xfrm>
          <a:off x="0" y="0"/>
          <a:ext cx="0" cy="0"/>
          <a:chOff x="0" y="0"/>
          <a:chExt cx="0" cy="0"/>
        </a:xfrm>
      </p:grpSpPr>
      <p:sp>
        <p:nvSpPr>
          <p:cNvPr id="382" name="Google Shape;382;p3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383" name="Shape 383"/>
        <p:cNvGrpSpPr/>
        <p:nvPr/>
      </p:nvGrpSpPr>
      <p:grpSpPr>
        <a:xfrm>
          <a:off x="0" y="0"/>
          <a:ext cx="0" cy="0"/>
          <a:chOff x="0" y="0"/>
          <a:chExt cx="0" cy="0"/>
        </a:xfrm>
      </p:grpSpPr>
      <p:sp>
        <p:nvSpPr>
          <p:cNvPr id="384" name="Google Shape;384;p3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85" name="Google Shape;385;p3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386" name="Shape 386"/>
        <p:cNvGrpSpPr/>
        <p:nvPr/>
      </p:nvGrpSpPr>
      <p:grpSpPr>
        <a:xfrm>
          <a:off x="0" y="0"/>
          <a:ext cx="0" cy="0"/>
          <a:chOff x="0" y="0"/>
          <a:chExt cx="0" cy="0"/>
        </a:xfrm>
      </p:grpSpPr>
      <p:sp>
        <p:nvSpPr>
          <p:cNvPr id="387" name="Google Shape;387;p3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88" name="Google Shape;388;p35"/>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89" name="Google Shape;389;p35"/>
          <p:cNvSpPr txBox="1"/>
          <p:nvPr>
            <p:ph idx="2" type="body"/>
          </p:nvPr>
        </p:nvSpPr>
        <p:spPr>
          <a:xfrm>
            <a:off x="4832400" y="1152475"/>
            <a:ext cx="3999900" cy="34164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90" name="Shape 390"/>
        <p:cNvGrpSpPr/>
        <p:nvPr/>
      </p:nvGrpSpPr>
      <p:grpSpPr>
        <a:xfrm>
          <a:off x="0" y="0"/>
          <a:ext cx="0" cy="0"/>
          <a:chOff x="0" y="0"/>
          <a:chExt cx="0" cy="0"/>
        </a:xfrm>
      </p:grpSpPr>
      <p:sp>
        <p:nvSpPr>
          <p:cNvPr id="391" name="Google Shape;391;p3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92" name="Shape 392"/>
        <p:cNvGrpSpPr/>
        <p:nvPr/>
      </p:nvGrpSpPr>
      <p:grpSpPr>
        <a:xfrm>
          <a:off x="0" y="0"/>
          <a:ext cx="0" cy="0"/>
          <a:chOff x="0" y="0"/>
          <a:chExt cx="0" cy="0"/>
        </a:xfrm>
      </p:grpSpPr>
      <p:sp>
        <p:nvSpPr>
          <p:cNvPr id="393" name="Google Shape;393;p3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94" name="Google Shape;394;p3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95" name="Shape 395"/>
        <p:cNvGrpSpPr/>
        <p:nvPr/>
      </p:nvGrpSpPr>
      <p:grpSpPr>
        <a:xfrm>
          <a:off x="0" y="0"/>
          <a:ext cx="0" cy="0"/>
          <a:chOff x="0" y="0"/>
          <a:chExt cx="0" cy="0"/>
        </a:xfrm>
      </p:grpSpPr>
      <p:sp>
        <p:nvSpPr>
          <p:cNvPr id="396" name="Google Shape;396;p38"/>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97" name="Shape 397"/>
        <p:cNvGrpSpPr/>
        <p:nvPr/>
      </p:nvGrpSpPr>
      <p:grpSpPr>
        <a:xfrm>
          <a:off x="0" y="0"/>
          <a:ext cx="0" cy="0"/>
          <a:chOff x="0" y="0"/>
          <a:chExt cx="0" cy="0"/>
        </a:xfrm>
      </p:grpSpPr>
      <p:sp>
        <p:nvSpPr>
          <p:cNvPr id="398" name="Google Shape;398;p3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99" name="Google Shape;399;p3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400" name="Google Shape;400;p3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401" name="Shape 401"/>
        <p:cNvGrpSpPr/>
        <p:nvPr/>
      </p:nvGrpSpPr>
      <p:grpSpPr>
        <a:xfrm>
          <a:off x="0" y="0"/>
          <a:ext cx="0" cy="0"/>
          <a:chOff x="0" y="0"/>
          <a:chExt cx="0" cy="0"/>
        </a:xfrm>
      </p:grpSpPr>
      <p:sp>
        <p:nvSpPr>
          <p:cNvPr id="402" name="Google Shape;402;p40"/>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spcBef>
                <a:spcPts val="0"/>
              </a:spcBef>
              <a:spcAft>
                <a:spcPts val="0"/>
              </a:spcAft>
              <a:buSzPts val="1200"/>
              <a:buNone/>
              <a:defRPr/>
            </a:lvl1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403" name="Shape 403"/>
        <p:cNvGrpSpPr/>
        <p:nvPr/>
      </p:nvGrpSpPr>
      <p:grpSpPr>
        <a:xfrm>
          <a:off x="0" y="0"/>
          <a:ext cx="0" cy="0"/>
          <a:chOff x="0" y="0"/>
          <a:chExt cx="0" cy="0"/>
        </a:xfrm>
      </p:grpSpPr>
      <p:sp>
        <p:nvSpPr>
          <p:cNvPr id="404" name="Google Shape;404;p4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05" name="Google Shape;405;p41"/>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304800" lvl="0" marL="457200" algn="ctr">
              <a:spcBef>
                <a:spcPts val="0"/>
              </a:spcBef>
              <a:spcAft>
                <a:spcPts val="0"/>
              </a:spcAft>
              <a:buSzPts val="1200"/>
              <a:buChar char="●"/>
              <a:defRPr/>
            </a:lvl1pPr>
            <a:lvl2pPr indent="-304800" lvl="1" marL="914400" algn="ctr">
              <a:spcBef>
                <a:spcPts val="0"/>
              </a:spcBef>
              <a:spcAft>
                <a:spcPts val="0"/>
              </a:spcAft>
              <a:buSzPts val="1200"/>
              <a:buChar char="○"/>
              <a:defRPr/>
            </a:lvl2pPr>
            <a:lvl3pPr indent="-304800" lvl="2" marL="1371600" algn="ctr">
              <a:spcBef>
                <a:spcPts val="0"/>
              </a:spcBef>
              <a:spcAft>
                <a:spcPts val="0"/>
              </a:spcAft>
              <a:buSzPts val="1200"/>
              <a:buChar char="■"/>
              <a:defRPr/>
            </a:lvl3pPr>
            <a:lvl4pPr indent="-304800" lvl="3" marL="1828800" algn="ctr">
              <a:spcBef>
                <a:spcPts val="0"/>
              </a:spcBef>
              <a:spcAft>
                <a:spcPts val="0"/>
              </a:spcAft>
              <a:buSzPts val="1200"/>
              <a:buChar char="●"/>
              <a:defRPr/>
            </a:lvl4pPr>
            <a:lvl5pPr indent="-304800" lvl="4" marL="2286000" algn="ctr">
              <a:spcBef>
                <a:spcPts val="0"/>
              </a:spcBef>
              <a:spcAft>
                <a:spcPts val="0"/>
              </a:spcAft>
              <a:buSzPts val="1200"/>
              <a:buChar char="○"/>
              <a:defRPr/>
            </a:lvl5pPr>
            <a:lvl6pPr indent="-304800" lvl="5" marL="2743200" algn="ctr">
              <a:spcBef>
                <a:spcPts val="0"/>
              </a:spcBef>
              <a:spcAft>
                <a:spcPts val="0"/>
              </a:spcAft>
              <a:buSzPts val="1200"/>
              <a:buChar char="■"/>
              <a:defRPr/>
            </a:lvl6pPr>
            <a:lvl7pPr indent="-304800" lvl="6" marL="3200400" algn="ctr">
              <a:spcBef>
                <a:spcPts val="0"/>
              </a:spcBef>
              <a:spcAft>
                <a:spcPts val="0"/>
              </a:spcAft>
              <a:buSzPts val="1200"/>
              <a:buChar char="●"/>
              <a:defRPr/>
            </a:lvl7pPr>
            <a:lvl8pPr indent="-304800" lvl="7" marL="3657600" algn="ctr">
              <a:spcBef>
                <a:spcPts val="0"/>
              </a:spcBef>
              <a:spcAft>
                <a:spcPts val="0"/>
              </a:spcAft>
              <a:buSzPts val="1200"/>
              <a:buChar char="○"/>
              <a:defRPr/>
            </a:lvl8pPr>
            <a:lvl9pPr indent="-304800" lvl="8" marL="4114800" algn="ctr">
              <a:spcBef>
                <a:spcPts val="0"/>
              </a:spcBef>
              <a:spcAft>
                <a:spcPts val="0"/>
              </a:spcAft>
              <a:buSzPts val="1200"/>
              <a:buChar char="■"/>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406" name="Shape 406"/>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407" name="Shape 407"/>
        <p:cNvGrpSpPr/>
        <p:nvPr/>
      </p:nvGrpSpPr>
      <p:grpSpPr>
        <a:xfrm>
          <a:off x="0" y="0"/>
          <a:ext cx="0" cy="0"/>
          <a:chOff x="0" y="0"/>
          <a:chExt cx="0" cy="0"/>
        </a:xfrm>
      </p:grpSpPr>
      <p:sp>
        <p:nvSpPr>
          <p:cNvPr id="408" name="Google Shape;408;p43"/>
          <p:cNvSpPr txBox="1"/>
          <p:nvPr>
            <p:ph type="title"/>
          </p:nvPr>
        </p:nvSpPr>
        <p:spPr>
          <a:xfrm>
            <a:off x="677325" y="1832775"/>
            <a:ext cx="3217200" cy="14841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09" name="Google Shape;409;p43"/>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10" name="Google Shape;410;p43"/>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11" name="Google Shape;411;p43"/>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12" name="Google Shape;412;p43"/>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13" name="Google Shape;413;p43"/>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14" name="Google Shape;414;p43"/>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415" name="Shape 415"/>
        <p:cNvGrpSpPr/>
        <p:nvPr/>
      </p:nvGrpSpPr>
      <p:grpSpPr>
        <a:xfrm>
          <a:off x="0" y="0"/>
          <a:ext cx="0" cy="0"/>
          <a:chOff x="0" y="0"/>
          <a:chExt cx="0" cy="0"/>
        </a:xfrm>
      </p:grpSpPr>
      <p:sp>
        <p:nvSpPr>
          <p:cNvPr id="416" name="Google Shape;416;p4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17" name="Google Shape;417;p44"/>
          <p:cNvSpPr txBox="1"/>
          <p:nvPr>
            <p:ph idx="1" type="body"/>
          </p:nvPr>
        </p:nvSpPr>
        <p:spPr>
          <a:xfrm>
            <a:off x="311700" y="1152475"/>
            <a:ext cx="4473900" cy="34164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18" name="Google Shape;418;p44"/>
          <p:cNvSpPr/>
          <p:nvPr>
            <p:ph idx="2" type="pic"/>
          </p:nvPr>
        </p:nvSpPr>
        <p:spPr>
          <a:xfrm>
            <a:off x="4992024" y="1152775"/>
            <a:ext cx="3840300" cy="3416400"/>
          </a:xfrm>
          <a:prstGeom prst="rect">
            <a:avLst/>
          </a:prstGeom>
          <a:noFill/>
          <a:ln>
            <a:noFill/>
          </a:ln>
        </p:spPr>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419" name="Shape 419"/>
        <p:cNvGrpSpPr/>
        <p:nvPr/>
      </p:nvGrpSpPr>
      <p:grpSpPr>
        <a:xfrm>
          <a:off x="0" y="0"/>
          <a:ext cx="0" cy="0"/>
          <a:chOff x="0" y="0"/>
          <a:chExt cx="0" cy="0"/>
        </a:xfrm>
      </p:grpSpPr>
      <p:sp>
        <p:nvSpPr>
          <p:cNvPr id="420" name="Google Shape;420;p45"/>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21" name="Google Shape;421;p45"/>
          <p:cNvSpPr txBox="1"/>
          <p:nvPr>
            <p:ph idx="1" type="body"/>
          </p:nvPr>
        </p:nvSpPr>
        <p:spPr>
          <a:xfrm>
            <a:off x="483150" y="2237788"/>
            <a:ext cx="3619800" cy="23736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22" name="Google Shape;422;p45"/>
          <p:cNvSpPr txBox="1"/>
          <p:nvPr>
            <p:ph idx="2" type="body"/>
          </p:nvPr>
        </p:nvSpPr>
        <p:spPr>
          <a:xfrm>
            <a:off x="5048000" y="2237788"/>
            <a:ext cx="36198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23" name="Google Shape;423;p45"/>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24" name="Google Shape;424;p45"/>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425" name="Shape 425"/>
        <p:cNvGrpSpPr/>
        <p:nvPr/>
      </p:nvGrpSpPr>
      <p:grpSpPr>
        <a:xfrm>
          <a:off x="0" y="0"/>
          <a:ext cx="0" cy="0"/>
          <a:chOff x="0" y="0"/>
          <a:chExt cx="0" cy="0"/>
        </a:xfrm>
      </p:grpSpPr>
      <p:sp>
        <p:nvSpPr>
          <p:cNvPr id="426" name="Google Shape;426;p46"/>
          <p:cNvSpPr txBox="1"/>
          <p:nvPr>
            <p:ph idx="1" type="body"/>
          </p:nvPr>
        </p:nvSpPr>
        <p:spPr>
          <a:xfrm>
            <a:off x="483175" y="2417500"/>
            <a:ext cx="2455500" cy="23736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27" name="Google Shape;427;p46"/>
          <p:cNvSpPr txBox="1"/>
          <p:nvPr>
            <p:ph idx="2" type="body"/>
          </p:nvPr>
        </p:nvSpPr>
        <p:spPr>
          <a:xfrm>
            <a:off x="3347725" y="2417500"/>
            <a:ext cx="24555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28" name="Google Shape;428;p46"/>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29" name="Google Shape;429;p46"/>
          <p:cNvSpPr txBox="1"/>
          <p:nvPr>
            <p:ph idx="3"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30" name="Google Shape;430;p46"/>
          <p:cNvSpPr txBox="1"/>
          <p:nvPr>
            <p:ph idx="4"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31" name="Google Shape;431;p46"/>
          <p:cNvSpPr txBox="1"/>
          <p:nvPr>
            <p:ph idx="5"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32" name="Google Shape;432;p46"/>
          <p:cNvSpPr txBox="1"/>
          <p:nvPr>
            <p:ph idx="6" type="body"/>
          </p:nvPr>
        </p:nvSpPr>
        <p:spPr>
          <a:xfrm>
            <a:off x="6212275" y="2417500"/>
            <a:ext cx="24555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433" name="Shape 433"/>
        <p:cNvGrpSpPr/>
        <p:nvPr/>
      </p:nvGrpSpPr>
      <p:grpSpPr>
        <a:xfrm>
          <a:off x="0" y="0"/>
          <a:ext cx="0" cy="0"/>
          <a:chOff x="0" y="0"/>
          <a:chExt cx="0" cy="0"/>
        </a:xfrm>
      </p:grpSpPr>
      <p:sp>
        <p:nvSpPr>
          <p:cNvPr id="434" name="Google Shape;434;p47"/>
          <p:cNvSpPr txBox="1"/>
          <p:nvPr>
            <p:ph idx="1" type="body"/>
          </p:nvPr>
        </p:nvSpPr>
        <p:spPr>
          <a:xfrm>
            <a:off x="366725" y="1759093"/>
            <a:ext cx="3838500" cy="11385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35" name="Google Shape;435;p47"/>
          <p:cNvSpPr txBox="1"/>
          <p:nvPr>
            <p:ph idx="2" type="body"/>
          </p:nvPr>
        </p:nvSpPr>
        <p:spPr>
          <a:xfrm>
            <a:off x="4938725" y="1759093"/>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36" name="Google Shape;436;p47"/>
          <p:cNvSpPr txBox="1"/>
          <p:nvPr>
            <p:ph idx="3" type="body"/>
          </p:nvPr>
        </p:nvSpPr>
        <p:spPr>
          <a:xfrm>
            <a:off x="366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37" name="Google Shape;437;p47"/>
          <p:cNvSpPr txBox="1"/>
          <p:nvPr>
            <p:ph idx="4" type="body"/>
          </p:nvPr>
        </p:nvSpPr>
        <p:spPr>
          <a:xfrm>
            <a:off x="4938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38" name="Google Shape;438;p47"/>
          <p:cNvSpPr txBox="1"/>
          <p:nvPr>
            <p:ph type="title"/>
          </p:nvPr>
        </p:nvSpPr>
        <p:spPr>
          <a:xfrm>
            <a:off x="366750"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39" name="Google Shape;439;p47"/>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40" name="Google Shape;440;p47"/>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41" name="Google Shape;441;p47"/>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42" name="Google Shape;442;p47"/>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443" name="Shape 443"/>
        <p:cNvGrpSpPr/>
        <p:nvPr/>
      </p:nvGrpSpPr>
      <p:grpSpPr>
        <a:xfrm>
          <a:off x="0" y="0"/>
          <a:ext cx="0" cy="0"/>
          <a:chOff x="0" y="0"/>
          <a:chExt cx="0" cy="0"/>
        </a:xfrm>
      </p:grpSpPr>
      <p:sp>
        <p:nvSpPr>
          <p:cNvPr id="444" name="Google Shape;444;p48"/>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45" name="Google Shape;445;p48"/>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446" name="Shape 446"/>
        <p:cNvGrpSpPr/>
        <p:nvPr/>
      </p:nvGrpSpPr>
      <p:grpSpPr>
        <a:xfrm>
          <a:off x="0" y="0"/>
          <a:ext cx="0" cy="0"/>
          <a:chOff x="0" y="0"/>
          <a:chExt cx="0" cy="0"/>
        </a:xfrm>
      </p:grpSpPr>
      <p:sp>
        <p:nvSpPr>
          <p:cNvPr id="447" name="Google Shape;447;p49"/>
          <p:cNvSpPr txBox="1"/>
          <p:nvPr>
            <p:ph idx="1" type="body"/>
          </p:nvPr>
        </p:nvSpPr>
        <p:spPr>
          <a:xfrm>
            <a:off x="311700" y="4080225"/>
            <a:ext cx="4027500" cy="9261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48" name="Google Shape;448;p49"/>
          <p:cNvSpPr/>
          <p:nvPr>
            <p:ph idx="2" type="pic"/>
          </p:nvPr>
        </p:nvSpPr>
        <p:spPr>
          <a:xfrm>
            <a:off x="4804825" y="1133300"/>
            <a:ext cx="4027500" cy="2392800"/>
          </a:xfrm>
          <a:prstGeom prst="rect">
            <a:avLst/>
          </a:prstGeom>
          <a:noFill/>
          <a:ln>
            <a:noFill/>
          </a:ln>
        </p:spPr>
      </p:sp>
      <p:sp>
        <p:nvSpPr>
          <p:cNvPr id="449" name="Google Shape;449;p49"/>
          <p:cNvSpPr/>
          <p:nvPr>
            <p:ph idx="3" type="pic"/>
          </p:nvPr>
        </p:nvSpPr>
        <p:spPr>
          <a:xfrm>
            <a:off x="311725" y="1133300"/>
            <a:ext cx="4027500" cy="2392800"/>
          </a:xfrm>
          <a:prstGeom prst="rect">
            <a:avLst/>
          </a:prstGeom>
          <a:noFill/>
          <a:ln>
            <a:noFill/>
          </a:ln>
        </p:spPr>
      </p:sp>
      <p:sp>
        <p:nvSpPr>
          <p:cNvPr id="450" name="Google Shape;450;p49"/>
          <p:cNvSpPr txBox="1"/>
          <p:nvPr>
            <p:ph idx="4" type="body"/>
          </p:nvPr>
        </p:nvSpPr>
        <p:spPr>
          <a:xfrm>
            <a:off x="4804825" y="4080225"/>
            <a:ext cx="4027500" cy="926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51" name="Google Shape;451;p49"/>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52" name="Google Shape;452;p49"/>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53" name="Google Shape;453;p49"/>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454" name="Shape 454"/>
        <p:cNvGrpSpPr/>
        <p:nvPr/>
      </p:nvGrpSpPr>
      <p:grpSpPr>
        <a:xfrm>
          <a:off x="0" y="0"/>
          <a:ext cx="0" cy="0"/>
          <a:chOff x="0" y="0"/>
          <a:chExt cx="0" cy="0"/>
        </a:xfrm>
      </p:grpSpPr>
      <p:sp>
        <p:nvSpPr>
          <p:cNvPr id="455" name="Google Shape;455;p50"/>
          <p:cNvSpPr txBox="1"/>
          <p:nvPr>
            <p:ph idx="1" type="body"/>
          </p:nvPr>
        </p:nvSpPr>
        <p:spPr>
          <a:xfrm>
            <a:off x="311700" y="3911700"/>
            <a:ext cx="2627100" cy="10185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56" name="Google Shape;456;p50"/>
          <p:cNvSpPr/>
          <p:nvPr>
            <p:ph idx="2" type="pic"/>
          </p:nvPr>
        </p:nvSpPr>
        <p:spPr>
          <a:xfrm>
            <a:off x="6205225" y="1128325"/>
            <a:ext cx="2627100" cy="2273100"/>
          </a:xfrm>
          <a:prstGeom prst="rect">
            <a:avLst/>
          </a:prstGeom>
          <a:noFill/>
          <a:ln>
            <a:noFill/>
          </a:ln>
        </p:spPr>
      </p:sp>
      <p:sp>
        <p:nvSpPr>
          <p:cNvPr id="457" name="Google Shape;457;p50"/>
          <p:cNvSpPr/>
          <p:nvPr>
            <p:ph idx="3" type="pic"/>
          </p:nvPr>
        </p:nvSpPr>
        <p:spPr>
          <a:xfrm>
            <a:off x="311725" y="1128325"/>
            <a:ext cx="2627100" cy="2273100"/>
          </a:xfrm>
          <a:prstGeom prst="rect">
            <a:avLst/>
          </a:prstGeom>
          <a:noFill/>
          <a:ln>
            <a:noFill/>
          </a:ln>
        </p:spPr>
      </p:sp>
      <p:sp>
        <p:nvSpPr>
          <p:cNvPr id="458" name="Google Shape;458;p50"/>
          <p:cNvSpPr txBox="1"/>
          <p:nvPr>
            <p:ph idx="4" type="body"/>
          </p:nvPr>
        </p:nvSpPr>
        <p:spPr>
          <a:xfrm>
            <a:off x="6205225"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59" name="Google Shape;459;p50"/>
          <p:cNvSpPr/>
          <p:nvPr>
            <p:ph idx="5" type="pic"/>
          </p:nvPr>
        </p:nvSpPr>
        <p:spPr>
          <a:xfrm>
            <a:off x="3255250" y="1128325"/>
            <a:ext cx="2627100" cy="2273100"/>
          </a:xfrm>
          <a:prstGeom prst="rect">
            <a:avLst/>
          </a:prstGeom>
          <a:noFill/>
          <a:ln>
            <a:noFill/>
          </a:ln>
        </p:spPr>
      </p:sp>
      <p:sp>
        <p:nvSpPr>
          <p:cNvPr id="460" name="Google Shape;460;p50"/>
          <p:cNvSpPr txBox="1"/>
          <p:nvPr>
            <p:ph idx="6" type="body"/>
          </p:nvPr>
        </p:nvSpPr>
        <p:spPr>
          <a:xfrm>
            <a:off x="3255250"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61" name="Google Shape;461;p50"/>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62" name="Google Shape;462;p50"/>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63" name="Google Shape;463;p50"/>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64" name="Google Shape;464;p50"/>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65" name="Shape 465"/>
        <p:cNvGrpSpPr/>
        <p:nvPr/>
      </p:nvGrpSpPr>
      <p:grpSpPr>
        <a:xfrm>
          <a:off x="0" y="0"/>
          <a:ext cx="0" cy="0"/>
          <a:chOff x="0" y="0"/>
          <a:chExt cx="0" cy="0"/>
        </a:xfrm>
      </p:grpSpPr>
      <p:sp>
        <p:nvSpPr>
          <p:cNvPr id="466" name="Google Shape;466;p51"/>
          <p:cNvSpPr/>
          <p:nvPr>
            <p:ph idx="2" type="pic"/>
          </p:nvPr>
        </p:nvSpPr>
        <p:spPr>
          <a:xfrm>
            <a:off x="311700" y="445025"/>
            <a:ext cx="8520600" cy="4218300"/>
          </a:xfrm>
          <a:prstGeom prst="rect">
            <a:avLst/>
          </a:prstGeom>
          <a:noFill/>
          <a:ln>
            <a:noFill/>
          </a:ln>
        </p:spPr>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67" name="Shape 467"/>
        <p:cNvGrpSpPr/>
        <p:nvPr/>
      </p:nvGrpSpPr>
      <p:grpSpPr>
        <a:xfrm>
          <a:off x="0" y="0"/>
          <a:ext cx="0" cy="0"/>
          <a:chOff x="0" y="0"/>
          <a:chExt cx="0" cy="0"/>
        </a:xfrm>
      </p:grpSpPr>
      <p:sp>
        <p:nvSpPr>
          <p:cNvPr id="468" name="Google Shape;468;p52"/>
          <p:cNvSpPr/>
          <p:nvPr>
            <p:ph idx="2" type="pic"/>
          </p:nvPr>
        </p:nvSpPr>
        <p:spPr>
          <a:xfrm>
            <a:off x="3389600" y="118913"/>
            <a:ext cx="1643700" cy="1535100"/>
          </a:xfrm>
          <a:prstGeom prst="rect">
            <a:avLst/>
          </a:prstGeom>
          <a:noFill/>
          <a:ln>
            <a:noFill/>
          </a:ln>
        </p:spPr>
      </p:sp>
      <p:sp>
        <p:nvSpPr>
          <p:cNvPr id="469" name="Google Shape;469;p52"/>
          <p:cNvSpPr/>
          <p:nvPr>
            <p:ph idx="3" type="pic"/>
          </p:nvPr>
        </p:nvSpPr>
        <p:spPr>
          <a:xfrm>
            <a:off x="5195935" y="118913"/>
            <a:ext cx="1643700" cy="1535100"/>
          </a:xfrm>
          <a:prstGeom prst="rect">
            <a:avLst/>
          </a:prstGeom>
          <a:noFill/>
          <a:ln>
            <a:noFill/>
          </a:ln>
        </p:spPr>
      </p:sp>
      <p:sp>
        <p:nvSpPr>
          <p:cNvPr id="470" name="Google Shape;470;p52"/>
          <p:cNvSpPr/>
          <p:nvPr>
            <p:ph idx="4" type="pic"/>
          </p:nvPr>
        </p:nvSpPr>
        <p:spPr>
          <a:xfrm>
            <a:off x="7002270" y="118913"/>
            <a:ext cx="1643700" cy="1535100"/>
          </a:xfrm>
          <a:prstGeom prst="rect">
            <a:avLst/>
          </a:prstGeom>
          <a:noFill/>
          <a:ln>
            <a:noFill/>
          </a:ln>
        </p:spPr>
      </p:sp>
      <p:sp>
        <p:nvSpPr>
          <p:cNvPr id="471" name="Google Shape;471;p52"/>
          <p:cNvSpPr/>
          <p:nvPr>
            <p:ph idx="5" type="pic"/>
          </p:nvPr>
        </p:nvSpPr>
        <p:spPr>
          <a:xfrm>
            <a:off x="3389588" y="1804212"/>
            <a:ext cx="1643700" cy="1535100"/>
          </a:xfrm>
          <a:prstGeom prst="rect">
            <a:avLst/>
          </a:prstGeom>
          <a:noFill/>
          <a:ln>
            <a:noFill/>
          </a:ln>
        </p:spPr>
      </p:sp>
      <p:sp>
        <p:nvSpPr>
          <p:cNvPr id="472" name="Google Shape;472;p52"/>
          <p:cNvSpPr/>
          <p:nvPr>
            <p:ph idx="6" type="pic"/>
          </p:nvPr>
        </p:nvSpPr>
        <p:spPr>
          <a:xfrm>
            <a:off x="5195922" y="1804212"/>
            <a:ext cx="1643700" cy="1535100"/>
          </a:xfrm>
          <a:prstGeom prst="rect">
            <a:avLst/>
          </a:prstGeom>
          <a:noFill/>
          <a:ln>
            <a:noFill/>
          </a:ln>
        </p:spPr>
      </p:sp>
      <p:sp>
        <p:nvSpPr>
          <p:cNvPr id="473" name="Google Shape;473;p52"/>
          <p:cNvSpPr/>
          <p:nvPr>
            <p:ph idx="7" type="pic"/>
          </p:nvPr>
        </p:nvSpPr>
        <p:spPr>
          <a:xfrm>
            <a:off x="7002257" y="1804212"/>
            <a:ext cx="1643700" cy="1535100"/>
          </a:xfrm>
          <a:prstGeom prst="rect">
            <a:avLst/>
          </a:prstGeom>
          <a:noFill/>
          <a:ln>
            <a:noFill/>
          </a:ln>
        </p:spPr>
      </p:sp>
      <p:sp>
        <p:nvSpPr>
          <p:cNvPr id="474" name="Google Shape;474;p52"/>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75" name="Google Shape;475;p52"/>
          <p:cNvSpPr/>
          <p:nvPr>
            <p:ph idx="8" type="pic"/>
          </p:nvPr>
        </p:nvSpPr>
        <p:spPr>
          <a:xfrm>
            <a:off x="3389588" y="3489487"/>
            <a:ext cx="1643700" cy="1535100"/>
          </a:xfrm>
          <a:prstGeom prst="rect">
            <a:avLst/>
          </a:prstGeom>
          <a:noFill/>
          <a:ln>
            <a:noFill/>
          </a:ln>
        </p:spPr>
      </p:sp>
      <p:sp>
        <p:nvSpPr>
          <p:cNvPr id="476" name="Google Shape;476;p52"/>
          <p:cNvSpPr/>
          <p:nvPr>
            <p:ph idx="9" type="pic"/>
          </p:nvPr>
        </p:nvSpPr>
        <p:spPr>
          <a:xfrm>
            <a:off x="5195922" y="3489487"/>
            <a:ext cx="1643700" cy="1535100"/>
          </a:xfrm>
          <a:prstGeom prst="rect">
            <a:avLst/>
          </a:prstGeom>
          <a:noFill/>
          <a:ln>
            <a:noFill/>
          </a:ln>
        </p:spPr>
      </p:sp>
      <p:sp>
        <p:nvSpPr>
          <p:cNvPr id="477" name="Google Shape;477;p52"/>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motions" type="blank">
  <p:cSld name="BLANK">
    <p:spTree>
      <p:nvGrpSpPr>
        <p:cNvPr id="482" name="Shape 482"/>
        <p:cNvGrpSpPr/>
        <p:nvPr/>
      </p:nvGrpSpPr>
      <p:grpSpPr>
        <a:xfrm>
          <a:off x="0" y="0"/>
          <a:ext cx="0" cy="0"/>
          <a:chOff x="0" y="0"/>
          <a:chExt cx="0" cy="0"/>
        </a:xfrm>
      </p:grpSpPr>
      <p:sp>
        <p:nvSpPr>
          <p:cNvPr id="483" name="Google Shape;483;p54"/>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484" name="Google Shape;484;p54"/>
          <p:cNvSpPr txBox="1"/>
          <p:nvPr>
            <p:ph idx="2"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pic>
        <p:nvPicPr>
          <p:cNvPr descr="A portrait of a smiling woman in casual attire. " id="485" name="Google Shape;485;p54"/>
          <p:cNvPicPr preferRelativeResize="0"/>
          <p:nvPr/>
        </p:nvPicPr>
        <p:blipFill rotWithShape="1">
          <a:blip r:embed="rId2">
            <a:alphaModFix/>
          </a:blip>
          <a:srcRect b="23378" l="26958" r="35833" t="0"/>
          <a:stretch/>
        </p:blipFill>
        <p:spPr>
          <a:xfrm>
            <a:off x="284700" y="1847700"/>
            <a:ext cx="2055000" cy="2820900"/>
          </a:xfrm>
          <a:prstGeom prst="roundRect">
            <a:avLst>
              <a:gd fmla="val 15597" name="adj"/>
            </a:avLst>
          </a:prstGeom>
          <a:noFill/>
          <a:ln>
            <a:noFill/>
          </a:ln>
        </p:spPr>
      </p:pic>
      <p:pic>
        <p:nvPicPr>
          <p:cNvPr descr="A confident man stands with his arms crossed in front of a white background. " id="486" name="Google Shape;486;p54"/>
          <p:cNvPicPr preferRelativeResize="0"/>
          <p:nvPr/>
        </p:nvPicPr>
        <p:blipFill rotWithShape="1">
          <a:blip r:embed="rId3">
            <a:alphaModFix/>
          </a:blip>
          <a:srcRect b="1225" l="28621" r="23422" t="0"/>
          <a:stretch/>
        </p:blipFill>
        <p:spPr>
          <a:xfrm>
            <a:off x="4629476" y="1847700"/>
            <a:ext cx="2055000" cy="2820900"/>
          </a:xfrm>
          <a:prstGeom prst="roundRect">
            <a:avLst>
              <a:gd fmla="val 15616" name="adj"/>
            </a:avLst>
          </a:prstGeom>
          <a:noFill/>
          <a:ln>
            <a:noFill/>
          </a:ln>
        </p:spPr>
      </p:pic>
      <p:sp>
        <p:nvSpPr>
          <p:cNvPr id="487" name="Google Shape;487;p54"/>
          <p:cNvSpPr txBox="1"/>
          <p:nvPr>
            <p:ph type="title"/>
          </p:nvPr>
        </p:nvSpPr>
        <p:spPr>
          <a:xfrm>
            <a:off x="284700" y="598950"/>
            <a:ext cx="6615900" cy="450600"/>
          </a:xfrm>
          <a:prstGeom prst="rect">
            <a:avLst/>
          </a:prstGeom>
        </p:spPr>
        <p:txBody>
          <a:bodyPr anchorCtr="0" anchor="t" bIns="0" lIns="0" spcFirstLastPara="1" rIns="91425" wrap="square" tIns="0">
            <a:spAutoFit/>
          </a:bodyPr>
          <a:lstStyle>
            <a:lvl1pPr lvl="0">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1pPr>
            <a:lvl2pPr lvl="1">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2pPr>
            <a:lvl3pPr lvl="2">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3pPr>
            <a:lvl4pPr lvl="3">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4pPr>
            <a:lvl5pPr lvl="4">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5pPr>
            <a:lvl6pPr lvl="5">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6pPr>
            <a:lvl7pPr lvl="6">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7pPr>
            <a:lvl8pPr lvl="7">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8pPr>
            <a:lvl9pPr lvl="8">
              <a:spcBef>
                <a:spcPts val="0"/>
              </a:spcBef>
              <a:spcAft>
                <a:spcPts val="0"/>
              </a:spcAft>
              <a:buClr>
                <a:schemeClr val="lt1"/>
              </a:buClr>
              <a:buSzPts val="3600"/>
              <a:buFont typeface="Instrument Sans"/>
              <a:buNone/>
              <a:defRPr sz="3600">
                <a:latin typeface="Instrument Sans"/>
                <a:ea typeface="Instrument Sans"/>
                <a:cs typeface="Instrument Sans"/>
                <a:sym typeface="Instrument Sans"/>
              </a:defRPr>
            </a:lvl9pPr>
          </a:lstStyle>
          <a:p/>
        </p:txBody>
      </p:sp>
      <p:sp>
        <p:nvSpPr>
          <p:cNvPr id="488" name="Google Shape;488;p54"/>
          <p:cNvSpPr txBox="1"/>
          <p:nvPr>
            <p:ph idx="3" type="subTitle"/>
          </p:nvPr>
        </p:nvSpPr>
        <p:spPr>
          <a:xfrm>
            <a:off x="2541625" y="2578075"/>
            <a:ext cx="1796700" cy="317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400"/>
              <a:buFont typeface="Instrument Sans Medium"/>
              <a:buNone/>
              <a:defRPr>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p:txBody>
      </p:sp>
      <p:sp>
        <p:nvSpPr>
          <p:cNvPr id="489" name="Google Shape;489;p54"/>
          <p:cNvSpPr txBox="1"/>
          <p:nvPr>
            <p:ph idx="4" type="subTitle"/>
          </p:nvPr>
        </p:nvSpPr>
        <p:spPr>
          <a:xfrm>
            <a:off x="2640775" y="2819575"/>
            <a:ext cx="1485600" cy="450600"/>
          </a:xfrm>
          <a:prstGeom prst="rect">
            <a:avLst/>
          </a:prstGeom>
        </p:spPr>
        <p:txBody>
          <a:bodyPr anchorCtr="0" anchor="t" bIns="91425" lIns="91425" spcFirstLastPara="1" rIns="91425" wrap="square" tIns="91425">
            <a:noAutofit/>
          </a:bodyPr>
          <a:lstStyle>
            <a:lvl1pPr lvl="0">
              <a:spcBef>
                <a:spcPts val="0"/>
              </a:spcBef>
              <a:spcAft>
                <a:spcPts val="0"/>
              </a:spcAft>
              <a:buSzPts val="1200"/>
              <a:buNone/>
              <a:defRPr sz="1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90" name="Google Shape;490;p54"/>
          <p:cNvSpPr txBox="1"/>
          <p:nvPr>
            <p:ph idx="5" type="subTitle"/>
          </p:nvPr>
        </p:nvSpPr>
        <p:spPr>
          <a:xfrm>
            <a:off x="6895261" y="2578075"/>
            <a:ext cx="1796700" cy="317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400"/>
              <a:buFont typeface="Instrument Sans Medium"/>
              <a:buNone/>
              <a:defRPr>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p:txBody>
      </p:sp>
      <p:sp>
        <p:nvSpPr>
          <p:cNvPr id="491" name="Google Shape;491;p54"/>
          <p:cNvSpPr txBox="1"/>
          <p:nvPr>
            <p:ph idx="6" type="subTitle"/>
          </p:nvPr>
        </p:nvSpPr>
        <p:spPr>
          <a:xfrm>
            <a:off x="6895261" y="2819575"/>
            <a:ext cx="1485600" cy="4506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nstrument Sans"/>
              <a:buNone/>
              <a:defRPr sz="1200"/>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p:txBody>
      </p:sp>
      <p:sp>
        <p:nvSpPr>
          <p:cNvPr id="492" name="Google Shape;492;p54"/>
          <p:cNvSpPr txBox="1"/>
          <p:nvPr>
            <p:ph idx="7" type="subTitle"/>
          </p:nvPr>
        </p:nvSpPr>
        <p:spPr>
          <a:xfrm>
            <a:off x="2541000" y="3617250"/>
            <a:ext cx="1899900" cy="9993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6"/>
              </a:buClr>
              <a:buSzPts val="1000"/>
              <a:buFont typeface="Instrument Sans"/>
              <a:buNone/>
              <a:defRPr sz="1000">
                <a:solidFill>
                  <a:schemeClr val="accent6"/>
                </a:solidFill>
              </a:defRPr>
            </a:lvl1pPr>
            <a:lvl2pPr lvl="1">
              <a:spcBef>
                <a:spcPts val="0"/>
              </a:spcBef>
              <a:spcAft>
                <a:spcPts val="0"/>
              </a:spcAft>
              <a:buClr>
                <a:schemeClr val="accent6"/>
              </a:buClr>
              <a:buSzPts val="1400"/>
              <a:buFont typeface="Instrument Sans"/>
              <a:buNone/>
              <a:defRPr>
                <a:solidFill>
                  <a:schemeClr val="accent6"/>
                </a:solidFill>
              </a:defRPr>
            </a:lvl2pPr>
            <a:lvl3pPr lvl="2">
              <a:spcBef>
                <a:spcPts val="0"/>
              </a:spcBef>
              <a:spcAft>
                <a:spcPts val="0"/>
              </a:spcAft>
              <a:buClr>
                <a:schemeClr val="accent6"/>
              </a:buClr>
              <a:buSzPts val="1400"/>
              <a:buFont typeface="Instrument Sans"/>
              <a:buNone/>
              <a:defRPr>
                <a:solidFill>
                  <a:schemeClr val="accent6"/>
                </a:solidFill>
              </a:defRPr>
            </a:lvl3pPr>
            <a:lvl4pPr lvl="3">
              <a:spcBef>
                <a:spcPts val="0"/>
              </a:spcBef>
              <a:spcAft>
                <a:spcPts val="0"/>
              </a:spcAft>
              <a:buClr>
                <a:schemeClr val="accent6"/>
              </a:buClr>
              <a:buSzPts val="1400"/>
              <a:buFont typeface="Instrument Sans"/>
              <a:buNone/>
              <a:defRPr>
                <a:solidFill>
                  <a:schemeClr val="accent6"/>
                </a:solidFill>
              </a:defRPr>
            </a:lvl4pPr>
            <a:lvl5pPr lvl="4">
              <a:spcBef>
                <a:spcPts val="0"/>
              </a:spcBef>
              <a:spcAft>
                <a:spcPts val="0"/>
              </a:spcAft>
              <a:buClr>
                <a:schemeClr val="accent6"/>
              </a:buClr>
              <a:buSzPts val="1400"/>
              <a:buFont typeface="Instrument Sans"/>
              <a:buNone/>
              <a:defRPr>
                <a:solidFill>
                  <a:schemeClr val="accent6"/>
                </a:solidFill>
              </a:defRPr>
            </a:lvl5pPr>
            <a:lvl6pPr lvl="5">
              <a:spcBef>
                <a:spcPts val="0"/>
              </a:spcBef>
              <a:spcAft>
                <a:spcPts val="0"/>
              </a:spcAft>
              <a:buClr>
                <a:schemeClr val="accent6"/>
              </a:buClr>
              <a:buSzPts val="1400"/>
              <a:buFont typeface="Instrument Sans"/>
              <a:buNone/>
              <a:defRPr>
                <a:solidFill>
                  <a:schemeClr val="accent6"/>
                </a:solidFill>
              </a:defRPr>
            </a:lvl6pPr>
            <a:lvl7pPr lvl="6">
              <a:spcBef>
                <a:spcPts val="0"/>
              </a:spcBef>
              <a:spcAft>
                <a:spcPts val="0"/>
              </a:spcAft>
              <a:buClr>
                <a:schemeClr val="accent6"/>
              </a:buClr>
              <a:buSzPts val="1400"/>
              <a:buFont typeface="Instrument Sans"/>
              <a:buNone/>
              <a:defRPr>
                <a:solidFill>
                  <a:schemeClr val="accent6"/>
                </a:solidFill>
              </a:defRPr>
            </a:lvl7pPr>
            <a:lvl8pPr lvl="7">
              <a:spcBef>
                <a:spcPts val="0"/>
              </a:spcBef>
              <a:spcAft>
                <a:spcPts val="0"/>
              </a:spcAft>
              <a:buClr>
                <a:schemeClr val="accent6"/>
              </a:buClr>
              <a:buSzPts val="1400"/>
              <a:buFont typeface="Instrument Sans"/>
              <a:buNone/>
              <a:defRPr>
                <a:solidFill>
                  <a:schemeClr val="accent6"/>
                </a:solidFill>
              </a:defRPr>
            </a:lvl8pPr>
            <a:lvl9pPr lvl="8">
              <a:spcBef>
                <a:spcPts val="0"/>
              </a:spcBef>
              <a:spcAft>
                <a:spcPts val="0"/>
              </a:spcAft>
              <a:buClr>
                <a:schemeClr val="accent6"/>
              </a:buClr>
              <a:buSzPts val="1400"/>
              <a:buFont typeface="Instrument Sans"/>
              <a:buNone/>
              <a:defRPr>
                <a:solidFill>
                  <a:schemeClr val="accent6"/>
                </a:solidFill>
              </a:defRPr>
            </a:lvl9pPr>
          </a:lstStyle>
          <a:p/>
        </p:txBody>
      </p:sp>
      <p:sp>
        <p:nvSpPr>
          <p:cNvPr id="493" name="Google Shape;493;p54"/>
          <p:cNvSpPr txBox="1"/>
          <p:nvPr>
            <p:ph idx="8" type="subTitle"/>
          </p:nvPr>
        </p:nvSpPr>
        <p:spPr>
          <a:xfrm>
            <a:off x="6886656" y="3627975"/>
            <a:ext cx="1899900" cy="9993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6"/>
              </a:buClr>
              <a:buSzPts val="1000"/>
              <a:buFont typeface="Instrument Sans"/>
              <a:buNone/>
              <a:defRPr sz="1000">
                <a:solidFill>
                  <a:schemeClr val="accent6"/>
                </a:solidFill>
              </a:defRPr>
            </a:lvl1pPr>
            <a:lvl2pPr lvl="1">
              <a:spcBef>
                <a:spcPts val="0"/>
              </a:spcBef>
              <a:spcAft>
                <a:spcPts val="0"/>
              </a:spcAft>
              <a:buClr>
                <a:schemeClr val="accent6"/>
              </a:buClr>
              <a:buSzPts val="1400"/>
              <a:buFont typeface="Instrument Sans"/>
              <a:buNone/>
              <a:defRPr>
                <a:solidFill>
                  <a:schemeClr val="accent6"/>
                </a:solidFill>
              </a:defRPr>
            </a:lvl2pPr>
            <a:lvl3pPr lvl="2">
              <a:spcBef>
                <a:spcPts val="0"/>
              </a:spcBef>
              <a:spcAft>
                <a:spcPts val="0"/>
              </a:spcAft>
              <a:buClr>
                <a:schemeClr val="accent6"/>
              </a:buClr>
              <a:buSzPts val="1400"/>
              <a:buFont typeface="Instrument Sans"/>
              <a:buNone/>
              <a:defRPr>
                <a:solidFill>
                  <a:schemeClr val="accent6"/>
                </a:solidFill>
              </a:defRPr>
            </a:lvl3pPr>
            <a:lvl4pPr lvl="3">
              <a:spcBef>
                <a:spcPts val="0"/>
              </a:spcBef>
              <a:spcAft>
                <a:spcPts val="0"/>
              </a:spcAft>
              <a:buClr>
                <a:schemeClr val="accent6"/>
              </a:buClr>
              <a:buSzPts val="1400"/>
              <a:buFont typeface="Instrument Sans"/>
              <a:buNone/>
              <a:defRPr>
                <a:solidFill>
                  <a:schemeClr val="accent6"/>
                </a:solidFill>
              </a:defRPr>
            </a:lvl4pPr>
            <a:lvl5pPr lvl="4">
              <a:spcBef>
                <a:spcPts val="0"/>
              </a:spcBef>
              <a:spcAft>
                <a:spcPts val="0"/>
              </a:spcAft>
              <a:buClr>
                <a:schemeClr val="accent6"/>
              </a:buClr>
              <a:buSzPts val="1400"/>
              <a:buFont typeface="Instrument Sans"/>
              <a:buNone/>
              <a:defRPr>
                <a:solidFill>
                  <a:schemeClr val="accent6"/>
                </a:solidFill>
              </a:defRPr>
            </a:lvl5pPr>
            <a:lvl6pPr lvl="5">
              <a:spcBef>
                <a:spcPts val="0"/>
              </a:spcBef>
              <a:spcAft>
                <a:spcPts val="0"/>
              </a:spcAft>
              <a:buClr>
                <a:schemeClr val="accent6"/>
              </a:buClr>
              <a:buSzPts val="1400"/>
              <a:buFont typeface="Instrument Sans"/>
              <a:buNone/>
              <a:defRPr>
                <a:solidFill>
                  <a:schemeClr val="accent6"/>
                </a:solidFill>
              </a:defRPr>
            </a:lvl6pPr>
            <a:lvl7pPr lvl="6">
              <a:spcBef>
                <a:spcPts val="0"/>
              </a:spcBef>
              <a:spcAft>
                <a:spcPts val="0"/>
              </a:spcAft>
              <a:buClr>
                <a:schemeClr val="accent6"/>
              </a:buClr>
              <a:buSzPts val="1400"/>
              <a:buFont typeface="Instrument Sans"/>
              <a:buNone/>
              <a:defRPr>
                <a:solidFill>
                  <a:schemeClr val="accent6"/>
                </a:solidFill>
              </a:defRPr>
            </a:lvl7pPr>
            <a:lvl8pPr lvl="7">
              <a:spcBef>
                <a:spcPts val="0"/>
              </a:spcBef>
              <a:spcAft>
                <a:spcPts val="0"/>
              </a:spcAft>
              <a:buClr>
                <a:schemeClr val="accent6"/>
              </a:buClr>
              <a:buSzPts val="1400"/>
              <a:buFont typeface="Instrument Sans"/>
              <a:buNone/>
              <a:defRPr>
                <a:solidFill>
                  <a:schemeClr val="accent6"/>
                </a:solidFill>
              </a:defRPr>
            </a:lvl8pPr>
            <a:lvl9pPr lvl="8">
              <a:spcBef>
                <a:spcPts val="0"/>
              </a:spcBef>
              <a:spcAft>
                <a:spcPts val="0"/>
              </a:spcAft>
              <a:buClr>
                <a:schemeClr val="accent6"/>
              </a:buClr>
              <a:buSzPts val="1400"/>
              <a:buFont typeface="Instrument Sans"/>
              <a:buNone/>
              <a:defRPr>
                <a:solidFill>
                  <a:schemeClr val="accent6"/>
                </a:solidFill>
              </a:defRPr>
            </a:lvl9pPr>
          </a:lstStyle>
          <a:p/>
        </p:txBody>
      </p:sp>
      <p:sp>
        <p:nvSpPr>
          <p:cNvPr id="494" name="Google Shape;494;p54"/>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BLANK_2">
    <p:spTree>
      <p:nvGrpSpPr>
        <p:cNvPr id="495" name="Shape 495"/>
        <p:cNvGrpSpPr/>
        <p:nvPr/>
      </p:nvGrpSpPr>
      <p:grpSpPr>
        <a:xfrm>
          <a:off x="0" y="0"/>
          <a:ext cx="0" cy="0"/>
          <a:chOff x="0" y="0"/>
          <a:chExt cx="0" cy="0"/>
        </a:xfrm>
      </p:grpSpPr>
      <p:sp>
        <p:nvSpPr>
          <p:cNvPr id="496" name="Google Shape;496;p55"/>
          <p:cNvSpPr txBox="1"/>
          <p:nvPr>
            <p:ph type="title"/>
          </p:nvPr>
        </p:nvSpPr>
        <p:spPr>
          <a:xfrm>
            <a:off x="291800" y="465200"/>
            <a:ext cx="5666400" cy="2047800"/>
          </a:xfrm>
          <a:prstGeom prst="rect">
            <a:avLst/>
          </a:prstGeom>
        </p:spPr>
        <p:txBody>
          <a:bodyPr anchorCtr="0" anchor="t" bIns="0" lIns="0" spcFirstLastPara="1" rIns="0" wrap="square" tIns="0">
            <a:spAutoFit/>
          </a:bodyPr>
          <a:lstStyle>
            <a:lvl1pPr lvl="0">
              <a:lnSpc>
                <a:spcPct val="85000"/>
              </a:lnSpc>
              <a:spcBef>
                <a:spcPts val="0"/>
              </a:spcBef>
              <a:spcAft>
                <a:spcPts val="0"/>
              </a:spcAft>
              <a:buClr>
                <a:schemeClr val="lt1"/>
              </a:buClr>
              <a:buSzPts val="6000"/>
              <a:buFont typeface="Instrument Sans SemiBold"/>
              <a:buNone/>
              <a:defRPr sz="6000"/>
            </a:lvl1pPr>
            <a:lvl2pPr lvl="1">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2pPr>
            <a:lvl3pPr lvl="2">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3pPr>
            <a:lvl4pPr lvl="3">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4pPr>
            <a:lvl5pPr lvl="4">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5pPr>
            <a:lvl6pPr lvl="5">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6pPr>
            <a:lvl7pPr lvl="6">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7pPr>
            <a:lvl8pPr lvl="7">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8pPr>
            <a:lvl9pPr lvl="8">
              <a:lnSpc>
                <a:spcPct val="85000"/>
              </a:lnSpc>
              <a:spcBef>
                <a:spcPts val="0"/>
              </a:spcBef>
              <a:spcAft>
                <a:spcPts val="0"/>
              </a:spcAft>
              <a:buClr>
                <a:schemeClr val="lt1"/>
              </a:buClr>
              <a:buSzPts val="6000"/>
              <a:buFont typeface="Instrument Sans SemiBold"/>
              <a:buNone/>
              <a:defRPr sz="6000">
                <a:solidFill>
                  <a:schemeClr val="lt1"/>
                </a:solidFill>
                <a:latin typeface="Instrument Sans SemiBold"/>
                <a:ea typeface="Instrument Sans SemiBold"/>
                <a:cs typeface="Instrument Sans SemiBold"/>
                <a:sym typeface="Instrument Sans SemiBold"/>
              </a:defRPr>
            </a:lvl9pPr>
          </a:lstStyle>
          <a:p/>
        </p:txBody>
      </p:sp>
      <p:grpSp>
        <p:nvGrpSpPr>
          <p:cNvPr id="497" name="Google Shape;497;p55"/>
          <p:cNvGrpSpPr/>
          <p:nvPr/>
        </p:nvGrpSpPr>
        <p:grpSpPr>
          <a:xfrm>
            <a:off x="5689900" y="0"/>
            <a:ext cx="2908801" cy="5143500"/>
            <a:chOff x="5689900" y="0"/>
            <a:chExt cx="2908801" cy="5143500"/>
          </a:xfrm>
        </p:grpSpPr>
        <p:pic>
          <p:nvPicPr>
            <p:cNvPr id="498" name="Google Shape;498;p55"/>
            <p:cNvPicPr preferRelativeResize="0"/>
            <p:nvPr/>
          </p:nvPicPr>
          <p:blipFill rotWithShape="1">
            <a:blip r:embed="rId2">
              <a:alphaModFix/>
            </a:blip>
            <a:srcRect b="18778" l="0" r="0" t="0"/>
            <a:stretch/>
          </p:blipFill>
          <p:spPr>
            <a:xfrm>
              <a:off x="5689900" y="2780975"/>
              <a:ext cx="2908800" cy="2362525"/>
            </a:xfrm>
            <a:prstGeom prst="rect">
              <a:avLst/>
            </a:prstGeom>
            <a:noFill/>
            <a:ln>
              <a:noFill/>
            </a:ln>
          </p:spPr>
        </p:pic>
        <p:pic>
          <p:nvPicPr>
            <p:cNvPr id="499" name="Google Shape;499;p55"/>
            <p:cNvPicPr preferRelativeResize="0"/>
            <p:nvPr/>
          </p:nvPicPr>
          <p:blipFill rotWithShape="1">
            <a:blip r:embed="rId3">
              <a:alphaModFix/>
            </a:blip>
            <a:srcRect b="0" l="0" r="0" t="25728"/>
            <a:stretch/>
          </p:blipFill>
          <p:spPr>
            <a:xfrm>
              <a:off x="5689900" y="0"/>
              <a:ext cx="2908800" cy="2160400"/>
            </a:xfrm>
            <a:prstGeom prst="rect">
              <a:avLst/>
            </a:prstGeom>
            <a:noFill/>
            <a:ln>
              <a:noFill/>
            </a:ln>
          </p:spPr>
        </p:pic>
        <p:pic>
          <p:nvPicPr>
            <p:cNvPr id="500" name="Google Shape;500;p55"/>
            <p:cNvPicPr preferRelativeResize="0"/>
            <p:nvPr/>
          </p:nvPicPr>
          <p:blipFill>
            <a:blip r:embed="rId4">
              <a:alphaModFix/>
            </a:blip>
            <a:stretch>
              <a:fillRect/>
            </a:stretch>
          </p:blipFill>
          <p:spPr>
            <a:xfrm>
              <a:off x="5689900" y="960725"/>
              <a:ext cx="2908800" cy="2908800"/>
            </a:xfrm>
            <a:prstGeom prst="rect">
              <a:avLst/>
            </a:prstGeom>
            <a:noFill/>
            <a:ln>
              <a:noFill/>
            </a:ln>
          </p:spPr>
        </p:pic>
      </p:gr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cSld name="BLANK_2_1">
    <p:spTree>
      <p:nvGrpSpPr>
        <p:cNvPr id="501" name="Shape 501"/>
        <p:cNvGrpSpPr/>
        <p:nvPr/>
      </p:nvGrpSpPr>
      <p:grpSpPr>
        <a:xfrm>
          <a:off x="0" y="0"/>
          <a:ext cx="0" cy="0"/>
          <a:chOff x="0" y="0"/>
          <a:chExt cx="0" cy="0"/>
        </a:xfrm>
      </p:grpSpPr>
      <p:sp>
        <p:nvSpPr>
          <p:cNvPr id="502" name="Google Shape;502;p56"/>
          <p:cNvSpPr/>
          <p:nvPr/>
        </p:nvSpPr>
        <p:spPr>
          <a:xfrm>
            <a:off x="608106" y="3907013"/>
            <a:ext cx="571200" cy="571200"/>
          </a:xfrm>
          <a:prstGeom prst="ellipse">
            <a:avLst/>
          </a:prstGeom>
          <a:solidFill>
            <a:schemeClr val="accent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strument Sans"/>
              <a:ea typeface="Instrument Sans"/>
              <a:cs typeface="Instrument Sans"/>
              <a:sym typeface="Instrument Sans"/>
            </a:endParaRPr>
          </a:p>
        </p:txBody>
      </p:sp>
      <p:sp>
        <p:nvSpPr>
          <p:cNvPr id="503" name="Google Shape;503;p56"/>
          <p:cNvSpPr/>
          <p:nvPr>
            <p:ph idx="2" type="pic"/>
          </p:nvPr>
        </p:nvSpPr>
        <p:spPr>
          <a:xfrm>
            <a:off x="598225" y="3900375"/>
            <a:ext cx="571200" cy="571200"/>
          </a:xfrm>
          <a:prstGeom prst="ellipse">
            <a:avLst/>
          </a:prstGeom>
          <a:noFill/>
          <a:ln>
            <a:noFill/>
          </a:ln>
        </p:spPr>
      </p:sp>
      <p:sp>
        <p:nvSpPr>
          <p:cNvPr id="504" name="Google Shape;504;p56"/>
          <p:cNvSpPr txBox="1"/>
          <p:nvPr>
            <p:ph type="title"/>
          </p:nvPr>
        </p:nvSpPr>
        <p:spPr>
          <a:xfrm>
            <a:off x="291800" y="465200"/>
            <a:ext cx="5666400" cy="2047800"/>
          </a:xfrm>
          <a:prstGeom prst="rect">
            <a:avLst/>
          </a:prstGeom>
        </p:spPr>
        <p:txBody>
          <a:bodyPr anchorCtr="0" anchor="t" bIns="0" lIns="0" spcFirstLastPara="1" rIns="0" wrap="square" tIns="0">
            <a:spAutoFit/>
          </a:bodyPr>
          <a:lstStyle>
            <a:lvl1pPr lvl="0">
              <a:lnSpc>
                <a:spcPct val="85000"/>
              </a:lnSpc>
              <a:spcBef>
                <a:spcPts val="0"/>
              </a:spcBef>
              <a:spcAft>
                <a:spcPts val="0"/>
              </a:spcAft>
              <a:buClr>
                <a:schemeClr val="lt1"/>
              </a:buClr>
              <a:buSzPts val="6000"/>
              <a:buFont typeface="Instrument Sans SemiBold"/>
              <a:buNone/>
              <a:defRPr sz="6000"/>
            </a:lvl1pPr>
            <a:lvl2pPr lvl="1">
              <a:lnSpc>
                <a:spcPct val="85000"/>
              </a:lnSpc>
              <a:spcBef>
                <a:spcPts val="0"/>
              </a:spcBef>
              <a:spcAft>
                <a:spcPts val="0"/>
              </a:spcAft>
              <a:buClr>
                <a:schemeClr val="lt1"/>
              </a:buClr>
              <a:buSzPts val="6000"/>
              <a:buFont typeface="Instrument Sans SemiBold"/>
              <a:buNone/>
              <a:defRPr sz="6000">
                <a:solidFill>
                  <a:schemeClr val="lt1"/>
                </a:solidFill>
              </a:defRPr>
            </a:lvl2pPr>
            <a:lvl3pPr lvl="2">
              <a:lnSpc>
                <a:spcPct val="85000"/>
              </a:lnSpc>
              <a:spcBef>
                <a:spcPts val="0"/>
              </a:spcBef>
              <a:spcAft>
                <a:spcPts val="0"/>
              </a:spcAft>
              <a:buClr>
                <a:schemeClr val="lt1"/>
              </a:buClr>
              <a:buSzPts val="6000"/>
              <a:buFont typeface="Instrument Sans SemiBold"/>
              <a:buNone/>
              <a:defRPr sz="6000">
                <a:solidFill>
                  <a:schemeClr val="lt1"/>
                </a:solidFill>
              </a:defRPr>
            </a:lvl3pPr>
            <a:lvl4pPr lvl="3">
              <a:lnSpc>
                <a:spcPct val="85000"/>
              </a:lnSpc>
              <a:spcBef>
                <a:spcPts val="0"/>
              </a:spcBef>
              <a:spcAft>
                <a:spcPts val="0"/>
              </a:spcAft>
              <a:buClr>
                <a:schemeClr val="lt1"/>
              </a:buClr>
              <a:buSzPts val="6000"/>
              <a:buFont typeface="Instrument Sans SemiBold"/>
              <a:buNone/>
              <a:defRPr sz="6000">
                <a:solidFill>
                  <a:schemeClr val="lt1"/>
                </a:solidFill>
              </a:defRPr>
            </a:lvl4pPr>
            <a:lvl5pPr lvl="4">
              <a:lnSpc>
                <a:spcPct val="85000"/>
              </a:lnSpc>
              <a:spcBef>
                <a:spcPts val="0"/>
              </a:spcBef>
              <a:spcAft>
                <a:spcPts val="0"/>
              </a:spcAft>
              <a:buClr>
                <a:schemeClr val="lt1"/>
              </a:buClr>
              <a:buSzPts val="6000"/>
              <a:buFont typeface="Instrument Sans SemiBold"/>
              <a:buNone/>
              <a:defRPr sz="6000">
                <a:solidFill>
                  <a:schemeClr val="lt1"/>
                </a:solidFill>
              </a:defRPr>
            </a:lvl5pPr>
            <a:lvl6pPr lvl="5">
              <a:lnSpc>
                <a:spcPct val="85000"/>
              </a:lnSpc>
              <a:spcBef>
                <a:spcPts val="0"/>
              </a:spcBef>
              <a:spcAft>
                <a:spcPts val="0"/>
              </a:spcAft>
              <a:buClr>
                <a:schemeClr val="lt1"/>
              </a:buClr>
              <a:buSzPts val="6000"/>
              <a:buFont typeface="Instrument Sans SemiBold"/>
              <a:buNone/>
              <a:defRPr sz="6000">
                <a:solidFill>
                  <a:schemeClr val="lt1"/>
                </a:solidFill>
              </a:defRPr>
            </a:lvl6pPr>
            <a:lvl7pPr lvl="6">
              <a:lnSpc>
                <a:spcPct val="85000"/>
              </a:lnSpc>
              <a:spcBef>
                <a:spcPts val="0"/>
              </a:spcBef>
              <a:spcAft>
                <a:spcPts val="0"/>
              </a:spcAft>
              <a:buClr>
                <a:schemeClr val="lt1"/>
              </a:buClr>
              <a:buSzPts val="6000"/>
              <a:buFont typeface="Instrument Sans SemiBold"/>
              <a:buNone/>
              <a:defRPr sz="6000">
                <a:solidFill>
                  <a:schemeClr val="lt1"/>
                </a:solidFill>
              </a:defRPr>
            </a:lvl7pPr>
            <a:lvl8pPr lvl="7">
              <a:lnSpc>
                <a:spcPct val="85000"/>
              </a:lnSpc>
              <a:spcBef>
                <a:spcPts val="0"/>
              </a:spcBef>
              <a:spcAft>
                <a:spcPts val="0"/>
              </a:spcAft>
              <a:buClr>
                <a:schemeClr val="lt1"/>
              </a:buClr>
              <a:buSzPts val="6000"/>
              <a:buFont typeface="Instrument Sans SemiBold"/>
              <a:buNone/>
              <a:defRPr sz="6000">
                <a:solidFill>
                  <a:schemeClr val="lt1"/>
                </a:solidFill>
              </a:defRPr>
            </a:lvl8pPr>
            <a:lvl9pPr lvl="8">
              <a:lnSpc>
                <a:spcPct val="85000"/>
              </a:lnSpc>
              <a:spcBef>
                <a:spcPts val="0"/>
              </a:spcBef>
              <a:spcAft>
                <a:spcPts val="0"/>
              </a:spcAft>
              <a:buClr>
                <a:schemeClr val="lt1"/>
              </a:buClr>
              <a:buSzPts val="6000"/>
              <a:buFont typeface="Instrument Sans SemiBold"/>
              <a:buNone/>
              <a:defRPr sz="6000">
                <a:solidFill>
                  <a:schemeClr val="lt1"/>
                </a:solidFill>
              </a:defRPr>
            </a:lvl9pPr>
          </a:lstStyle>
          <a:p/>
        </p:txBody>
      </p:sp>
      <p:sp>
        <p:nvSpPr>
          <p:cNvPr id="505" name="Google Shape;505;p56"/>
          <p:cNvSpPr txBox="1"/>
          <p:nvPr>
            <p:ph idx="1" type="subTitle"/>
          </p:nvPr>
        </p:nvSpPr>
        <p:spPr>
          <a:xfrm>
            <a:off x="1416800" y="3864575"/>
            <a:ext cx="2908800" cy="308400"/>
          </a:xfrm>
          <a:prstGeom prst="rect">
            <a:avLst/>
          </a:prstGeom>
        </p:spPr>
        <p:txBody>
          <a:bodyPr anchorCtr="0" anchor="b" bIns="0" lIns="0" spcFirstLastPara="1" rIns="0" wrap="square" tIns="0">
            <a:noAutofit/>
          </a:bodyPr>
          <a:lstStyle>
            <a:lvl1pPr lvl="0">
              <a:spcBef>
                <a:spcPts val="0"/>
              </a:spcBef>
              <a:spcAft>
                <a:spcPts val="0"/>
              </a:spcAft>
              <a:buClr>
                <a:schemeClr val="lt1"/>
              </a:buClr>
              <a:buSzPts val="1400"/>
              <a:buFont typeface="Instrument Sans"/>
              <a:buNone/>
              <a:defRPr sz="12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p:txBody>
      </p:sp>
      <p:sp>
        <p:nvSpPr>
          <p:cNvPr id="506" name="Google Shape;506;p56"/>
          <p:cNvSpPr txBox="1"/>
          <p:nvPr>
            <p:ph idx="3" type="subTitle"/>
          </p:nvPr>
        </p:nvSpPr>
        <p:spPr>
          <a:xfrm>
            <a:off x="1416800" y="4185969"/>
            <a:ext cx="2908800" cy="308400"/>
          </a:xfrm>
          <a:prstGeom prst="rect">
            <a:avLst/>
          </a:prstGeom>
        </p:spPr>
        <p:txBody>
          <a:bodyPr anchorCtr="0" anchor="t" bIns="0" lIns="0" spcFirstLastPara="1" rIns="0" wrap="square" tIns="0">
            <a:noAutofit/>
          </a:bodyPr>
          <a:lstStyle>
            <a:lvl1pPr lvl="0">
              <a:lnSpc>
                <a:spcPct val="110000"/>
              </a:lnSpc>
              <a:spcBef>
                <a:spcPts val="0"/>
              </a:spcBef>
              <a:spcAft>
                <a:spcPts val="0"/>
              </a:spcAft>
              <a:buNone/>
              <a:defRPr i="1" sz="12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Clr>
                <a:schemeClr val="accent5"/>
              </a:buClr>
              <a:buSzPts val="1400"/>
              <a:buFont typeface="Instrument Sans"/>
              <a:buNone/>
              <a:defRPr>
                <a:solidFill>
                  <a:schemeClr val="accent5"/>
                </a:solidFill>
              </a:defRPr>
            </a:lvl2pPr>
            <a:lvl3pPr lvl="2">
              <a:spcBef>
                <a:spcPts val="0"/>
              </a:spcBef>
              <a:spcAft>
                <a:spcPts val="0"/>
              </a:spcAft>
              <a:buClr>
                <a:schemeClr val="accent5"/>
              </a:buClr>
              <a:buSzPts val="1400"/>
              <a:buFont typeface="Instrument Sans"/>
              <a:buNone/>
              <a:defRPr>
                <a:solidFill>
                  <a:schemeClr val="accent5"/>
                </a:solidFill>
              </a:defRPr>
            </a:lvl3pPr>
            <a:lvl4pPr lvl="3">
              <a:spcBef>
                <a:spcPts val="0"/>
              </a:spcBef>
              <a:spcAft>
                <a:spcPts val="0"/>
              </a:spcAft>
              <a:buClr>
                <a:schemeClr val="accent5"/>
              </a:buClr>
              <a:buSzPts val="1400"/>
              <a:buFont typeface="Instrument Sans"/>
              <a:buNone/>
              <a:defRPr>
                <a:solidFill>
                  <a:schemeClr val="accent5"/>
                </a:solidFill>
              </a:defRPr>
            </a:lvl4pPr>
            <a:lvl5pPr lvl="4">
              <a:spcBef>
                <a:spcPts val="0"/>
              </a:spcBef>
              <a:spcAft>
                <a:spcPts val="0"/>
              </a:spcAft>
              <a:buClr>
                <a:schemeClr val="accent5"/>
              </a:buClr>
              <a:buSzPts val="1400"/>
              <a:buFont typeface="Instrument Sans"/>
              <a:buNone/>
              <a:defRPr>
                <a:solidFill>
                  <a:schemeClr val="accent5"/>
                </a:solidFill>
              </a:defRPr>
            </a:lvl5pPr>
            <a:lvl6pPr lvl="5">
              <a:spcBef>
                <a:spcPts val="0"/>
              </a:spcBef>
              <a:spcAft>
                <a:spcPts val="0"/>
              </a:spcAft>
              <a:buClr>
                <a:schemeClr val="accent5"/>
              </a:buClr>
              <a:buSzPts val="1400"/>
              <a:buFont typeface="Instrument Sans"/>
              <a:buNone/>
              <a:defRPr>
                <a:solidFill>
                  <a:schemeClr val="accent5"/>
                </a:solidFill>
              </a:defRPr>
            </a:lvl6pPr>
            <a:lvl7pPr lvl="6">
              <a:spcBef>
                <a:spcPts val="0"/>
              </a:spcBef>
              <a:spcAft>
                <a:spcPts val="0"/>
              </a:spcAft>
              <a:buClr>
                <a:schemeClr val="accent5"/>
              </a:buClr>
              <a:buSzPts val="1400"/>
              <a:buFont typeface="Instrument Sans"/>
              <a:buNone/>
              <a:defRPr>
                <a:solidFill>
                  <a:schemeClr val="accent5"/>
                </a:solidFill>
              </a:defRPr>
            </a:lvl7pPr>
            <a:lvl8pPr lvl="7">
              <a:spcBef>
                <a:spcPts val="0"/>
              </a:spcBef>
              <a:spcAft>
                <a:spcPts val="0"/>
              </a:spcAft>
              <a:buClr>
                <a:schemeClr val="accent5"/>
              </a:buClr>
              <a:buSzPts val="1400"/>
              <a:buFont typeface="Instrument Sans"/>
              <a:buNone/>
              <a:defRPr>
                <a:solidFill>
                  <a:schemeClr val="accent5"/>
                </a:solidFill>
              </a:defRPr>
            </a:lvl8pPr>
            <a:lvl9pPr lvl="8">
              <a:spcBef>
                <a:spcPts val="0"/>
              </a:spcBef>
              <a:spcAft>
                <a:spcPts val="0"/>
              </a:spcAft>
              <a:buClr>
                <a:schemeClr val="accent5"/>
              </a:buClr>
              <a:buSzPts val="1400"/>
              <a:buFont typeface="Instrument Sans"/>
              <a:buNone/>
              <a:defRPr>
                <a:solidFill>
                  <a:schemeClr val="accent5"/>
                </a:solidFill>
              </a:defRPr>
            </a:lvl9pPr>
          </a:lstStyle>
          <a:p/>
        </p:txBody>
      </p:sp>
      <p:grpSp>
        <p:nvGrpSpPr>
          <p:cNvPr id="507" name="Google Shape;507;p56"/>
          <p:cNvGrpSpPr/>
          <p:nvPr/>
        </p:nvGrpSpPr>
        <p:grpSpPr>
          <a:xfrm>
            <a:off x="5689900" y="0"/>
            <a:ext cx="2908801" cy="5143500"/>
            <a:chOff x="5689900" y="0"/>
            <a:chExt cx="2908801" cy="5143500"/>
          </a:xfrm>
        </p:grpSpPr>
        <p:pic>
          <p:nvPicPr>
            <p:cNvPr id="508" name="Google Shape;508;p56"/>
            <p:cNvPicPr preferRelativeResize="0"/>
            <p:nvPr/>
          </p:nvPicPr>
          <p:blipFill rotWithShape="1">
            <a:blip r:embed="rId2">
              <a:alphaModFix/>
            </a:blip>
            <a:srcRect b="18778" l="0" r="0" t="0"/>
            <a:stretch/>
          </p:blipFill>
          <p:spPr>
            <a:xfrm>
              <a:off x="5689900" y="2780975"/>
              <a:ext cx="2908800" cy="2362525"/>
            </a:xfrm>
            <a:prstGeom prst="rect">
              <a:avLst/>
            </a:prstGeom>
            <a:noFill/>
            <a:ln>
              <a:noFill/>
            </a:ln>
          </p:spPr>
        </p:pic>
        <p:pic>
          <p:nvPicPr>
            <p:cNvPr id="509" name="Google Shape;509;p56"/>
            <p:cNvPicPr preferRelativeResize="0"/>
            <p:nvPr/>
          </p:nvPicPr>
          <p:blipFill rotWithShape="1">
            <a:blip r:embed="rId3">
              <a:alphaModFix/>
            </a:blip>
            <a:srcRect b="0" l="0" r="0" t="25728"/>
            <a:stretch/>
          </p:blipFill>
          <p:spPr>
            <a:xfrm>
              <a:off x="5689900" y="0"/>
              <a:ext cx="2908800" cy="2160400"/>
            </a:xfrm>
            <a:prstGeom prst="rect">
              <a:avLst/>
            </a:prstGeom>
            <a:noFill/>
            <a:ln>
              <a:noFill/>
            </a:ln>
          </p:spPr>
        </p:pic>
        <p:pic>
          <p:nvPicPr>
            <p:cNvPr id="510" name="Google Shape;510;p56"/>
            <p:cNvPicPr preferRelativeResize="0"/>
            <p:nvPr/>
          </p:nvPicPr>
          <p:blipFill>
            <a:blip r:embed="rId4">
              <a:alphaModFix/>
            </a:blip>
            <a:stretch>
              <a:fillRect/>
            </a:stretch>
          </p:blipFill>
          <p:spPr>
            <a:xfrm>
              <a:off x="5689900" y="960725"/>
              <a:ext cx="2908800" cy="2908800"/>
            </a:xfrm>
            <a:prstGeom prst="rect">
              <a:avLst/>
            </a:prstGeom>
            <a:noFill/>
            <a:ln>
              <a:noFill/>
            </a:ln>
          </p:spPr>
        </p:pic>
      </p:gr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Alt 4 elements">
  <p:cSld name="BLANK_1_1_1_1_1_1_1_1_1_1_1_2">
    <p:bg>
      <p:bgPr>
        <a:solidFill>
          <a:schemeClr val="dk2"/>
        </a:solidFill>
      </p:bgPr>
    </p:bg>
    <p:spTree>
      <p:nvGrpSpPr>
        <p:cNvPr id="511" name="Shape 511"/>
        <p:cNvGrpSpPr/>
        <p:nvPr/>
      </p:nvGrpSpPr>
      <p:grpSpPr>
        <a:xfrm>
          <a:off x="0" y="0"/>
          <a:ext cx="0" cy="0"/>
          <a:chOff x="0" y="0"/>
          <a:chExt cx="0" cy="0"/>
        </a:xfrm>
      </p:grpSpPr>
      <p:pic>
        <p:nvPicPr>
          <p:cNvPr id="512" name="Google Shape;512;p57"/>
          <p:cNvPicPr preferRelativeResize="0"/>
          <p:nvPr/>
        </p:nvPicPr>
        <p:blipFill rotWithShape="1">
          <a:blip r:embed="rId2">
            <a:alphaModFix/>
          </a:blip>
          <a:srcRect b="31415" l="0" r="33444" t="12335"/>
          <a:stretch/>
        </p:blipFill>
        <p:spPr>
          <a:xfrm>
            <a:off x="3058325" y="0"/>
            <a:ext cx="6085676" cy="5143500"/>
          </a:xfrm>
          <a:prstGeom prst="rect">
            <a:avLst/>
          </a:prstGeom>
          <a:noFill/>
          <a:ln>
            <a:noFill/>
          </a:ln>
        </p:spPr>
      </p:pic>
      <p:sp>
        <p:nvSpPr>
          <p:cNvPr id="513" name="Google Shape;513;p57"/>
          <p:cNvSpPr txBox="1"/>
          <p:nvPr>
            <p:ph idx="1" type="body"/>
          </p:nvPr>
        </p:nvSpPr>
        <p:spPr>
          <a:xfrm>
            <a:off x="4628175" y="2623228"/>
            <a:ext cx="2055000" cy="1281600"/>
          </a:xfrm>
          <a:prstGeom prst="rect">
            <a:avLst/>
          </a:prstGeom>
        </p:spPr>
        <p:txBody>
          <a:bodyPr anchorCtr="0" anchor="t" bIns="91425" lIns="137150" spcFirstLastPara="1" rIns="91425" wrap="square" tIns="91425">
            <a:noAutofit/>
          </a:bodyPr>
          <a:lstStyle>
            <a:lvl1pPr indent="-292100" lvl="0" marL="457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14" name="Google Shape;514;p57"/>
          <p:cNvSpPr txBox="1"/>
          <p:nvPr>
            <p:ph idx="2" type="body"/>
          </p:nvPr>
        </p:nvSpPr>
        <p:spPr>
          <a:xfrm>
            <a:off x="6801875" y="2623228"/>
            <a:ext cx="2055000" cy="1281600"/>
          </a:xfrm>
          <a:prstGeom prst="rect">
            <a:avLst/>
          </a:prstGeom>
        </p:spPr>
        <p:txBody>
          <a:bodyPr anchorCtr="0" anchor="t" bIns="91425" lIns="137150" spcFirstLastPara="1" rIns="91425" wrap="square" tIns="91425">
            <a:noAutofit/>
          </a:bodyPr>
          <a:lstStyle>
            <a:lvl1pPr indent="-292100" lvl="0" marL="457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15" name="Google Shape;515;p57"/>
          <p:cNvSpPr txBox="1"/>
          <p:nvPr>
            <p:ph idx="3" type="body"/>
          </p:nvPr>
        </p:nvSpPr>
        <p:spPr>
          <a:xfrm>
            <a:off x="280875" y="2623228"/>
            <a:ext cx="2055000" cy="1281600"/>
          </a:xfrm>
          <a:prstGeom prst="rect">
            <a:avLst/>
          </a:prstGeom>
        </p:spPr>
        <p:txBody>
          <a:bodyPr anchorCtr="0" anchor="t" bIns="91425" lIns="137150" spcFirstLastPara="1" rIns="91425" wrap="square" tIns="91425">
            <a:noAutofit/>
          </a:bodyPr>
          <a:lstStyle>
            <a:lvl1pPr indent="-292100" lvl="0" marL="457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16" name="Google Shape;516;p57"/>
          <p:cNvSpPr txBox="1"/>
          <p:nvPr>
            <p:ph idx="4" type="body"/>
          </p:nvPr>
        </p:nvSpPr>
        <p:spPr>
          <a:xfrm>
            <a:off x="2454525" y="2623228"/>
            <a:ext cx="2055000" cy="1281600"/>
          </a:xfrm>
          <a:prstGeom prst="rect">
            <a:avLst/>
          </a:prstGeom>
        </p:spPr>
        <p:txBody>
          <a:bodyPr anchorCtr="0" anchor="t" bIns="91425" lIns="137150" spcFirstLastPara="1" rIns="91425" wrap="square" tIns="91425">
            <a:noAutofit/>
          </a:bodyPr>
          <a:lstStyle>
            <a:lvl1pPr indent="-317500" lvl="0" marL="4572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1pPr>
            <a:lvl2pPr indent="-317500" lvl="1" marL="9144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2pPr>
            <a:lvl3pPr indent="-317500" lvl="2" marL="13716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3pPr>
            <a:lvl4pPr indent="-317500" lvl="3" marL="18288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4pPr>
            <a:lvl5pPr indent="-317500" lvl="4" marL="22860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5pPr>
            <a:lvl6pPr indent="-317500" lvl="5" marL="27432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6pPr>
            <a:lvl7pPr indent="-317500" lvl="6" marL="32004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7pPr>
            <a:lvl8pPr indent="-317500" lvl="7" marL="36576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8pPr>
            <a:lvl9pPr indent="-317500" lvl="8" marL="4114800">
              <a:lnSpc>
                <a:spcPct val="100000"/>
              </a:lnSpc>
              <a:spcBef>
                <a:spcPts val="0"/>
              </a:spcBef>
              <a:spcAft>
                <a:spcPts val="0"/>
              </a:spcAft>
              <a:buSzPts val="1400"/>
              <a:buFont typeface="Instrument Sans Medium"/>
              <a:buChar char="■"/>
              <a:defRPr sz="1400">
                <a:latin typeface="Instrument Sans Medium"/>
                <a:ea typeface="Instrument Sans Medium"/>
                <a:cs typeface="Instrument Sans Medium"/>
                <a:sym typeface="Instrument Sans Medium"/>
              </a:defRPr>
            </a:lvl9pPr>
          </a:lstStyle>
          <a:p/>
        </p:txBody>
      </p:sp>
      <p:sp>
        <p:nvSpPr>
          <p:cNvPr id="517" name="Google Shape;517;p57"/>
          <p:cNvSpPr txBox="1"/>
          <p:nvPr>
            <p:ph idx="5" type="subTitle"/>
          </p:nvPr>
        </p:nvSpPr>
        <p:spPr>
          <a:xfrm>
            <a:off x="289100" y="4018750"/>
            <a:ext cx="2055000" cy="498600"/>
          </a:xfrm>
          <a:prstGeom prst="rect">
            <a:avLst/>
          </a:prstGeom>
        </p:spPr>
        <p:txBody>
          <a:bodyPr anchorCtr="0" anchor="b" bIns="0" lIns="137150" spcFirstLastPara="1" rIns="137150" wrap="square" tIns="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8" name="Google Shape;518;p57"/>
          <p:cNvSpPr txBox="1"/>
          <p:nvPr>
            <p:ph idx="6" type="subTitle"/>
          </p:nvPr>
        </p:nvSpPr>
        <p:spPr>
          <a:xfrm>
            <a:off x="2459475" y="4018750"/>
            <a:ext cx="2055000" cy="498600"/>
          </a:xfrm>
          <a:prstGeom prst="rect">
            <a:avLst/>
          </a:prstGeom>
        </p:spPr>
        <p:txBody>
          <a:bodyPr anchorCtr="0" anchor="b" bIns="0" lIns="137150" spcFirstLastPara="1" rIns="137150" wrap="square" tIns="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9" name="Google Shape;519;p57"/>
          <p:cNvSpPr txBox="1"/>
          <p:nvPr>
            <p:ph idx="7" type="subTitle"/>
          </p:nvPr>
        </p:nvSpPr>
        <p:spPr>
          <a:xfrm>
            <a:off x="4629100" y="4018750"/>
            <a:ext cx="2055000" cy="498600"/>
          </a:xfrm>
          <a:prstGeom prst="rect">
            <a:avLst/>
          </a:prstGeom>
        </p:spPr>
        <p:txBody>
          <a:bodyPr anchorCtr="0" anchor="b" bIns="0" lIns="137150" spcFirstLastPara="1" rIns="137150" wrap="square" tIns="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0" name="Google Shape;520;p57"/>
          <p:cNvSpPr txBox="1"/>
          <p:nvPr>
            <p:ph idx="8" type="subTitle"/>
          </p:nvPr>
        </p:nvSpPr>
        <p:spPr>
          <a:xfrm>
            <a:off x="6807639" y="4018750"/>
            <a:ext cx="2055000" cy="498600"/>
          </a:xfrm>
          <a:prstGeom prst="rect">
            <a:avLst/>
          </a:prstGeom>
        </p:spPr>
        <p:txBody>
          <a:bodyPr anchorCtr="0" anchor="b" bIns="0" lIns="137150" spcFirstLastPara="1" rIns="137150" wrap="square" tIns="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1" name="Google Shape;521;p57"/>
          <p:cNvSpPr txBox="1"/>
          <p:nvPr>
            <p:ph type="title"/>
          </p:nvPr>
        </p:nvSpPr>
        <p:spPr>
          <a:xfrm>
            <a:off x="292597" y="474750"/>
            <a:ext cx="63903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p:txBody>
      </p:sp>
      <p:sp>
        <p:nvSpPr>
          <p:cNvPr id="522" name="Google Shape;522;p57"/>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523" name="Google Shape;523;p57"/>
          <p:cNvSpPr txBox="1"/>
          <p:nvPr>
            <p:ph idx="9"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524" name="Google Shape;524;p57"/>
          <p:cNvSpPr txBox="1"/>
          <p:nvPr>
            <p:ph idx="13"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525" name="Google Shape;525;p57"/>
          <p:cNvSpPr txBox="1"/>
          <p:nvPr>
            <p:ph idx="14" type="subTitle"/>
          </p:nvPr>
        </p:nvSpPr>
        <p:spPr>
          <a:xfrm>
            <a:off x="282950" y="2144530"/>
            <a:ext cx="900900" cy="312600"/>
          </a:xfrm>
          <a:prstGeom prst="rect">
            <a:avLst/>
          </a:prstGeom>
          <a:noFill/>
        </p:spPr>
        <p:txBody>
          <a:bodyPr anchorCtr="0" anchor="t" bIns="91425" lIns="137150" spcFirstLastPara="1" rIns="91425" wrap="square" tIns="91425">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p:txBody>
      </p:sp>
      <p:sp>
        <p:nvSpPr>
          <p:cNvPr id="526" name="Google Shape;526;p57"/>
          <p:cNvSpPr txBox="1"/>
          <p:nvPr>
            <p:ph idx="15" type="subTitle"/>
          </p:nvPr>
        </p:nvSpPr>
        <p:spPr>
          <a:xfrm>
            <a:off x="2456213" y="2144530"/>
            <a:ext cx="900900" cy="312600"/>
          </a:xfrm>
          <a:prstGeom prst="rect">
            <a:avLst/>
          </a:prstGeom>
          <a:noFill/>
        </p:spPr>
        <p:txBody>
          <a:bodyPr anchorCtr="0" anchor="t" bIns="91425" lIns="137150" spcFirstLastPara="1" rIns="91425" wrap="square" tIns="91425">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p:txBody>
      </p:sp>
      <p:sp>
        <p:nvSpPr>
          <p:cNvPr id="527" name="Google Shape;527;p57"/>
          <p:cNvSpPr txBox="1"/>
          <p:nvPr>
            <p:ph idx="16" type="subTitle"/>
          </p:nvPr>
        </p:nvSpPr>
        <p:spPr>
          <a:xfrm>
            <a:off x="4629025" y="2144530"/>
            <a:ext cx="900900" cy="312600"/>
          </a:xfrm>
          <a:prstGeom prst="rect">
            <a:avLst/>
          </a:prstGeom>
          <a:noFill/>
        </p:spPr>
        <p:txBody>
          <a:bodyPr anchorCtr="0" anchor="t" bIns="91425" lIns="137150" spcFirstLastPara="1" rIns="91425" wrap="square" tIns="91425">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p:txBody>
      </p:sp>
      <p:sp>
        <p:nvSpPr>
          <p:cNvPr id="528" name="Google Shape;528;p57"/>
          <p:cNvSpPr txBox="1"/>
          <p:nvPr>
            <p:ph idx="17" type="subTitle"/>
          </p:nvPr>
        </p:nvSpPr>
        <p:spPr>
          <a:xfrm>
            <a:off x="6801875" y="2144530"/>
            <a:ext cx="900900" cy="312600"/>
          </a:xfrm>
          <a:prstGeom prst="rect">
            <a:avLst/>
          </a:prstGeom>
          <a:noFill/>
        </p:spPr>
        <p:txBody>
          <a:bodyPr anchorCtr="0" anchor="t" bIns="91425" lIns="137150" spcFirstLastPara="1" rIns="91425" wrap="square" tIns="91425">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Alt 6 elements">
  <p:cSld name="BLANK_1_1_1_1_1_1_1_1_1_1_1_2_1">
    <p:bg>
      <p:bgPr>
        <a:solidFill>
          <a:schemeClr val="dk2"/>
        </a:solidFill>
      </p:bgPr>
    </p:bg>
    <p:spTree>
      <p:nvGrpSpPr>
        <p:cNvPr id="529" name="Shape 529"/>
        <p:cNvGrpSpPr/>
        <p:nvPr/>
      </p:nvGrpSpPr>
      <p:grpSpPr>
        <a:xfrm>
          <a:off x="0" y="0"/>
          <a:ext cx="0" cy="0"/>
          <a:chOff x="0" y="0"/>
          <a:chExt cx="0" cy="0"/>
        </a:xfrm>
      </p:grpSpPr>
      <p:pic>
        <p:nvPicPr>
          <p:cNvPr id="530" name="Google Shape;530;p58"/>
          <p:cNvPicPr preferRelativeResize="0"/>
          <p:nvPr/>
        </p:nvPicPr>
        <p:blipFill rotWithShape="1">
          <a:blip r:embed="rId2">
            <a:alphaModFix/>
          </a:blip>
          <a:srcRect b="31415" l="0" r="33444" t="12335"/>
          <a:stretch/>
        </p:blipFill>
        <p:spPr>
          <a:xfrm>
            <a:off x="3058325" y="0"/>
            <a:ext cx="6085676" cy="5143500"/>
          </a:xfrm>
          <a:prstGeom prst="rect">
            <a:avLst/>
          </a:prstGeom>
          <a:noFill/>
          <a:ln>
            <a:noFill/>
          </a:ln>
        </p:spPr>
      </p:pic>
      <p:sp>
        <p:nvSpPr>
          <p:cNvPr id="531" name="Google Shape;531;p58"/>
          <p:cNvSpPr txBox="1"/>
          <p:nvPr>
            <p:ph idx="1" type="body"/>
          </p:nvPr>
        </p:nvSpPr>
        <p:spPr>
          <a:xfrm>
            <a:off x="281050" y="2623225"/>
            <a:ext cx="1363500" cy="1323600"/>
          </a:xfrm>
          <a:prstGeom prst="rect">
            <a:avLst/>
          </a:prstGeom>
        </p:spPr>
        <p:txBody>
          <a:bodyPr anchorCtr="0" anchor="t" bIns="91425" lIns="137150" spcFirstLastPara="1" rIns="90250" wrap="square" tIns="91425">
            <a:noAutofit/>
          </a:bodyPr>
          <a:lstStyle>
            <a:lvl1pPr indent="-304800" lvl="0" marL="4572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indent="-304800" lvl="1" marL="9144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indent="-304800" lvl="2" marL="13716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indent="-304800" lvl="3" marL="1828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indent="-304800" lvl="4" marL="22860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indent="-304800" lvl="5" marL="27432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indent="-304800" lvl="6" marL="32004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indent="-304800" lvl="7" marL="36576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indent="-304800" lvl="8" marL="411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p:txBody>
      </p:sp>
      <p:sp>
        <p:nvSpPr>
          <p:cNvPr id="532" name="Google Shape;532;p58"/>
          <p:cNvSpPr txBox="1"/>
          <p:nvPr>
            <p:ph idx="2" type="body"/>
          </p:nvPr>
        </p:nvSpPr>
        <p:spPr>
          <a:xfrm>
            <a:off x="1721100" y="2623225"/>
            <a:ext cx="1372500" cy="1323600"/>
          </a:xfrm>
          <a:prstGeom prst="rect">
            <a:avLst/>
          </a:prstGeom>
        </p:spPr>
        <p:txBody>
          <a:bodyPr anchorCtr="0" anchor="t" bIns="91425" lIns="137150" spcFirstLastPara="1" rIns="91425" wrap="square" tIns="91425">
            <a:noAutofit/>
          </a:bodyPr>
          <a:lstStyle>
            <a:lvl1pPr indent="-304800" lvl="0" marL="4572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1pPr>
            <a:lvl2pPr indent="-304800" lvl="1" marL="9144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2pPr>
            <a:lvl3pPr indent="-304800" lvl="2" marL="13716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3pPr>
            <a:lvl4pPr indent="-304800" lvl="3" marL="1828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4pPr>
            <a:lvl5pPr indent="-304800" lvl="4" marL="22860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5pPr>
            <a:lvl6pPr indent="-304800" lvl="5" marL="27432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6pPr>
            <a:lvl7pPr indent="-304800" lvl="6" marL="32004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7pPr>
            <a:lvl8pPr indent="-304800" lvl="7" marL="36576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8pPr>
            <a:lvl9pPr indent="-304800" lvl="8" marL="4114800">
              <a:lnSpc>
                <a:spcPct val="100000"/>
              </a:lnSpc>
              <a:spcBef>
                <a:spcPts val="0"/>
              </a:spcBef>
              <a:spcAft>
                <a:spcPts val="0"/>
              </a:spcAft>
              <a:buSzPts val="1200"/>
              <a:buFont typeface="Instrument Sans Medium"/>
              <a:buChar char="■"/>
              <a:defRPr sz="1200">
                <a:latin typeface="Instrument Sans Medium"/>
                <a:ea typeface="Instrument Sans Medium"/>
                <a:cs typeface="Instrument Sans Medium"/>
                <a:sym typeface="Instrument Sans Medium"/>
              </a:defRPr>
            </a:lvl9pPr>
          </a:lstStyle>
          <a:p/>
        </p:txBody>
      </p:sp>
      <p:sp>
        <p:nvSpPr>
          <p:cNvPr id="533" name="Google Shape;533;p58"/>
          <p:cNvSpPr txBox="1"/>
          <p:nvPr>
            <p:ph idx="3" type="body"/>
          </p:nvPr>
        </p:nvSpPr>
        <p:spPr>
          <a:xfrm>
            <a:off x="3166974" y="2623225"/>
            <a:ext cx="1372500" cy="1323600"/>
          </a:xfrm>
          <a:prstGeom prst="rect">
            <a:avLst/>
          </a:prstGeom>
        </p:spPr>
        <p:txBody>
          <a:bodyPr anchorCtr="0" anchor="t" bIns="91425" lIns="137150" spcFirstLastPara="1" rIns="91425" wrap="square" tIns="91425">
            <a:noAutofit/>
          </a:bodyPr>
          <a:lstStyle>
            <a:lvl1pPr indent="-304800" lvl="0" marL="4572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indent="-304800" lvl="1" marL="9144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indent="-304800" lvl="2" marL="13716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indent="-304800" lvl="3" marL="1828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indent="-304800" lvl="4" marL="22860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indent="-304800" lvl="5" marL="27432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indent="-304800" lvl="6" marL="32004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indent="-304800" lvl="7" marL="36576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indent="-304800" lvl="8" marL="411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p:txBody>
      </p:sp>
      <p:sp>
        <p:nvSpPr>
          <p:cNvPr id="534" name="Google Shape;534;p58"/>
          <p:cNvSpPr txBox="1"/>
          <p:nvPr>
            <p:ph idx="4" type="body"/>
          </p:nvPr>
        </p:nvSpPr>
        <p:spPr>
          <a:xfrm>
            <a:off x="4608100" y="2623225"/>
            <a:ext cx="1372500" cy="1323600"/>
          </a:xfrm>
          <a:prstGeom prst="rect">
            <a:avLst/>
          </a:prstGeom>
        </p:spPr>
        <p:txBody>
          <a:bodyPr anchorCtr="0" anchor="t" bIns="91425" lIns="137150" spcFirstLastPara="1" rIns="91425" wrap="square" tIns="91425">
            <a:noAutofit/>
          </a:bodyPr>
          <a:lstStyle>
            <a:lvl1pPr indent="-304800" lvl="0" marL="4572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indent="-304800" lvl="1" marL="9144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indent="-304800" lvl="2" marL="13716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indent="-304800" lvl="3" marL="1828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indent="-304800" lvl="4" marL="22860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indent="-304800" lvl="5" marL="27432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indent="-304800" lvl="6" marL="32004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indent="-304800" lvl="7" marL="36576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indent="-304800" lvl="8" marL="411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p:txBody>
      </p:sp>
      <p:sp>
        <p:nvSpPr>
          <p:cNvPr id="535" name="Google Shape;535;p58"/>
          <p:cNvSpPr txBox="1"/>
          <p:nvPr>
            <p:ph idx="5" type="body"/>
          </p:nvPr>
        </p:nvSpPr>
        <p:spPr>
          <a:xfrm>
            <a:off x="6053974" y="2623225"/>
            <a:ext cx="1372500" cy="1323600"/>
          </a:xfrm>
          <a:prstGeom prst="rect">
            <a:avLst/>
          </a:prstGeom>
        </p:spPr>
        <p:txBody>
          <a:bodyPr anchorCtr="0" anchor="t" bIns="91425" lIns="137150" spcFirstLastPara="1" rIns="91425" wrap="square" tIns="91425">
            <a:noAutofit/>
          </a:bodyPr>
          <a:lstStyle>
            <a:lvl1pPr indent="-304800" lvl="0" marL="4572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indent="-304800" lvl="1" marL="9144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indent="-304800" lvl="2" marL="13716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indent="-304800" lvl="3" marL="1828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indent="-304800" lvl="4" marL="22860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indent="-304800" lvl="5" marL="27432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indent="-304800" lvl="6" marL="32004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indent="-304800" lvl="7" marL="36576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indent="-304800" lvl="8" marL="411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p:txBody>
      </p:sp>
      <p:sp>
        <p:nvSpPr>
          <p:cNvPr id="536" name="Google Shape;536;p58"/>
          <p:cNvSpPr txBox="1"/>
          <p:nvPr>
            <p:ph idx="6" type="body"/>
          </p:nvPr>
        </p:nvSpPr>
        <p:spPr>
          <a:xfrm>
            <a:off x="7495100" y="2623225"/>
            <a:ext cx="1372500" cy="1323600"/>
          </a:xfrm>
          <a:prstGeom prst="rect">
            <a:avLst/>
          </a:prstGeom>
        </p:spPr>
        <p:txBody>
          <a:bodyPr anchorCtr="0" anchor="t" bIns="91425" lIns="137150" spcFirstLastPara="1" rIns="91425" wrap="square" tIns="91425">
            <a:noAutofit/>
          </a:bodyPr>
          <a:lstStyle>
            <a:lvl1pPr indent="-304800" lvl="0" marL="4572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1pPr>
            <a:lvl2pPr indent="-304800" lvl="1" marL="9144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2pPr>
            <a:lvl3pPr indent="-304800" lvl="2" marL="13716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3pPr>
            <a:lvl4pPr indent="-304800" lvl="3" marL="1828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4pPr>
            <a:lvl5pPr indent="-304800" lvl="4" marL="22860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5pPr>
            <a:lvl6pPr indent="-304800" lvl="5" marL="27432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6pPr>
            <a:lvl7pPr indent="-304800" lvl="6" marL="32004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7pPr>
            <a:lvl8pPr indent="-304800" lvl="7" marL="36576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8pPr>
            <a:lvl9pPr indent="-304800" lvl="8" marL="4114800">
              <a:spcBef>
                <a:spcPts val="0"/>
              </a:spcBef>
              <a:spcAft>
                <a:spcPts val="0"/>
              </a:spcAft>
              <a:buClr>
                <a:schemeClr val="lt1"/>
              </a:buClr>
              <a:buSzPts val="1200"/>
              <a:buFont typeface="Instrument Sans Medium"/>
              <a:buChar char="■"/>
              <a:defRPr sz="1200">
                <a:latin typeface="Instrument Sans Medium"/>
                <a:ea typeface="Instrument Sans Medium"/>
                <a:cs typeface="Instrument Sans Medium"/>
                <a:sym typeface="Instrument Sans Medium"/>
              </a:defRPr>
            </a:lvl9pPr>
          </a:lstStyle>
          <a:p/>
        </p:txBody>
      </p:sp>
      <p:sp>
        <p:nvSpPr>
          <p:cNvPr id="537" name="Google Shape;537;p58"/>
          <p:cNvSpPr txBox="1"/>
          <p:nvPr>
            <p:ph type="title"/>
          </p:nvPr>
        </p:nvSpPr>
        <p:spPr>
          <a:xfrm>
            <a:off x="292597" y="474750"/>
            <a:ext cx="63903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p:txBody>
      </p:sp>
      <p:sp>
        <p:nvSpPr>
          <p:cNvPr id="538" name="Google Shape;538;p58"/>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5"/>
                </a:solidFill>
                <a:latin typeface="Instrument Sans"/>
                <a:ea typeface="Instrument Sans"/>
                <a:cs typeface="Instrument Sans"/>
                <a:sym typeface="Instrument Sans"/>
              </a:defRPr>
            </a:lvl1pPr>
            <a:lvl2pPr lvl="1" algn="r">
              <a:buNone/>
              <a:defRPr sz="700">
                <a:solidFill>
                  <a:schemeClr val="accent5"/>
                </a:solidFill>
                <a:latin typeface="Instrument Sans"/>
                <a:ea typeface="Instrument Sans"/>
                <a:cs typeface="Instrument Sans"/>
                <a:sym typeface="Instrument Sans"/>
              </a:defRPr>
            </a:lvl2pPr>
            <a:lvl3pPr lvl="2" algn="r">
              <a:buNone/>
              <a:defRPr sz="700">
                <a:solidFill>
                  <a:schemeClr val="accent5"/>
                </a:solidFill>
                <a:latin typeface="Instrument Sans"/>
                <a:ea typeface="Instrument Sans"/>
                <a:cs typeface="Instrument Sans"/>
                <a:sym typeface="Instrument Sans"/>
              </a:defRPr>
            </a:lvl3pPr>
            <a:lvl4pPr lvl="3" algn="r">
              <a:buNone/>
              <a:defRPr sz="700">
                <a:solidFill>
                  <a:schemeClr val="accent5"/>
                </a:solidFill>
                <a:latin typeface="Instrument Sans"/>
                <a:ea typeface="Instrument Sans"/>
                <a:cs typeface="Instrument Sans"/>
                <a:sym typeface="Instrument Sans"/>
              </a:defRPr>
            </a:lvl4pPr>
            <a:lvl5pPr lvl="4" algn="r">
              <a:buNone/>
              <a:defRPr sz="700">
                <a:solidFill>
                  <a:schemeClr val="accent5"/>
                </a:solidFill>
                <a:latin typeface="Instrument Sans"/>
                <a:ea typeface="Instrument Sans"/>
                <a:cs typeface="Instrument Sans"/>
                <a:sym typeface="Instrument Sans"/>
              </a:defRPr>
            </a:lvl5pPr>
            <a:lvl6pPr lvl="5" algn="r">
              <a:buNone/>
              <a:defRPr sz="700">
                <a:solidFill>
                  <a:schemeClr val="accent5"/>
                </a:solidFill>
                <a:latin typeface="Instrument Sans"/>
                <a:ea typeface="Instrument Sans"/>
                <a:cs typeface="Instrument Sans"/>
                <a:sym typeface="Instrument Sans"/>
              </a:defRPr>
            </a:lvl6pPr>
            <a:lvl7pPr lvl="6" algn="r">
              <a:buNone/>
              <a:defRPr sz="700">
                <a:solidFill>
                  <a:schemeClr val="accent5"/>
                </a:solidFill>
                <a:latin typeface="Instrument Sans"/>
                <a:ea typeface="Instrument Sans"/>
                <a:cs typeface="Instrument Sans"/>
                <a:sym typeface="Instrument Sans"/>
              </a:defRPr>
            </a:lvl7pPr>
            <a:lvl8pPr lvl="7" algn="r">
              <a:buNone/>
              <a:defRPr sz="700">
                <a:solidFill>
                  <a:schemeClr val="accent5"/>
                </a:solidFill>
                <a:latin typeface="Instrument Sans"/>
                <a:ea typeface="Instrument Sans"/>
                <a:cs typeface="Instrument Sans"/>
                <a:sym typeface="Instrument Sans"/>
              </a:defRPr>
            </a:lvl8pPr>
            <a:lvl9pPr lvl="8" algn="r">
              <a:buNone/>
              <a:defRPr sz="700">
                <a:solidFill>
                  <a:schemeClr val="accent5"/>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539" name="Google Shape;539;p58"/>
          <p:cNvSpPr txBox="1"/>
          <p:nvPr>
            <p:ph idx="7"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540" name="Google Shape;540;p58"/>
          <p:cNvSpPr txBox="1"/>
          <p:nvPr>
            <p:ph idx="8"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541" name="Google Shape;541;p58"/>
          <p:cNvSpPr txBox="1"/>
          <p:nvPr>
            <p:ph idx="9" type="subTitle"/>
          </p:nvPr>
        </p:nvSpPr>
        <p:spPr>
          <a:xfrm>
            <a:off x="282950" y="2148761"/>
            <a:ext cx="900900" cy="312600"/>
          </a:xfrm>
          <a:prstGeom prst="rect">
            <a:avLst/>
          </a:prstGeom>
          <a:noFill/>
        </p:spPr>
        <p:txBody>
          <a:bodyPr anchorCtr="0" anchor="t" bIns="91425" lIns="137150" spcFirstLastPara="1" rIns="91425" wrap="square" tIns="91425">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p:txBody>
      </p:sp>
      <p:sp>
        <p:nvSpPr>
          <p:cNvPr id="542" name="Google Shape;542;p58"/>
          <p:cNvSpPr txBox="1"/>
          <p:nvPr>
            <p:ph idx="13" type="subTitle"/>
          </p:nvPr>
        </p:nvSpPr>
        <p:spPr>
          <a:xfrm>
            <a:off x="1724950" y="2148761"/>
            <a:ext cx="900900" cy="312600"/>
          </a:xfrm>
          <a:prstGeom prst="rect">
            <a:avLst/>
          </a:prstGeom>
          <a:noFill/>
        </p:spPr>
        <p:txBody>
          <a:bodyPr anchorCtr="0" anchor="t" bIns="91425" lIns="137150" spcFirstLastPara="1" rIns="91425" wrap="square" tIns="91425">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p:txBody>
      </p:sp>
      <p:sp>
        <p:nvSpPr>
          <p:cNvPr id="543" name="Google Shape;543;p58"/>
          <p:cNvSpPr txBox="1"/>
          <p:nvPr>
            <p:ph idx="14" type="subTitle"/>
          </p:nvPr>
        </p:nvSpPr>
        <p:spPr>
          <a:xfrm>
            <a:off x="3166525" y="2148761"/>
            <a:ext cx="900900" cy="312600"/>
          </a:xfrm>
          <a:prstGeom prst="rect">
            <a:avLst/>
          </a:prstGeom>
          <a:noFill/>
        </p:spPr>
        <p:txBody>
          <a:bodyPr anchorCtr="0" anchor="t" bIns="91425" lIns="137150" spcFirstLastPara="1" rIns="91425" wrap="square" tIns="91425">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p:txBody>
      </p:sp>
      <p:sp>
        <p:nvSpPr>
          <p:cNvPr id="544" name="Google Shape;544;p58"/>
          <p:cNvSpPr txBox="1"/>
          <p:nvPr>
            <p:ph idx="15" type="subTitle"/>
          </p:nvPr>
        </p:nvSpPr>
        <p:spPr>
          <a:xfrm>
            <a:off x="4607875" y="2148761"/>
            <a:ext cx="900900" cy="312600"/>
          </a:xfrm>
          <a:prstGeom prst="rect">
            <a:avLst/>
          </a:prstGeom>
          <a:noFill/>
        </p:spPr>
        <p:txBody>
          <a:bodyPr anchorCtr="0" anchor="t" bIns="91425" lIns="137150" spcFirstLastPara="1" rIns="91425" wrap="square" tIns="91425">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p:txBody>
      </p:sp>
      <p:sp>
        <p:nvSpPr>
          <p:cNvPr id="545" name="Google Shape;545;p58"/>
          <p:cNvSpPr txBox="1"/>
          <p:nvPr>
            <p:ph idx="16" type="subTitle"/>
          </p:nvPr>
        </p:nvSpPr>
        <p:spPr>
          <a:xfrm>
            <a:off x="6049225" y="2148761"/>
            <a:ext cx="900900" cy="312600"/>
          </a:xfrm>
          <a:prstGeom prst="rect">
            <a:avLst/>
          </a:prstGeom>
          <a:noFill/>
        </p:spPr>
        <p:txBody>
          <a:bodyPr anchorCtr="0" anchor="t" bIns="91425" lIns="137150" spcFirstLastPara="1" rIns="91425" wrap="square" tIns="91425">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p:txBody>
      </p:sp>
      <p:sp>
        <p:nvSpPr>
          <p:cNvPr id="546" name="Google Shape;546;p58"/>
          <p:cNvSpPr txBox="1"/>
          <p:nvPr>
            <p:ph idx="17" type="subTitle"/>
          </p:nvPr>
        </p:nvSpPr>
        <p:spPr>
          <a:xfrm>
            <a:off x="7490575" y="2148761"/>
            <a:ext cx="900900" cy="312600"/>
          </a:xfrm>
          <a:prstGeom prst="rect">
            <a:avLst/>
          </a:prstGeom>
          <a:noFill/>
        </p:spPr>
        <p:txBody>
          <a:bodyPr anchorCtr="0" anchor="t" bIns="91425" lIns="137150" spcFirstLastPara="1" rIns="91425" wrap="square" tIns="91425">
            <a:noAutofit/>
          </a:bodyPr>
          <a:lstStyle>
            <a:lvl1pPr lvl="0">
              <a:spcBef>
                <a:spcPts val="0"/>
              </a:spcBef>
              <a:spcAft>
                <a:spcPts val="0"/>
              </a:spcAft>
              <a:buClr>
                <a:schemeClr val="lt1"/>
              </a:buClr>
              <a:buSzPts val="1000"/>
              <a:buFont typeface="Instrument Sans Medium"/>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2pPr>
            <a:lvl3pPr lvl="2">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3pPr>
            <a:lvl4pPr lvl="3">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4pPr>
            <a:lvl5pPr lvl="4">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5pPr>
            <a:lvl6pPr lvl="5">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6pPr>
            <a:lvl7pPr lvl="6">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7pPr>
            <a:lvl8pPr lvl="7">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8pPr>
            <a:lvl9pPr lvl="8">
              <a:spcBef>
                <a:spcPts val="0"/>
              </a:spcBef>
              <a:spcAft>
                <a:spcPts val="0"/>
              </a:spcAft>
              <a:buClr>
                <a:schemeClr val="lt1"/>
              </a:buClr>
              <a:buSzPts val="1400"/>
              <a:buFont typeface="Instrument Sans Medium"/>
              <a:buNone/>
              <a:defRPr>
                <a:solidFill>
                  <a:schemeClr val="lt1"/>
                </a:solidFill>
                <a:latin typeface="Instrument Sans Medium"/>
                <a:ea typeface="Instrument Sans Medium"/>
                <a:cs typeface="Instrument Sans Medium"/>
                <a:sym typeface="Instrument Sans Medium"/>
              </a:defRPr>
            </a:lvl9pPr>
          </a:lstStyle>
          <a:p/>
        </p:txBody>
      </p:sp>
      <p:sp>
        <p:nvSpPr>
          <p:cNvPr id="547" name="Google Shape;547;p58"/>
          <p:cNvSpPr txBox="1"/>
          <p:nvPr>
            <p:ph idx="18" type="subTitle"/>
          </p:nvPr>
        </p:nvSpPr>
        <p:spPr>
          <a:xfrm>
            <a:off x="289100" y="4018750"/>
            <a:ext cx="1363500" cy="498600"/>
          </a:xfrm>
          <a:prstGeom prst="rect">
            <a:avLst/>
          </a:prstGeom>
        </p:spPr>
        <p:txBody>
          <a:bodyPr anchorCtr="0" anchor="b" bIns="0" lIns="137150" spcFirstLastPara="1" rIns="137150" wrap="square" tIns="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8" name="Google Shape;548;p58"/>
          <p:cNvSpPr txBox="1"/>
          <p:nvPr>
            <p:ph idx="19" type="subTitle"/>
          </p:nvPr>
        </p:nvSpPr>
        <p:spPr>
          <a:xfrm>
            <a:off x="1728038" y="4018750"/>
            <a:ext cx="1363500" cy="498600"/>
          </a:xfrm>
          <a:prstGeom prst="rect">
            <a:avLst/>
          </a:prstGeom>
        </p:spPr>
        <p:txBody>
          <a:bodyPr anchorCtr="0" anchor="b" bIns="0" lIns="137150" spcFirstLastPara="1" rIns="137150" wrap="square" tIns="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9" name="Google Shape;549;p58"/>
          <p:cNvSpPr txBox="1"/>
          <p:nvPr>
            <p:ph idx="20" type="subTitle"/>
          </p:nvPr>
        </p:nvSpPr>
        <p:spPr>
          <a:xfrm>
            <a:off x="3168063" y="4018750"/>
            <a:ext cx="1363500" cy="498600"/>
          </a:xfrm>
          <a:prstGeom prst="rect">
            <a:avLst/>
          </a:prstGeom>
        </p:spPr>
        <p:txBody>
          <a:bodyPr anchorCtr="0" anchor="b" bIns="0" lIns="137150" spcFirstLastPara="1" rIns="137150" wrap="square" tIns="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0" name="Google Shape;550;p58"/>
          <p:cNvSpPr txBox="1"/>
          <p:nvPr>
            <p:ph idx="21" type="subTitle"/>
          </p:nvPr>
        </p:nvSpPr>
        <p:spPr>
          <a:xfrm>
            <a:off x="4608638" y="4018750"/>
            <a:ext cx="1363500" cy="498600"/>
          </a:xfrm>
          <a:prstGeom prst="rect">
            <a:avLst/>
          </a:prstGeom>
        </p:spPr>
        <p:txBody>
          <a:bodyPr anchorCtr="0" anchor="b" bIns="0" lIns="137150" spcFirstLastPara="1" rIns="137150" wrap="square" tIns="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1" name="Google Shape;551;p58"/>
          <p:cNvSpPr txBox="1"/>
          <p:nvPr>
            <p:ph idx="22" type="subTitle"/>
          </p:nvPr>
        </p:nvSpPr>
        <p:spPr>
          <a:xfrm>
            <a:off x="6051325" y="4018750"/>
            <a:ext cx="1363500" cy="498600"/>
          </a:xfrm>
          <a:prstGeom prst="rect">
            <a:avLst/>
          </a:prstGeom>
        </p:spPr>
        <p:txBody>
          <a:bodyPr anchorCtr="0" anchor="b" bIns="0" lIns="137150" spcFirstLastPara="1" rIns="137150" wrap="square" tIns="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2" name="Google Shape;552;p58"/>
          <p:cNvSpPr txBox="1"/>
          <p:nvPr>
            <p:ph idx="23" type="subTitle"/>
          </p:nvPr>
        </p:nvSpPr>
        <p:spPr>
          <a:xfrm>
            <a:off x="7490350" y="4018750"/>
            <a:ext cx="1363500" cy="498600"/>
          </a:xfrm>
          <a:prstGeom prst="rect">
            <a:avLst/>
          </a:prstGeom>
        </p:spPr>
        <p:txBody>
          <a:bodyPr anchorCtr="0" anchor="b" bIns="0" lIns="137150" spcFirstLastPara="1" rIns="137150" wrap="square" tIns="0">
            <a:noAutofit/>
          </a:bodyPr>
          <a:lstStyle>
            <a:lvl1pPr lvl="0">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peakers">
  <p:cSld name="BLANK_1_1_1_1_1_1_1_1_1_1_1_2_1_1">
    <p:bg>
      <p:bgPr>
        <a:solidFill>
          <a:schemeClr val="dk2"/>
        </a:solidFill>
      </p:bgPr>
    </p:bg>
    <p:spTree>
      <p:nvGrpSpPr>
        <p:cNvPr id="553" name="Shape 553"/>
        <p:cNvGrpSpPr/>
        <p:nvPr/>
      </p:nvGrpSpPr>
      <p:grpSpPr>
        <a:xfrm>
          <a:off x="0" y="0"/>
          <a:ext cx="0" cy="0"/>
          <a:chOff x="0" y="0"/>
          <a:chExt cx="0" cy="0"/>
        </a:xfrm>
      </p:grpSpPr>
      <p:sp>
        <p:nvSpPr>
          <p:cNvPr id="554" name="Google Shape;554;p59"/>
          <p:cNvSpPr txBox="1"/>
          <p:nvPr>
            <p:ph type="title"/>
          </p:nvPr>
        </p:nvSpPr>
        <p:spPr>
          <a:xfrm>
            <a:off x="292597" y="474750"/>
            <a:ext cx="63903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p:txBody>
      </p:sp>
      <p:sp>
        <p:nvSpPr>
          <p:cNvPr id="555" name="Google Shape;555;p59"/>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556" name="Google Shape;556;p59"/>
          <p:cNvSpPr/>
          <p:nvPr>
            <p:ph idx="2" type="pic"/>
          </p:nvPr>
        </p:nvSpPr>
        <p:spPr>
          <a:xfrm>
            <a:off x="477231" y="2396357"/>
            <a:ext cx="1243500" cy="1243500"/>
          </a:xfrm>
          <a:prstGeom prst="ellipse">
            <a:avLst/>
          </a:prstGeom>
          <a:noFill/>
          <a:ln>
            <a:noFill/>
          </a:ln>
        </p:spPr>
      </p:sp>
      <p:sp>
        <p:nvSpPr>
          <p:cNvPr id="557" name="Google Shape;557;p59"/>
          <p:cNvSpPr/>
          <p:nvPr>
            <p:ph idx="3" type="pic"/>
          </p:nvPr>
        </p:nvSpPr>
        <p:spPr>
          <a:xfrm>
            <a:off x="1867356" y="2396357"/>
            <a:ext cx="1243500" cy="1243500"/>
          </a:xfrm>
          <a:prstGeom prst="ellipse">
            <a:avLst/>
          </a:prstGeom>
          <a:noFill/>
          <a:ln>
            <a:noFill/>
          </a:ln>
        </p:spPr>
      </p:sp>
      <p:sp>
        <p:nvSpPr>
          <p:cNvPr id="558" name="Google Shape;558;p59"/>
          <p:cNvSpPr/>
          <p:nvPr>
            <p:ph idx="4" type="pic"/>
          </p:nvPr>
        </p:nvSpPr>
        <p:spPr>
          <a:xfrm>
            <a:off x="3257481" y="2396357"/>
            <a:ext cx="1243500" cy="1243500"/>
          </a:xfrm>
          <a:prstGeom prst="ellipse">
            <a:avLst/>
          </a:prstGeom>
          <a:noFill/>
          <a:ln>
            <a:noFill/>
          </a:ln>
        </p:spPr>
      </p:sp>
      <p:sp>
        <p:nvSpPr>
          <p:cNvPr id="559" name="Google Shape;559;p59"/>
          <p:cNvSpPr/>
          <p:nvPr>
            <p:ph idx="5" type="pic"/>
          </p:nvPr>
        </p:nvSpPr>
        <p:spPr>
          <a:xfrm>
            <a:off x="4647606" y="2396357"/>
            <a:ext cx="1243500" cy="1243500"/>
          </a:xfrm>
          <a:prstGeom prst="ellipse">
            <a:avLst/>
          </a:prstGeom>
          <a:noFill/>
          <a:ln>
            <a:noFill/>
          </a:ln>
        </p:spPr>
      </p:sp>
      <p:sp>
        <p:nvSpPr>
          <p:cNvPr id="560" name="Google Shape;560;p59"/>
          <p:cNvSpPr/>
          <p:nvPr>
            <p:ph idx="6" type="pic"/>
          </p:nvPr>
        </p:nvSpPr>
        <p:spPr>
          <a:xfrm>
            <a:off x="6037732" y="2396357"/>
            <a:ext cx="1243500" cy="1243500"/>
          </a:xfrm>
          <a:prstGeom prst="ellipse">
            <a:avLst/>
          </a:prstGeom>
          <a:noFill/>
          <a:ln>
            <a:noFill/>
          </a:ln>
        </p:spPr>
      </p:sp>
      <p:sp>
        <p:nvSpPr>
          <p:cNvPr id="561" name="Google Shape;561;p59"/>
          <p:cNvSpPr/>
          <p:nvPr>
            <p:ph idx="7" type="pic"/>
          </p:nvPr>
        </p:nvSpPr>
        <p:spPr>
          <a:xfrm>
            <a:off x="7427857" y="2396357"/>
            <a:ext cx="1243500" cy="1243500"/>
          </a:xfrm>
          <a:prstGeom prst="ellipse">
            <a:avLst/>
          </a:prstGeom>
          <a:noFill/>
          <a:ln>
            <a:noFill/>
          </a:ln>
        </p:spPr>
      </p:sp>
      <p:sp>
        <p:nvSpPr>
          <p:cNvPr id="562" name="Google Shape;562;p59"/>
          <p:cNvSpPr txBox="1"/>
          <p:nvPr>
            <p:ph idx="1" type="body"/>
          </p:nvPr>
        </p:nvSpPr>
        <p:spPr>
          <a:xfrm>
            <a:off x="475200" y="3765475"/>
            <a:ext cx="1243500" cy="585300"/>
          </a:xfrm>
          <a:prstGeom prst="rect">
            <a:avLst/>
          </a:prstGeom>
        </p:spPr>
        <p:txBody>
          <a:bodyPr anchorCtr="0" anchor="t" bIns="0" lIns="0" spcFirstLastPara="1" rIns="0" wrap="square" tIns="0">
            <a:noAutofit/>
          </a:bodyPr>
          <a:lstStyle>
            <a:lvl1pPr indent="-292100" lvl="0" marL="4572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63" name="Google Shape;563;p59"/>
          <p:cNvSpPr txBox="1"/>
          <p:nvPr>
            <p:ph idx="8" type="body"/>
          </p:nvPr>
        </p:nvSpPr>
        <p:spPr>
          <a:xfrm>
            <a:off x="1865730" y="3765475"/>
            <a:ext cx="1243500" cy="585300"/>
          </a:xfrm>
          <a:prstGeom prst="rect">
            <a:avLst/>
          </a:prstGeom>
        </p:spPr>
        <p:txBody>
          <a:bodyPr anchorCtr="0" anchor="t" bIns="0" lIns="0" spcFirstLastPara="1" rIns="0" wrap="square" tIns="0">
            <a:noAutofit/>
          </a:bodyPr>
          <a:lstStyle>
            <a:lvl1pPr indent="-292100" lvl="0" marL="457200" algn="ctr">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1pPr>
            <a:lvl2pPr indent="-292100" lvl="1" marL="9144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2pPr>
            <a:lvl3pPr indent="-292100" lvl="2" marL="13716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3pPr>
            <a:lvl4pPr indent="-292100" lvl="3" marL="18288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4pPr>
            <a:lvl5pPr indent="-292100" lvl="4" marL="22860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5pPr>
            <a:lvl6pPr indent="-292100" lvl="5" marL="27432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6pPr>
            <a:lvl7pPr indent="-292100" lvl="6" marL="32004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7pPr>
            <a:lvl8pPr indent="-292100" lvl="7" marL="3657600" algn="ctr">
              <a:spcBef>
                <a:spcPts val="800"/>
              </a:spcBef>
              <a:spcAft>
                <a:spcPts val="0"/>
              </a:spcAft>
              <a:buSzPts val="1000"/>
              <a:buFont typeface="Instrument Sans Medium"/>
              <a:buChar char="○"/>
              <a:defRPr>
                <a:latin typeface="Instrument Sans Medium"/>
                <a:ea typeface="Instrument Sans Medium"/>
                <a:cs typeface="Instrument Sans Medium"/>
                <a:sym typeface="Instrument Sans Medium"/>
              </a:defRPr>
            </a:lvl8pPr>
            <a:lvl9pPr indent="-292100" lvl="8" marL="4114800" algn="ctr">
              <a:spcBef>
                <a:spcPts val="800"/>
              </a:spcBef>
              <a:spcAft>
                <a:spcPts val="800"/>
              </a:spcAft>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64" name="Google Shape;564;p59"/>
          <p:cNvSpPr txBox="1"/>
          <p:nvPr>
            <p:ph idx="9" type="body"/>
          </p:nvPr>
        </p:nvSpPr>
        <p:spPr>
          <a:xfrm>
            <a:off x="3256260" y="3765475"/>
            <a:ext cx="1243500" cy="585300"/>
          </a:xfrm>
          <a:prstGeom prst="rect">
            <a:avLst/>
          </a:prstGeom>
        </p:spPr>
        <p:txBody>
          <a:bodyPr anchorCtr="0" anchor="t" bIns="0" lIns="0" spcFirstLastPara="1" rIns="0" wrap="square" tIns="0">
            <a:noAutofit/>
          </a:bodyPr>
          <a:lstStyle>
            <a:lvl1pPr indent="-292100" lvl="0" marL="4572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65" name="Google Shape;565;p59"/>
          <p:cNvSpPr txBox="1"/>
          <p:nvPr>
            <p:ph idx="13" type="body"/>
          </p:nvPr>
        </p:nvSpPr>
        <p:spPr>
          <a:xfrm>
            <a:off x="4646790" y="3765475"/>
            <a:ext cx="1243500" cy="585300"/>
          </a:xfrm>
          <a:prstGeom prst="rect">
            <a:avLst/>
          </a:prstGeom>
        </p:spPr>
        <p:txBody>
          <a:bodyPr anchorCtr="0" anchor="t" bIns="0" lIns="0" spcFirstLastPara="1" rIns="0" wrap="square" tIns="0">
            <a:noAutofit/>
          </a:bodyPr>
          <a:lstStyle>
            <a:lvl1pPr indent="-292100" lvl="0" marL="4572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66" name="Google Shape;566;p59"/>
          <p:cNvSpPr txBox="1"/>
          <p:nvPr>
            <p:ph idx="14" type="body"/>
          </p:nvPr>
        </p:nvSpPr>
        <p:spPr>
          <a:xfrm>
            <a:off x="6037320" y="3765475"/>
            <a:ext cx="1243500" cy="585300"/>
          </a:xfrm>
          <a:prstGeom prst="rect">
            <a:avLst/>
          </a:prstGeom>
        </p:spPr>
        <p:txBody>
          <a:bodyPr anchorCtr="0" anchor="t" bIns="0" lIns="0" spcFirstLastPara="1" rIns="0" wrap="square" tIns="0">
            <a:noAutofit/>
          </a:bodyPr>
          <a:lstStyle>
            <a:lvl1pPr indent="-292100" lvl="0" marL="4572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67" name="Google Shape;567;p59"/>
          <p:cNvSpPr txBox="1"/>
          <p:nvPr>
            <p:ph idx="15" type="body"/>
          </p:nvPr>
        </p:nvSpPr>
        <p:spPr>
          <a:xfrm>
            <a:off x="7427850" y="3765475"/>
            <a:ext cx="1243500" cy="585300"/>
          </a:xfrm>
          <a:prstGeom prst="rect">
            <a:avLst/>
          </a:prstGeom>
        </p:spPr>
        <p:txBody>
          <a:bodyPr anchorCtr="0" anchor="t" bIns="0" lIns="0" spcFirstLastPara="1" rIns="0" wrap="square" tIns="0">
            <a:noAutofit/>
          </a:bodyPr>
          <a:lstStyle>
            <a:lvl1pPr indent="-292100" lvl="0" marL="4572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lgn="ctr">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68" name="Google Shape;568;p59"/>
          <p:cNvSpPr txBox="1"/>
          <p:nvPr>
            <p:ph idx="16"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569" name="Google Shape;569;p59"/>
          <p:cNvSpPr txBox="1"/>
          <p:nvPr>
            <p:ph idx="17"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peakers 2">
  <p:cSld name="BLANK_1_1_1_1_1_1_1_1_1_1_1_2_1_1_1">
    <p:bg>
      <p:bgPr>
        <a:solidFill>
          <a:schemeClr val="lt2"/>
        </a:solidFill>
      </p:bgPr>
    </p:bg>
    <p:spTree>
      <p:nvGrpSpPr>
        <p:cNvPr id="570" name="Shape 570"/>
        <p:cNvGrpSpPr/>
        <p:nvPr/>
      </p:nvGrpSpPr>
      <p:grpSpPr>
        <a:xfrm>
          <a:off x="0" y="0"/>
          <a:ext cx="0" cy="0"/>
          <a:chOff x="0" y="0"/>
          <a:chExt cx="0" cy="0"/>
        </a:xfrm>
      </p:grpSpPr>
      <p:sp>
        <p:nvSpPr>
          <p:cNvPr id="571" name="Google Shape;571;p60"/>
          <p:cNvSpPr txBox="1"/>
          <p:nvPr>
            <p:ph type="title"/>
          </p:nvPr>
        </p:nvSpPr>
        <p:spPr>
          <a:xfrm>
            <a:off x="292597" y="474750"/>
            <a:ext cx="63903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p:txBody>
      </p:sp>
      <p:sp>
        <p:nvSpPr>
          <p:cNvPr id="572" name="Google Shape;572;p60"/>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573" name="Google Shape;573;p60"/>
          <p:cNvSpPr txBox="1"/>
          <p:nvPr>
            <p:ph idx="1" type="body"/>
          </p:nvPr>
        </p:nvSpPr>
        <p:spPr>
          <a:xfrm>
            <a:off x="282017" y="2832891"/>
            <a:ext cx="1307700" cy="5439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74" name="Google Shape;574;p60"/>
          <p:cNvSpPr txBox="1"/>
          <p:nvPr>
            <p:ph idx="2" type="body"/>
          </p:nvPr>
        </p:nvSpPr>
        <p:spPr>
          <a:xfrm>
            <a:off x="1735443" y="2832891"/>
            <a:ext cx="1307700" cy="543900"/>
          </a:xfrm>
          <a:prstGeom prst="rect">
            <a:avLst/>
          </a:prstGeom>
        </p:spPr>
        <p:txBody>
          <a:bodyPr anchorCtr="0" anchor="t" bIns="0" lIns="0" spcFirstLastPara="1" rIns="0" wrap="square" tIns="0">
            <a:noAutofit/>
          </a:bodyPr>
          <a:lstStyle>
            <a:lvl1pPr indent="-292100" lvl="0" marL="4572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1pPr>
            <a:lvl2pPr indent="-292100" lvl="1" marL="9144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2pPr>
            <a:lvl3pPr indent="-292100" lvl="2" marL="13716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3pPr>
            <a:lvl4pPr indent="-292100" lvl="3" marL="18288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4pPr>
            <a:lvl5pPr indent="-292100" lvl="4" marL="22860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5pPr>
            <a:lvl6pPr indent="-292100" lvl="5" marL="27432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6pPr>
            <a:lvl7pPr indent="-292100" lvl="6" marL="32004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7pPr>
            <a:lvl8pPr indent="-292100" lvl="7" marL="36576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8pPr>
            <a:lvl9pPr indent="-292100" lvl="8" marL="4114800">
              <a:lnSpc>
                <a:spcPct val="100000"/>
              </a:lnSpc>
              <a:spcBef>
                <a:spcPts val="0"/>
              </a:spcBef>
              <a:spcAft>
                <a:spcPts val="0"/>
              </a:spcAft>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75" name="Google Shape;575;p60"/>
          <p:cNvSpPr txBox="1"/>
          <p:nvPr>
            <p:ph idx="3" type="body"/>
          </p:nvPr>
        </p:nvSpPr>
        <p:spPr>
          <a:xfrm>
            <a:off x="3188870" y="2832891"/>
            <a:ext cx="1307700" cy="5439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76" name="Google Shape;576;p60"/>
          <p:cNvSpPr txBox="1"/>
          <p:nvPr>
            <p:ph idx="4" type="body"/>
          </p:nvPr>
        </p:nvSpPr>
        <p:spPr>
          <a:xfrm>
            <a:off x="4642297" y="2832891"/>
            <a:ext cx="1307700" cy="5439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77" name="Google Shape;577;p60"/>
          <p:cNvSpPr txBox="1"/>
          <p:nvPr>
            <p:ph idx="5" type="body"/>
          </p:nvPr>
        </p:nvSpPr>
        <p:spPr>
          <a:xfrm>
            <a:off x="6095723" y="2832891"/>
            <a:ext cx="1307700" cy="5439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78" name="Google Shape;578;p60"/>
          <p:cNvSpPr txBox="1"/>
          <p:nvPr>
            <p:ph idx="6" type="body"/>
          </p:nvPr>
        </p:nvSpPr>
        <p:spPr>
          <a:xfrm>
            <a:off x="7549150" y="2832891"/>
            <a:ext cx="1307700" cy="5439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1pPr>
            <a:lvl2pPr indent="-292100" lvl="1" marL="914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2pPr>
            <a:lvl3pPr indent="-292100" lvl="2" marL="1371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3pPr>
            <a:lvl4pPr indent="-292100" lvl="3" marL="1828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4pPr>
            <a:lvl5pPr indent="-292100" lvl="4" marL="22860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5pPr>
            <a:lvl6pPr indent="-292100" lvl="5" marL="27432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6pPr>
            <a:lvl7pPr indent="-292100" lvl="6" marL="32004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7pPr>
            <a:lvl8pPr indent="-292100" lvl="7" marL="36576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8pPr>
            <a:lvl9pPr indent="-292100" lvl="8" marL="4114800">
              <a:spcBef>
                <a:spcPts val="0"/>
              </a:spcBef>
              <a:spcAft>
                <a:spcPts val="0"/>
              </a:spcAft>
              <a:buClr>
                <a:schemeClr val="lt1"/>
              </a:buClr>
              <a:buSzPts val="1000"/>
              <a:buFont typeface="Instrument Sans Medium"/>
              <a:buChar char="■"/>
              <a:defRPr>
                <a:latin typeface="Instrument Sans Medium"/>
                <a:ea typeface="Instrument Sans Medium"/>
                <a:cs typeface="Instrument Sans Medium"/>
                <a:sym typeface="Instrument Sans Medium"/>
              </a:defRPr>
            </a:lvl9pPr>
          </a:lstStyle>
          <a:p/>
        </p:txBody>
      </p:sp>
      <p:sp>
        <p:nvSpPr>
          <p:cNvPr id="579" name="Google Shape;579;p60"/>
          <p:cNvSpPr txBox="1"/>
          <p:nvPr>
            <p:ph idx="7"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580" name="Google Shape;580;p60"/>
          <p:cNvSpPr txBox="1"/>
          <p:nvPr>
            <p:ph idx="8"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581" name="Google Shape;581;p60"/>
          <p:cNvSpPr/>
          <p:nvPr>
            <p:ph idx="9" type="pic"/>
          </p:nvPr>
        </p:nvSpPr>
        <p:spPr>
          <a:xfrm>
            <a:off x="282017" y="1446074"/>
            <a:ext cx="1307700" cy="1307700"/>
          </a:xfrm>
          <a:prstGeom prst="roundRect">
            <a:avLst>
              <a:gd fmla="val 16667" name="adj"/>
            </a:avLst>
          </a:prstGeom>
          <a:noFill/>
          <a:ln>
            <a:noFill/>
          </a:ln>
        </p:spPr>
      </p:sp>
      <p:sp>
        <p:nvSpPr>
          <p:cNvPr id="582" name="Google Shape;582;p60"/>
          <p:cNvSpPr/>
          <p:nvPr>
            <p:ph idx="13" type="pic"/>
          </p:nvPr>
        </p:nvSpPr>
        <p:spPr>
          <a:xfrm>
            <a:off x="1735443" y="1446074"/>
            <a:ext cx="1307700" cy="1307700"/>
          </a:xfrm>
          <a:prstGeom prst="roundRect">
            <a:avLst>
              <a:gd fmla="val 16667" name="adj"/>
            </a:avLst>
          </a:prstGeom>
          <a:noFill/>
          <a:ln>
            <a:noFill/>
          </a:ln>
        </p:spPr>
      </p:sp>
      <p:sp>
        <p:nvSpPr>
          <p:cNvPr id="583" name="Google Shape;583;p60"/>
          <p:cNvSpPr/>
          <p:nvPr>
            <p:ph idx="14" type="pic"/>
          </p:nvPr>
        </p:nvSpPr>
        <p:spPr>
          <a:xfrm>
            <a:off x="3188870" y="1446074"/>
            <a:ext cx="1307700" cy="1307700"/>
          </a:xfrm>
          <a:prstGeom prst="roundRect">
            <a:avLst>
              <a:gd fmla="val 16667" name="adj"/>
            </a:avLst>
          </a:prstGeom>
          <a:noFill/>
          <a:ln>
            <a:noFill/>
          </a:ln>
        </p:spPr>
      </p:sp>
      <p:sp>
        <p:nvSpPr>
          <p:cNvPr id="584" name="Google Shape;584;p60"/>
          <p:cNvSpPr/>
          <p:nvPr>
            <p:ph idx="15" type="pic"/>
          </p:nvPr>
        </p:nvSpPr>
        <p:spPr>
          <a:xfrm>
            <a:off x="4642297" y="1446074"/>
            <a:ext cx="1307700" cy="1307700"/>
          </a:xfrm>
          <a:prstGeom prst="roundRect">
            <a:avLst>
              <a:gd fmla="val 16667" name="adj"/>
            </a:avLst>
          </a:prstGeom>
          <a:noFill/>
          <a:ln>
            <a:noFill/>
          </a:ln>
        </p:spPr>
      </p:sp>
      <p:sp>
        <p:nvSpPr>
          <p:cNvPr id="585" name="Google Shape;585;p60"/>
          <p:cNvSpPr/>
          <p:nvPr>
            <p:ph idx="16" type="pic"/>
          </p:nvPr>
        </p:nvSpPr>
        <p:spPr>
          <a:xfrm>
            <a:off x="6095723" y="1446074"/>
            <a:ext cx="1307700" cy="1307700"/>
          </a:xfrm>
          <a:prstGeom prst="roundRect">
            <a:avLst>
              <a:gd fmla="val 16667" name="adj"/>
            </a:avLst>
          </a:prstGeom>
          <a:noFill/>
          <a:ln>
            <a:noFill/>
          </a:ln>
        </p:spPr>
      </p:sp>
      <p:sp>
        <p:nvSpPr>
          <p:cNvPr id="586" name="Google Shape;586;p60"/>
          <p:cNvSpPr/>
          <p:nvPr>
            <p:ph idx="17" type="pic"/>
          </p:nvPr>
        </p:nvSpPr>
        <p:spPr>
          <a:xfrm>
            <a:off x="7549150" y="1446074"/>
            <a:ext cx="1307700" cy="1307700"/>
          </a:xfrm>
          <a:prstGeom prst="roundRect">
            <a:avLst>
              <a:gd fmla="val 16667" name="adj"/>
            </a:avLst>
          </a:prstGeom>
          <a:noFill/>
          <a:ln>
            <a:noFill/>
          </a:ln>
        </p:spPr>
      </p:sp>
      <p:sp>
        <p:nvSpPr>
          <p:cNvPr id="587" name="Google Shape;587;p60"/>
          <p:cNvSpPr txBox="1"/>
          <p:nvPr>
            <p:ph idx="18" type="body"/>
          </p:nvPr>
        </p:nvSpPr>
        <p:spPr>
          <a:xfrm>
            <a:off x="279292" y="3564958"/>
            <a:ext cx="1307700" cy="10827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
        <p:nvSpPr>
          <p:cNvPr id="588" name="Google Shape;588;p60"/>
          <p:cNvSpPr txBox="1"/>
          <p:nvPr>
            <p:ph idx="19" type="body"/>
          </p:nvPr>
        </p:nvSpPr>
        <p:spPr>
          <a:xfrm>
            <a:off x="1732718" y="3564958"/>
            <a:ext cx="1307700" cy="10827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
        <p:nvSpPr>
          <p:cNvPr id="589" name="Google Shape;589;p60"/>
          <p:cNvSpPr txBox="1"/>
          <p:nvPr>
            <p:ph idx="20" type="body"/>
          </p:nvPr>
        </p:nvSpPr>
        <p:spPr>
          <a:xfrm>
            <a:off x="3186145" y="3564958"/>
            <a:ext cx="1307700" cy="10827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
        <p:nvSpPr>
          <p:cNvPr id="590" name="Google Shape;590;p60"/>
          <p:cNvSpPr txBox="1"/>
          <p:nvPr>
            <p:ph idx="21" type="body"/>
          </p:nvPr>
        </p:nvSpPr>
        <p:spPr>
          <a:xfrm>
            <a:off x="4639572" y="3564958"/>
            <a:ext cx="1307700" cy="10827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
        <p:nvSpPr>
          <p:cNvPr id="591" name="Google Shape;591;p60"/>
          <p:cNvSpPr txBox="1"/>
          <p:nvPr>
            <p:ph idx="22" type="body"/>
          </p:nvPr>
        </p:nvSpPr>
        <p:spPr>
          <a:xfrm>
            <a:off x="6092998" y="3564958"/>
            <a:ext cx="1307700" cy="10827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
        <p:nvSpPr>
          <p:cNvPr id="592" name="Google Shape;592;p60"/>
          <p:cNvSpPr txBox="1"/>
          <p:nvPr>
            <p:ph idx="23" type="body"/>
          </p:nvPr>
        </p:nvSpPr>
        <p:spPr>
          <a:xfrm>
            <a:off x="7546425" y="3564958"/>
            <a:ext cx="1307700" cy="10827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statement 1">
  <p:cSld name="CUSTOM_4_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61"/>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595" name="Google Shape;595;p61"/>
          <p:cNvSpPr txBox="1"/>
          <p:nvPr>
            <p:ph idx="2"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596" name="Google Shape;596;p61"/>
          <p:cNvSpPr txBox="1"/>
          <p:nvPr>
            <p:ph idx="3" type="body"/>
          </p:nvPr>
        </p:nvSpPr>
        <p:spPr>
          <a:xfrm>
            <a:off x="360300" y="2181900"/>
            <a:ext cx="8496600" cy="2486700"/>
          </a:xfrm>
          <a:prstGeom prst="rect">
            <a:avLst/>
          </a:prstGeom>
        </p:spPr>
        <p:txBody>
          <a:bodyPr anchorCtr="0" anchor="b" bIns="0" lIns="0" spcFirstLastPara="1" rIns="0" wrap="square" tIns="0">
            <a:noAutofit/>
          </a:bodyPr>
          <a:lstStyle>
            <a:lvl1pPr indent="-228600" lvl="0" marL="457200">
              <a:lnSpc>
                <a:spcPct val="85000"/>
              </a:lnSpc>
              <a:spcBef>
                <a:spcPts val="0"/>
              </a:spcBef>
              <a:spcAft>
                <a:spcPts val="0"/>
              </a:spcAft>
              <a:buNone/>
              <a:defRPr sz="3600"/>
            </a:lvl1pPr>
            <a:lvl2pPr indent="-228600" lvl="1" marL="914400">
              <a:lnSpc>
                <a:spcPct val="85000"/>
              </a:lnSpc>
              <a:spcBef>
                <a:spcPts val="0"/>
              </a:spcBef>
              <a:spcAft>
                <a:spcPts val="0"/>
              </a:spcAft>
              <a:buNone/>
              <a:defRPr sz="3600"/>
            </a:lvl2pPr>
            <a:lvl3pPr indent="-228600" lvl="2" marL="1371600">
              <a:lnSpc>
                <a:spcPct val="85000"/>
              </a:lnSpc>
              <a:spcBef>
                <a:spcPts val="0"/>
              </a:spcBef>
              <a:spcAft>
                <a:spcPts val="0"/>
              </a:spcAft>
              <a:buNone/>
              <a:defRPr sz="3600"/>
            </a:lvl3pPr>
            <a:lvl4pPr indent="-228600" lvl="3" marL="1828800">
              <a:lnSpc>
                <a:spcPct val="85000"/>
              </a:lnSpc>
              <a:spcBef>
                <a:spcPts val="0"/>
              </a:spcBef>
              <a:spcAft>
                <a:spcPts val="0"/>
              </a:spcAft>
              <a:buNone/>
              <a:defRPr sz="3600"/>
            </a:lvl4pPr>
            <a:lvl5pPr indent="-228600" lvl="4" marL="2286000">
              <a:lnSpc>
                <a:spcPct val="85000"/>
              </a:lnSpc>
              <a:spcBef>
                <a:spcPts val="0"/>
              </a:spcBef>
              <a:spcAft>
                <a:spcPts val="0"/>
              </a:spcAft>
              <a:buNone/>
              <a:defRPr sz="3600"/>
            </a:lvl5pPr>
            <a:lvl6pPr indent="-228600" lvl="5" marL="2743200">
              <a:lnSpc>
                <a:spcPct val="85000"/>
              </a:lnSpc>
              <a:spcBef>
                <a:spcPts val="0"/>
              </a:spcBef>
              <a:spcAft>
                <a:spcPts val="0"/>
              </a:spcAft>
              <a:buNone/>
              <a:defRPr sz="3600"/>
            </a:lvl6pPr>
            <a:lvl7pPr indent="-228600" lvl="6" marL="3200400">
              <a:lnSpc>
                <a:spcPct val="85000"/>
              </a:lnSpc>
              <a:spcBef>
                <a:spcPts val="0"/>
              </a:spcBef>
              <a:spcAft>
                <a:spcPts val="0"/>
              </a:spcAft>
              <a:buNone/>
              <a:defRPr sz="3600"/>
            </a:lvl7pPr>
            <a:lvl8pPr indent="-228600" lvl="7" marL="3657600">
              <a:lnSpc>
                <a:spcPct val="85000"/>
              </a:lnSpc>
              <a:spcBef>
                <a:spcPts val="0"/>
              </a:spcBef>
              <a:spcAft>
                <a:spcPts val="0"/>
              </a:spcAft>
              <a:buNone/>
              <a:defRPr sz="3600"/>
            </a:lvl8pPr>
            <a:lvl9pPr indent="-228600" lvl="8" marL="4114800">
              <a:lnSpc>
                <a:spcPct val="85000"/>
              </a:lnSpc>
              <a:spcBef>
                <a:spcPts val="0"/>
              </a:spcBef>
              <a:spcAft>
                <a:spcPts val="0"/>
              </a:spcAft>
              <a:buNone/>
              <a:defRPr sz="3600"/>
            </a:lvl9pPr>
          </a:lstStyle>
          <a:p/>
        </p:txBody>
      </p:sp>
      <p:sp>
        <p:nvSpPr>
          <p:cNvPr id="597" name="Google Shape;597;p61"/>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1">
  <p:cSld name="BLANK_1_1_1_2">
    <p:bg>
      <p:bgPr>
        <a:blipFill>
          <a:blip r:embed="rId2">
            <a:alphaModFix/>
          </a:blip>
          <a:stretch>
            <a:fillRect/>
          </a:stretch>
        </a:blipFill>
      </p:bgPr>
    </p:bg>
    <p:spTree>
      <p:nvGrpSpPr>
        <p:cNvPr id="598" name="Shape 598"/>
        <p:cNvGrpSpPr/>
        <p:nvPr/>
      </p:nvGrpSpPr>
      <p:grpSpPr>
        <a:xfrm>
          <a:off x="0" y="0"/>
          <a:ext cx="0" cy="0"/>
          <a:chOff x="0" y="0"/>
          <a:chExt cx="0" cy="0"/>
        </a:xfrm>
      </p:grpSpPr>
      <p:sp>
        <p:nvSpPr>
          <p:cNvPr id="599" name="Google Shape;599;p62"/>
          <p:cNvSpPr txBox="1"/>
          <p:nvPr>
            <p:ph type="title"/>
          </p:nvPr>
        </p:nvSpPr>
        <p:spPr>
          <a:xfrm>
            <a:off x="284700" y="474750"/>
            <a:ext cx="4227300" cy="965400"/>
          </a:xfrm>
          <a:prstGeom prst="rect">
            <a:avLst/>
          </a:prstGeom>
        </p:spPr>
        <p:txBody>
          <a:bodyPr anchorCtr="0" anchor="b" bIns="0" lIns="0" spcFirstLastPara="1" rIns="91425" wrap="square" tIns="0">
            <a:no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p:txBody>
      </p:sp>
      <p:sp>
        <p:nvSpPr>
          <p:cNvPr id="600" name="Google Shape;600;p62"/>
          <p:cNvSpPr/>
          <p:nvPr>
            <p:ph idx="2" type="pic"/>
          </p:nvPr>
        </p:nvSpPr>
        <p:spPr>
          <a:xfrm>
            <a:off x="4629600" y="474750"/>
            <a:ext cx="4227300" cy="4194000"/>
          </a:xfrm>
          <a:prstGeom prst="roundRect">
            <a:avLst>
              <a:gd fmla="val 5294" name="adj"/>
            </a:avLst>
          </a:prstGeom>
          <a:noFill/>
          <a:ln>
            <a:noFill/>
          </a:ln>
        </p:spPr>
      </p:sp>
      <p:sp>
        <p:nvSpPr>
          <p:cNvPr id="601" name="Google Shape;601;p62"/>
          <p:cNvSpPr txBox="1"/>
          <p:nvPr>
            <p:ph idx="1" type="body"/>
          </p:nvPr>
        </p:nvSpPr>
        <p:spPr>
          <a:xfrm>
            <a:off x="284700" y="3065325"/>
            <a:ext cx="2772600" cy="1603200"/>
          </a:xfrm>
          <a:prstGeom prst="rect">
            <a:avLst/>
          </a:prstGeom>
        </p:spPr>
        <p:txBody>
          <a:bodyPr anchorCtr="0" anchor="b" bIns="0" lIns="0" spcFirstLastPara="1" rIns="0" wrap="square" tIns="0">
            <a:noAutofit/>
          </a:bodyPr>
          <a:lstStyle>
            <a:lvl1pPr indent="-304800" lvl="0" marL="457200">
              <a:spcBef>
                <a:spcPts val="0"/>
              </a:spcBef>
              <a:spcAft>
                <a:spcPts val="0"/>
              </a:spcAft>
              <a:buClr>
                <a:schemeClr val="lt1"/>
              </a:buClr>
              <a:buSzPts val="1200"/>
              <a:buChar char="●"/>
              <a:defRPr sz="1200"/>
            </a:lvl1pPr>
            <a:lvl2pPr indent="-304800" lvl="1" marL="914400">
              <a:spcBef>
                <a:spcPts val="800"/>
              </a:spcBef>
              <a:spcAft>
                <a:spcPts val="0"/>
              </a:spcAft>
              <a:buClr>
                <a:schemeClr val="lt1"/>
              </a:buClr>
              <a:buSzPts val="1200"/>
              <a:buChar char="○"/>
              <a:defRPr sz="1200"/>
            </a:lvl2pPr>
            <a:lvl3pPr indent="-304800" lvl="2" marL="1371600">
              <a:spcBef>
                <a:spcPts val="800"/>
              </a:spcBef>
              <a:spcAft>
                <a:spcPts val="0"/>
              </a:spcAft>
              <a:buClr>
                <a:schemeClr val="lt1"/>
              </a:buClr>
              <a:buSzPts val="1200"/>
              <a:buChar char="■"/>
              <a:defRPr sz="1200"/>
            </a:lvl3pPr>
            <a:lvl4pPr indent="-304800" lvl="3" marL="1828800">
              <a:spcBef>
                <a:spcPts val="800"/>
              </a:spcBef>
              <a:spcAft>
                <a:spcPts val="0"/>
              </a:spcAft>
              <a:buClr>
                <a:schemeClr val="lt1"/>
              </a:buClr>
              <a:buSzPts val="1200"/>
              <a:buChar char="●"/>
              <a:defRPr sz="1200"/>
            </a:lvl4pPr>
            <a:lvl5pPr indent="-304800" lvl="4" marL="2286000">
              <a:spcBef>
                <a:spcPts val="800"/>
              </a:spcBef>
              <a:spcAft>
                <a:spcPts val="0"/>
              </a:spcAft>
              <a:buClr>
                <a:schemeClr val="lt1"/>
              </a:buClr>
              <a:buSzPts val="1200"/>
              <a:buChar char="○"/>
              <a:defRPr sz="1200"/>
            </a:lvl5pPr>
            <a:lvl6pPr indent="-304800" lvl="5" marL="2743200">
              <a:spcBef>
                <a:spcPts val="800"/>
              </a:spcBef>
              <a:spcAft>
                <a:spcPts val="0"/>
              </a:spcAft>
              <a:buClr>
                <a:schemeClr val="lt1"/>
              </a:buClr>
              <a:buSzPts val="1200"/>
              <a:buChar char="■"/>
              <a:defRPr sz="1200"/>
            </a:lvl6pPr>
            <a:lvl7pPr indent="-304800" lvl="6" marL="3200400">
              <a:spcBef>
                <a:spcPts val="800"/>
              </a:spcBef>
              <a:spcAft>
                <a:spcPts val="0"/>
              </a:spcAft>
              <a:buClr>
                <a:schemeClr val="lt1"/>
              </a:buClr>
              <a:buSzPts val="1200"/>
              <a:buChar char="●"/>
              <a:defRPr sz="1200"/>
            </a:lvl7pPr>
            <a:lvl8pPr indent="-304800" lvl="7" marL="3657600">
              <a:spcBef>
                <a:spcPts val="800"/>
              </a:spcBef>
              <a:spcAft>
                <a:spcPts val="0"/>
              </a:spcAft>
              <a:buClr>
                <a:schemeClr val="lt1"/>
              </a:buClr>
              <a:buSzPts val="1200"/>
              <a:buChar char="○"/>
              <a:defRPr sz="1200"/>
            </a:lvl8pPr>
            <a:lvl9pPr indent="-304800" lvl="8" marL="4114800">
              <a:spcBef>
                <a:spcPts val="800"/>
              </a:spcBef>
              <a:spcAft>
                <a:spcPts val="800"/>
              </a:spcAft>
              <a:buClr>
                <a:schemeClr val="lt1"/>
              </a:buClr>
              <a:buSzPts val="1200"/>
              <a:buChar char="■"/>
              <a:defRPr sz="1200"/>
            </a:lvl9pPr>
          </a:lstStyle>
          <a:p/>
        </p:txBody>
      </p:sp>
      <p:sp>
        <p:nvSpPr>
          <p:cNvPr id="602" name="Google Shape;602;p62"/>
          <p:cNvSpPr txBox="1"/>
          <p:nvPr>
            <p:ph idx="3"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03" name="Google Shape;603;p62"/>
          <p:cNvSpPr txBox="1"/>
          <p:nvPr>
            <p:ph idx="4"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04" name="Google Shape;604;p62"/>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2">
  <p:cSld name="BLANK_1_1_1_2_3_1">
    <p:bg>
      <p:bgPr>
        <a:blipFill>
          <a:blip r:embed="rId2">
            <a:alphaModFix/>
          </a:blip>
          <a:stretch>
            <a:fillRect/>
          </a:stretch>
        </a:blipFill>
      </p:bgPr>
    </p:bg>
    <p:spTree>
      <p:nvGrpSpPr>
        <p:cNvPr id="605" name="Shape 605"/>
        <p:cNvGrpSpPr/>
        <p:nvPr/>
      </p:nvGrpSpPr>
      <p:grpSpPr>
        <a:xfrm>
          <a:off x="0" y="0"/>
          <a:ext cx="0" cy="0"/>
          <a:chOff x="0" y="0"/>
          <a:chExt cx="0" cy="0"/>
        </a:xfrm>
      </p:grpSpPr>
      <p:sp>
        <p:nvSpPr>
          <p:cNvPr id="606" name="Google Shape;606;p63"/>
          <p:cNvSpPr/>
          <p:nvPr>
            <p:ph idx="2" type="pic"/>
          </p:nvPr>
        </p:nvSpPr>
        <p:spPr>
          <a:xfrm>
            <a:off x="4629600" y="474750"/>
            <a:ext cx="4227300" cy="4194000"/>
          </a:xfrm>
          <a:prstGeom prst="roundRect">
            <a:avLst>
              <a:gd fmla="val 10510" name="adj"/>
            </a:avLst>
          </a:prstGeom>
          <a:noFill/>
          <a:ln>
            <a:noFill/>
          </a:ln>
        </p:spPr>
      </p:sp>
      <p:sp>
        <p:nvSpPr>
          <p:cNvPr id="607" name="Google Shape;607;p63"/>
          <p:cNvSpPr txBox="1"/>
          <p:nvPr>
            <p:ph idx="1" type="body"/>
          </p:nvPr>
        </p:nvSpPr>
        <p:spPr>
          <a:xfrm>
            <a:off x="284700" y="1440225"/>
            <a:ext cx="2772600" cy="16032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Char char="●"/>
              <a:defRPr/>
            </a:lvl1pPr>
            <a:lvl2pPr indent="-292100" lvl="1" marL="914400">
              <a:spcBef>
                <a:spcPts val="0"/>
              </a:spcBef>
              <a:spcAft>
                <a:spcPts val="0"/>
              </a:spcAft>
              <a:buSzPts val="10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608" name="Google Shape;608;p63"/>
          <p:cNvSpPr txBox="1"/>
          <p:nvPr>
            <p:ph idx="3"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09" name="Google Shape;609;p63"/>
          <p:cNvSpPr txBox="1"/>
          <p:nvPr>
            <p:ph idx="4"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10" name="Google Shape;610;p63"/>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611" name="Google Shape;611;p63"/>
          <p:cNvSpPr txBox="1"/>
          <p:nvPr>
            <p:ph type="title"/>
          </p:nvPr>
        </p:nvSpPr>
        <p:spPr>
          <a:xfrm>
            <a:off x="284700" y="474750"/>
            <a:ext cx="56736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3">
  <p:cSld name="BLANK_1_1_1_2_3_1_1">
    <p:spTree>
      <p:nvGrpSpPr>
        <p:cNvPr id="612" name="Shape 612"/>
        <p:cNvGrpSpPr/>
        <p:nvPr/>
      </p:nvGrpSpPr>
      <p:grpSpPr>
        <a:xfrm>
          <a:off x="0" y="0"/>
          <a:ext cx="0" cy="0"/>
          <a:chOff x="0" y="0"/>
          <a:chExt cx="0" cy="0"/>
        </a:xfrm>
      </p:grpSpPr>
      <p:sp>
        <p:nvSpPr>
          <p:cNvPr id="613" name="Google Shape;613;p64"/>
          <p:cNvSpPr/>
          <p:nvPr>
            <p:ph idx="2" type="pic"/>
          </p:nvPr>
        </p:nvSpPr>
        <p:spPr>
          <a:xfrm>
            <a:off x="4629600" y="474750"/>
            <a:ext cx="4227300" cy="4194000"/>
          </a:xfrm>
          <a:prstGeom prst="roundRect">
            <a:avLst>
              <a:gd fmla="val 10640" name="adj"/>
            </a:avLst>
          </a:prstGeom>
          <a:noFill/>
          <a:ln>
            <a:noFill/>
          </a:ln>
        </p:spPr>
      </p:sp>
      <p:sp>
        <p:nvSpPr>
          <p:cNvPr id="614" name="Google Shape;614;p64"/>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15" name="Google Shape;615;p64"/>
          <p:cNvSpPr txBox="1"/>
          <p:nvPr>
            <p:ph idx="3"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16" name="Google Shape;616;p64"/>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617" name="Google Shape;617;p64"/>
          <p:cNvSpPr txBox="1"/>
          <p:nvPr>
            <p:ph type="title"/>
          </p:nvPr>
        </p:nvSpPr>
        <p:spPr>
          <a:xfrm>
            <a:off x="284700" y="474750"/>
            <a:ext cx="56736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p:txBody>
      </p:sp>
      <p:sp>
        <p:nvSpPr>
          <p:cNvPr id="618" name="Google Shape;618;p64"/>
          <p:cNvSpPr txBox="1"/>
          <p:nvPr>
            <p:ph idx="4" type="body"/>
          </p:nvPr>
        </p:nvSpPr>
        <p:spPr>
          <a:xfrm>
            <a:off x="284700" y="1440225"/>
            <a:ext cx="2772600" cy="16032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4">
  <p:cSld name="BLANK_1_1_1_2_2">
    <p:bg>
      <p:bgPr>
        <a:blipFill>
          <a:blip r:embed="rId2">
            <a:alphaModFix/>
          </a:blip>
          <a:stretch>
            <a:fillRect/>
          </a:stretch>
        </a:blipFill>
      </p:bgPr>
    </p:bg>
    <p:spTree>
      <p:nvGrpSpPr>
        <p:cNvPr id="619" name="Shape 619"/>
        <p:cNvGrpSpPr/>
        <p:nvPr/>
      </p:nvGrpSpPr>
      <p:grpSpPr>
        <a:xfrm>
          <a:off x="0" y="0"/>
          <a:ext cx="0" cy="0"/>
          <a:chOff x="0" y="0"/>
          <a:chExt cx="0" cy="0"/>
        </a:xfrm>
      </p:grpSpPr>
      <p:sp>
        <p:nvSpPr>
          <p:cNvPr id="620" name="Google Shape;620;p65"/>
          <p:cNvSpPr/>
          <p:nvPr/>
        </p:nvSpPr>
        <p:spPr>
          <a:xfrm>
            <a:off x="284700" y="2630400"/>
            <a:ext cx="8572200" cy="2038200"/>
          </a:xfrm>
          <a:prstGeom prst="roundRect">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strument Sans"/>
              <a:ea typeface="Instrument Sans"/>
              <a:cs typeface="Instrument Sans"/>
              <a:sym typeface="Instrument Sans"/>
            </a:endParaRPr>
          </a:p>
        </p:txBody>
      </p:sp>
      <p:sp>
        <p:nvSpPr>
          <p:cNvPr id="621" name="Google Shape;621;p65"/>
          <p:cNvSpPr/>
          <p:nvPr/>
        </p:nvSpPr>
        <p:spPr>
          <a:xfrm>
            <a:off x="463993" y="2779498"/>
            <a:ext cx="1783200" cy="1783200"/>
          </a:xfrm>
          <a:prstGeom prst="ellipse">
            <a:avLst/>
          </a:prstGeom>
          <a:solidFill>
            <a:schemeClr val="accent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strument Sans"/>
              <a:ea typeface="Instrument Sans"/>
              <a:cs typeface="Instrument Sans"/>
              <a:sym typeface="Instrument Sans"/>
            </a:endParaRPr>
          </a:p>
        </p:txBody>
      </p:sp>
      <p:sp>
        <p:nvSpPr>
          <p:cNvPr id="622" name="Google Shape;622;p65"/>
          <p:cNvSpPr/>
          <p:nvPr>
            <p:ph idx="2" type="pic"/>
          </p:nvPr>
        </p:nvSpPr>
        <p:spPr>
          <a:xfrm>
            <a:off x="446675" y="2758375"/>
            <a:ext cx="1783200" cy="1783200"/>
          </a:xfrm>
          <a:prstGeom prst="ellipse">
            <a:avLst/>
          </a:prstGeom>
          <a:noFill/>
          <a:ln>
            <a:noFill/>
          </a:ln>
        </p:spPr>
      </p:sp>
      <p:sp>
        <p:nvSpPr>
          <p:cNvPr id="623" name="Google Shape;623;p65"/>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a:buNone/>
              <a:defRPr sz="1000">
                <a:solidFill>
                  <a:schemeClr val="accent5"/>
                </a:solidFill>
              </a:defRPr>
            </a:lvl2pPr>
            <a:lvl3pPr lvl="2">
              <a:spcBef>
                <a:spcPts val="0"/>
              </a:spcBef>
              <a:spcAft>
                <a:spcPts val="0"/>
              </a:spcAft>
              <a:buClr>
                <a:schemeClr val="accent5"/>
              </a:buClr>
              <a:buSzPts val="1000"/>
              <a:buFont typeface="Instrument Sans"/>
              <a:buNone/>
              <a:defRPr sz="1000">
                <a:solidFill>
                  <a:schemeClr val="accent5"/>
                </a:solidFill>
              </a:defRPr>
            </a:lvl3pPr>
            <a:lvl4pPr lvl="3">
              <a:spcBef>
                <a:spcPts val="0"/>
              </a:spcBef>
              <a:spcAft>
                <a:spcPts val="0"/>
              </a:spcAft>
              <a:buClr>
                <a:schemeClr val="accent5"/>
              </a:buClr>
              <a:buSzPts val="1000"/>
              <a:buFont typeface="Instrument Sans"/>
              <a:buNone/>
              <a:defRPr sz="1000">
                <a:solidFill>
                  <a:schemeClr val="accent5"/>
                </a:solidFill>
              </a:defRPr>
            </a:lvl4pPr>
            <a:lvl5pPr lvl="4">
              <a:spcBef>
                <a:spcPts val="0"/>
              </a:spcBef>
              <a:spcAft>
                <a:spcPts val="0"/>
              </a:spcAft>
              <a:buClr>
                <a:schemeClr val="accent5"/>
              </a:buClr>
              <a:buSzPts val="1000"/>
              <a:buFont typeface="Instrument Sans"/>
              <a:buNone/>
              <a:defRPr sz="1000">
                <a:solidFill>
                  <a:schemeClr val="accent5"/>
                </a:solidFill>
              </a:defRPr>
            </a:lvl5pPr>
            <a:lvl6pPr lvl="5">
              <a:spcBef>
                <a:spcPts val="0"/>
              </a:spcBef>
              <a:spcAft>
                <a:spcPts val="0"/>
              </a:spcAft>
              <a:buClr>
                <a:schemeClr val="accent5"/>
              </a:buClr>
              <a:buSzPts val="1000"/>
              <a:buFont typeface="Instrument Sans"/>
              <a:buNone/>
              <a:defRPr sz="1000">
                <a:solidFill>
                  <a:schemeClr val="accent5"/>
                </a:solidFill>
              </a:defRPr>
            </a:lvl6pPr>
            <a:lvl7pPr lvl="6">
              <a:spcBef>
                <a:spcPts val="0"/>
              </a:spcBef>
              <a:spcAft>
                <a:spcPts val="0"/>
              </a:spcAft>
              <a:buClr>
                <a:schemeClr val="accent5"/>
              </a:buClr>
              <a:buSzPts val="1000"/>
              <a:buFont typeface="Instrument Sans"/>
              <a:buNone/>
              <a:defRPr sz="1000">
                <a:solidFill>
                  <a:schemeClr val="accent5"/>
                </a:solidFill>
              </a:defRPr>
            </a:lvl7pPr>
            <a:lvl8pPr lvl="7">
              <a:spcBef>
                <a:spcPts val="0"/>
              </a:spcBef>
              <a:spcAft>
                <a:spcPts val="0"/>
              </a:spcAft>
              <a:buClr>
                <a:schemeClr val="accent5"/>
              </a:buClr>
              <a:buSzPts val="1000"/>
              <a:buFont typeface="Instrument Sans"/>
              <a:buNone/>
              <a:defRPr sz="1000">
                <a:solidFill>
                  <a:schemeClr val="accent5"/>
                </a:solidFill>
              </a:defRPr>
            </a:lvl8pPr>
            <a:lvl9pPr lvl="8">
              <a:spcBef>
                <a:spcPts val="0"/>
              </a:spcBef>
              <a:spcAft>
                <a:spcPts val="0"/>
              </a:spcAft>
              <a:buClr>
                <a:schemeClr val="accent5"/>
              </a:buClr>
              <a:buSzPts val="1000"/>
              <a:buFont typeface="Instrument Sans"/>
              <a:buNone/>
              <a:defRPr sz="1000">
                <a:solidFill>
                  <a:schemeClr val="accent5"/>
                </a:solidFill>
              </a:defRPr>
            </a:lvl9pPr>
          </a:lstStyle>
          <a:p/>
        </p:txBody>
      </p:sp>
      <p:sp>
        <p:nvSpPr>
          <p:cNvPr id="624" name="Google Shape;624;p65"/>
          <p:cNvSpPr txBox="1"/>
          <p:nvPr>
            <p:ph idx="3"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a:buNone/>
              <a:defRPr sz="1000">
                <a:solidFill>
                  <a:schemeClr val="accent5"/>
                </a:solidFill>
              </a:defRPr>
            </a:lvl2pPr>
            <a:lvl3pPr lvl="2" algn="r">
              <a:spcBef>
                <a:spcPts val="0"/>
              </a:spcBef>
              <a:spcAft>
                <a:spcPts val="0"/>
              </a:spcAft>
              <a:buClr>
                <a:schemeClr val="accent5"/>
              </a:buClr>
              <a:buSzPts val="1000"/>
              <a:buFont typeface="Instrument Sans"/>
              <a:buNone/>
              <a:defRPr sz="1000">
                <a:solidFill>
                  <a:schemeClr val="accent5"/>
                </a:solidFill>
              </a:defRPr>
            </a:lvl3pPr>
            <a:lvl4pPr lvl="3" algn="r">
              <a:spcBef>
                <a:spcPts val="0"/>
              </a:spcBef>
              <a:spcAft>
                <a:spcPts val="0"/>
              </a:spcAft>
              <a:buClr>
                <a:schemeClr val="accent5"/>
              </a:buClr>
              <a:buSzPts val="1000"/>
              <a:buFont typeface="Instrument Sans"/>
              <a:buNone/>
              <a:defRPr sz="1000">
                <a:solidFill>
                  <a:schemeClr val="accent5"/>
                </a:solidFill>
              </a:defRPr>
            </a:lvl4pPr>
            <a:lvl5pPr lvl="4" algn="r">
              <a:spcBef>
                <a:spcPts val="0"/>
              </a:spcBef>
              <a:spcAft>
                <a:spcPts val="0"/>
              </a:spcAft>
              <a:buClr>
                <a:schemeClr val="accent5"/>
              </a:buClr>
              <a:buSzPts val="1000"/>
              <a:buFont typeface="Instrument Sans"/>
              <a:buNone/>
              <a:defRPr sz="1000">
                <a:solidFill>
                  <a:schemeClr val="accent5"/>
                </a:solidFill>
              </a:defRPr>
            </a:lvl5pPr>
            <a:lvl6pPr lvl="5" algn="r">
              <a:spcBef>
                <a:spcPts val="0"/>
              </a:spcBef>
              <a:spcAft>
                <a:spcPts val="0"/>
              </a:spcAft>
              <a:buClr>
                <a:schemeClr val="accent5"/>
              </a:buClr>
              <a:buSzPts val="1000"/>
              <a:buFont typeface="Instrument Sans"/>
              <a:buNone/>
              <a:defRPr sz="1000">
                <a:solidFill>
                  <a:schemeClr val="accent5"/>
                </a:solidFill>
              </a:defRPr>
            </a:lvl6pPr>
            <a:lvl7pPr lvl="6" algn="r">
              <a:spcBef>
                <a:spcPts val="0"/>
              </a:spcBef>
              <a:spcAft>
                <a:spcPts val="0"/>
              </a:spcAft>
              <a:buClr>
                <a:schemeClr val="accent5"/>
              </a:buClr>
              <a:buSzPts val="1000"/>
              <a:buFont typeface="Instrument Sans"/>
              <a:buNone/>
              <a:defRPr sz="1000">
                <a:solidFill>
                  <a:schemeClr val="accent5"/>
                </a:solidFill>
              </a:defRPr>
            </a:lvl7pPr>
            <a:lvl8pPr lvl="7" algn="r">
              <a:spcBef>
                <a:spcPts val="0"/>
              </a:spcBef>
              <a:spcAft>
                <a:spcPts val="0"/>
              </a:spcAft>
              <a:buClr>
                <a:schemeClr val="accent5"/>
              </a:buClr>
              <a:buSzPts val="1000"/>
              <a:buFont typeface="Instrument Sans"/>
              <a:buNone/>
              <a:defRPr sz="1000">
                <a:solidFill>
                  <a:schemeClr val="accent5"/>
                </a:solidFill>
              </a:defRPr>
            </a:lvl8pPr>
            <a:lvl9pPr lvl="8" algn="r">
              <a:spcBef>
                <a:spcPts val="0"/>
              </a:spcBef>
              <a:spcAft>
                <a:spcPts val="0"/>
              </a:spcAft>
              <a:buClr>
                <a:schemeClr val="accent5"/>
              </a:buClr>
              <a:buSzPts val="1000"/>
              <a:buFont typeface="Instrument Sans"/>
              <a:buNone/>
              <a:defRPr sz="1000">
                <a:solidFill>
                  <a:schemeClr val="accent5"/>
                </a:solidFill>
              </a:defRPr>
            </a:lvl9pPr>
          </a:lstStyle>
          <a:p/>
        </p:txBody>
      </p:sp>
      <p:sp>
        <p:nvSpPr>
          <p:cNvPr id="625" name="Google Shape;625;p65"/>
          <p:cNvSpPr txBox="1"/>
          <p:nvPr>
            <p:ph type="title"/>
          </p:nvPr>
        </p:nvSpPr>
        <p:spPr>
          <a:xfrm>
            <a:off x="284700" y="474750"/>
            <a:ext cx="4227300" cy="498600"/>
          </a:xfrm>
          <a:prstGeom prst="rect">
            <a:avLst/>
          </a:prstGeom>
        </p:spPr>
        <p:txBody>
          <a:bodyPr anchorCtr="0" anchor="b" bIns="0" lIns="0" spcFirstLastPara="1" rIns="91425" wrap="square" tIns="0">
            <a:noAutofit/>
          </a:bodyPr>
          <a:lstStyle>
            <a:lvl1pPr lvl="0">
              <a:lnSpc>
                <a:spcPct val="85000"/>
              </a:lnSpc>
              <a:spcBef>
                <a:spcPts val="0"/>
              </a:spcBef>
              <a:spcAft>
                <a:spcPts val="0"/>
              </a:spcAft>
              <a:buNone/>
              <a:defRPr sz="2400">
                <a:latin typeface="Instrument Sans"/>
                <a:ea typeface="Instrument Sans"/>
                <a:cs typeface="Instrument Sans"/>
                <a:sym typeface="Instrument Sans"/>
              </a:defRPr>
            </a:lvl1pPr>
            <a:lvl2pPr lvl="1">
              <a:lnSpc>
                <a:spcPct val="115000"/>
              </a:lnSpc>
              <a:spcBef>
                <a:spcPts val="0"/>
              </a:spcBef>
              <a:spcAft>
                <a:spcPts val="0"/>
              </a:spcAft>
              <a:buNone/>
              <a:defRPr sz="2400">
                <a:latin typeface="Instrument Sans"/>
                <a:ea typeface="Instrument Sans"/>
                <a:cs typeface="Instrument Sans"/>
                <a:sym typeface="Instrument Sans"/>
              </a:defRPr>
            </a:lvl2pPr>
            <a:lvl3pPr lvl="2">
              <a:lnSpc>
                <a:spcPct val="115000"/>
              </a:lnSpc>
              <a:spcBef>
                <a:spcPts val="0"/>
              </a:spcBef>
              <a:spcAft>
                <a:spcPts val="0"/>
              </a:spcAft>
              <a:buNone/>
              <a:defRPr sz="2400">
                <a:latin typeface="Instrument Sans"/>
                <a:ea typeface="Instrument Sans"/>
                <a:cs typeface="Instrument Sans"/>
                <a:sym typeface="Instrument Sans"/>
              </a:defRPr>
            </a:lvl3pPr>
            <a:lvl4pPr lvl="3">
              <a:lnSpc>
                <a:spcPct val="115000"/>
              </a:lnSpc>
              <a:spcBef>
                <a:spcPts val="0"/>
              </a:spcBef>
              <a:spcAft>
                <a:spcPts val="0"/>
              </a:spcAft>
              <a:buNone/>
              <a:defRPr sz="2400">
                <a:latin typeface="Instrument Sans"/>
                <a:ea typeface="Instrument Sans"/>
                <a:cs typeface="Instrument Sans"/>
                <a:sym typeface="Instrument Sans"/>
              </a:defRPr>
            </a:lvl4pPr>
            <a:lvl5pPr lvl="4">
              <a:lnSpc>
                <a:spcPct val="115000"/>
              </a:lnSpc>
              <a:spcBef>
                <a:spcPts val="0"/>
              </a:spcBef>
              <a:spcAft>
                <a:spcPts val="0"/>
              </a:spcAft>
              <a:buNone/>
              <a:defRPr sz="2400">
                <a:latin typeface="Instrument Sans"/>
                <a:ea typeface="Instrument Sans"/>
                <a:cs typeface="Instrument Sans"/>
                <a:sym typeface="Instrument Sans"/>
              </a:defRPr>
            </a:lvl5pPr>
            <a:lvl6pPr lvl="5">
              <a:lnSpc>
                <a:spcPct val="115000"/>
              </a:lnSpc>
              <a:spcBef>
                <a:spcPts val="0"/>
              </a:spcBef>
              <a:spcAft>
                <a:spcPts val="0"/>
              </a:spcAft>
              <a:buNone/>
              <a:defRPr sz="2400">
                <a:latin typeface="Instrument Sans"/>
                <a:ea typeface="Instrument Sans"/>
                <a:cs typeface="Instrument Sans"/>
                <a:sym typeface="Instrument Sans"/>
              </a:defRPr>
            </a:lvl6pPr>
            <a:lvl7pPr lvl="6">
              <a:lnSpc>
                <a:spcPct val="115000"/>
              </a:lnSpc>
              <a:spcBef>
                <a:spcPts val="0"/>
              </a:spcBef>
              <a:spcAft>
                <a:spcPts val="0"/>
              </a:spcAft>
              <a:buNone/>
              <a:defRPr sz="2400">
                <a:latin typeface="Instrument Sans"/>
                <a:ea typeface="Instrument Sans"/>
                <a:cs typeface="Instrument Sans"/>
                <a:sym typeface="Instrument Sans"/>
              </a:defRPr>
            </a:lvl7pPr>
            <a:lvl8pPr lvl="7">
              <a:lnSpc>
                <a:spcPct val="115000"/>
              </a:lnSpc>
              <a:spcBef>
                <a:spcPts val="0"/>
              </a:spcBef>
              <a:spcAft>
                <a:spcPts val="0"/>
              </a:spcAft>
              <a:buNone/>
              <a:defRPr sz="2400">
                <a:latin typeface="Instrument Sans"/>
                <a:ea typeface="Instrument Sans"/>
                <a:cs typeface="Instrument Sans"/>
                <a:sym typeface="Instrument Sans"/>
              </a:defRPr>
            </a:lvl8pPr>
            <a:lvl9pPr lvl="8">
              <a:lnSpc>
                <a:spcPct val="115000"/>
              </a:lnSpc>
              <a:spcBef>
                <a:spcPts val="0"/>
              </a:spcBef>
              <a:spcAft>
                <a:spcPts val="0"/>
              </a:spcAft>
              <a:buNone/>
              <a:defRPr sz="2400">
                <a:latin typeface="Instrument Sans"/>
                <a:ea typeface="Instrument Sans"/>
                <a:cs typeface="Instrument Sans"/>
                <a:sym typeface="Instrument Sans"/>
              </a:defRPr>
            </a:lvl9pPr>
          </a:lstStyle>
          <a:p/>
        </p:txBody>
      </p:sp>
      <p:sp>
        <p:nvSpPr>
          <p:cNvPr id="626" name="Google Shape;626;p65"/>
          <p:cNvSpPr txBox="1"/>
          <p:nvPr>
            <p:ph idx="4" type="body"/>
          </p:nvPr>
        </p:nvSpPr>
        <p:spPr>
          <a:xfrm>
            <a:off x="284700" y="1208750"/>
            <a:ext cx="4227300" cy="907200"/>
          </a:xfrm>
          <a:prstGeom prst="rect">
            <a:avLst/>
          </a:prstGeom>
        </p:spPr>
        <p:txBody>
          <a:bodyPr anchorCtr="0" anchor="t" bIns="0" lIns="0" spcFirstLastPara="1" rIns="0" wrap="square" tIns="0">
            <a:noAutofit/>
          </a:bodyPr>
          <a:lstStyle>
            <a:lvl1pPr indent="-304800" lvl="0" marL="457200">
              <a:lnSpc>
                <a:spcPct val="100000"/>
              </a:lnSpc>
              <a:spcBef>
                <a:spcPts val="0"/>
              </a:spcBef>
              <a:spcAft>
                <a:spcPts val="0"/>
              </a:spcAft>
              <a:buSzPts val="1200"/>
              <a:buChar char="●"/>
              <a:defRPr sz="1200"/>
            </a:lvl1pPr>
            <a:lvl2pPr indent="-304800" lvl="1" marL="914400">
              <a:lnSpc>
                <a:spcPct val="100000"/>
              </a:lnSpc>
              <a:spcBef>
                <a:spcPts val="0"/>
              </a:spcBef>
              <a:spcAft>
                <a:spcPts val="0"/>
              </a:spcAft>
              <a:buSzPts val="1200"/>
              <a:buChar char="○"/>
              <a:defRPr sz="1200"/>
            </a:lvl2pPr>
            <a:lvl3pPr indent="-304800" lvl="2" marL="1371600">
              <a:lnSpc>
                <a:spcPct val="100000"/>
              </a:lnSpc>
              <a:spcBef>
                <a:spcPts val="0"/>
              </a:spcBef>
              <a:spcAft>
                <a:spcPts val="0"/>
              </a:spcAft>
              <a:buSzPts val="1200"/>
              <a:buChar char="■"/>
              <a:defRPr sz="1200"/>
            </a:lvl3pPr>
            <a:lvl4pPr indent="-304800" lvl="3" marL="1828800">
              <a:lnSpc>
                <a:spcPct val="100000"/>
              </a:lnSpc>
              <a:spcBef>
                <a:spcPts val="0"/>
              </a:spcBef>
              <a:spcAft>
                <a:spcPts val="0"/>
              </a:spcAft>
              <a:buSzPts val="1200"/>
              <a:buChar char="●"/>
              <a:defRPr sz="1200"/>
            </a:lvl4pPr>
            <a:lvl5pPr indent="-304800" lvl="4" marL="2286000">
              <a:lnSpc>
                <a:spcPct val="100000"/>
              </a:lnSpc>
              <a:spcBef>
                <a:spcPts val="0"/>
              </a:spcBef>
              <a:spcAft>
                <a:spcPts val="0"/>
              </a:spcAft>
              <a:buSzPts val="1200"/>
              <a:buChar char="○"/>
              <a:defRPr sz="1200"/>
            </a:lvl5pPr>
            <a:lvl6pPr indent="-304800" lvl="5" marL="2743200">
              <a:lnSpc>
                <a:spcPct val="100000"/>
              </a:lnSpc>
              <a:spcBef>
                <a:spcPts val="0"/>
              </a:spcBef>
              <a:spcAft>
                <a:spcPts val="0"/>
              </a:spcAft>
              <a:buSzPts val="1200"/>
              <a:buChar char="■"/>
              <a:defRPr sz="1200"/>
            </a:lvl6pPr>
            <a:lvl7pPr indent="-304800" lvl="6" marL="3200400">
              <a:lnSpc>
                <a:spcPct val="100000"/>
              </a:lnSpc>
              <a:spcBef>
                <a:spcPts val="0"/>
              </a:spcBef>
              <a:spcAft>
                <a:spcPts val="0"/>
              </a:spcAft>
              <a:buSzPts val="1200"/>
              <a:buChar char="●"/>
              <a:defRPr sz="1200"/>
            </a:lvl7pPr>
            <a:lvl8pPr indent="-304800" lvl="7" marL="3657600">
              <a:lnSpc>
                <a:spcPct val="100000"/>
              </a:lnSpc>
              <a:spcBef>
                <a:spcPts val="0"/>
              </a:spcBef>
              <a:spcAft>
                <a:spcPts val="0"/>
              </a:spcAft>
              <a:buSzPts val="1200"/>
              <a:buChar char="○"/>
              <a:defRPr sz="1200"/>
            </a:lvl8pPr>
            <a:lvl9pPr indent="-304800" lvl="8" marL="4114800">
              <a:lnSpc>
                <a:spcPct val="100000"/>
              </a:lnSpc>
              <a:spcBef>
                <a:spcPts val="0"/>
              </a:spcBef>
              <a:spcAft>
                <a:spcPts val="0"/>
              </a:spcAft>
              <a:buSzPts val="1200"/>
              <a:buChar char="■"/>
              <a:defRPr sz="1200"/>
            </a:lvl9pPr>
          </a:lstStyle>
          <a:p/>
        </p:txBody>
      </p:sp>
      <p:sp>
        <p:nvSpPr>
          <p:cNvPr id="627" name="Google Shape;627;p65"/>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628" name="Google Shape;628;p65"/>
          <p:cNvSpPr txBox="1"/>
          <p:nvPr>
            <p:ph idx="5" type="title"/>
          </p:nvPr>
        </p:nvSpPr>
        <p:spPr>
          <a:xfrm>
            <a:off x="2457150" y="3051277"/>
            <a:ext cx="4227300" cy="498600"/>
          </a:xfrm>
          <a:prstGeom prst="rect">
            <a:avLst/>
          </a:prstGeom>
        </p:spPr>
        <p:txBody>
          <a:bodyPr anchorCtr="0" anchor="t" bIns="0" lIns="0" spcFirstLastPara="1" rIns="91425" wrap="square" tIns="0">
            <a:noAutofit/>
          </a:bodyPr>
          <a:lstStyle>
            <a:lvl1pPr lvl="0">
              <a:lnSpc>
                <a:spcPct val="85000"/>
              </a:lnSpc>
              <a:spcBef>
                <a:spcPts val="0"/>
              </a:spcBef>
              <a:spcAft>
                <a:spcPts val="0"/>
              </a:spcAft>
              <a:buNone/>
              <a:defRPr sz="3600">
                <a:latin typeface="Instrument Sans"/>
                <a:ea typeface="Instrument Sans"/>
                <a:cs typeface="Instrument Sans"/>
                <a:sym typeface="Instrument Sans"/>
              </a:defRPr>
            </a:lvl1pPr>
            <a:lvl2pPr lvl="1">
              <a:lnSpc>
                <a:spcPct val="115000"/>
              </a:lnSpc>
              <a:spcBef>
                <a:spcPts val="0"/>
              </a:spcBef>
              <a:spcAft>
                <a:spcPts val="0"/>
              </a:spcAft>
              <a:buNone/>
              <a:defRPr sz="3600">
                <a:latin typeface="Instrument Sans"/>
                <a:ea typeface="Instrument Sans"/>
                <a:cs typeface="Instrument Sans"/>
                <a:sym typeface="Instrument Sans"/>
              </a:defRPr>
            </a:lvl2pPr>
            <a:lvl3pPr lvl="2">
              <a:lnSpc>
                <a:spcPct val="115000"/>
              </a:lnSpc>
              <a:spcBef>
                <a:spcPts val="0"/>
              </a:spcBef>
              <a:spcAft>
                <a:spcPts val="0"/>
              </a:spcAft>
              <a:buNone/>
              <a:defRPr sz="3600">
                <a:latin typeface="Instrument Sans"/>
                <a:ea typeface="Instrument Sans"/>
                <a:cs typeface="Instrument Sans"/>
                <a:sym typeface="Instrument Sans"/>
              </a:defRPr>
            </a:lvl3pPr>
            <a:lvl4pPr lvl="3">
              <a:lnSpc>
                <a:spcPct val="115000"/>
              </a:lnSpc>
              <a:spcBef>
                <a:spcPts val="0"/>
              </a:spcBef>
              <a:spcAft>
                <a:spcPts val="0"/>
              </a:spcAft>
              <a:buNone/>
              <a:defRPr sz="3600">
                <a:latin typeface="Instrument Sans"/>
                <a:ea typeface="Instrument Sans"/>
                <a:cs typeface="Instrument Sans"/>
                <a:sym typeface="Instrument Sans"/>
              </a:defRPr>
            </a:lvl4pPr>
            <a:lvl5pPr lvl="4">
              <a:lnSpc>
                <a:spcPct val="115000"/>
              </a:lnSpc>
              <a:spcBef>
                <a:spcPts val="0"/>
              </a:spcBef>
              <a:spcAft>
                <a:spcPts val="0"/>
              </a:spcAft>
              <a:buNone/>
              <a:defRPr sz="3600">
                <a:latin typeface="Instrument Sans"/>
                <a:ea typeface="Instrument Sans"/>
                <a:cs typeface="Instrument Sans"/>
                <a:sym typeface="Instrument Sans"/>
              </a:defRPr>
            </a:lvl5pPr>
            <a:lvl6pPr lvl="5">
              <a:lnSpc>
                <a:spcPct val="115000"/>
              </a:lnSpc>
              <a:spcBef>
                <a:spcPts val="0"/>
              </a:spcBef>
              <a:spcAft>
                <a:spcPts val="0"/>
              </a:spcAft>
              <a:buNone/>
              <a:defRPr sz="3600">
                <a:latin typeface="Instrument Sans"/>
                <a:ea typeface="Instrument Sans"/>
                <a:cs typeface="Instrument Sans"/>
                <a:sym typeface="Instrument Sans"/>
              </a:defRPr>
            </a:lvl6pPr>
            <a:lvl7pPr lvl="6">
              <a:lnSpc>
                <a:spcPct val="115000"/>
              </a:lnSpc>
              <a:spcBef>
                <a:spcPts val="0"/>
              </a:spcBef>
              <a:spcAft>
                <a:spcPts val="0"/>
              </a:spcAft>
              <a:buNone/>
              <a:defRPr sz="3600">
                <a:latin typeface="Instrument Sans"/>
                <a:ea typeface="Instrument Sans"/>
                <a:cs typeface="Instrument Sans"/>
                <a:sym typeface="Instrument Sans"/>
              </a:defRPr>
            </a:lvl7pPr>
            <a:lvl8pPr lvl="7">
              <a:lnSpc>
                <a:spcPct val="115000"/>
              </a:lnSpc>
              <a:spcBef>
                <a:spcPts val="0"/>
              </a:spcBef>
              <a:spcAft>
                <a:spcPts val="0"/>
              </a:spcAft>
              <a:buNone/>
              <a:defRPr sz="3600">
                <a:latin typeface="Instrument Sans"/>
                <a:ea typeface="Instrument Sans"/>
                <a:cs typeface="Instrument Sans"/>
                <a:sym typeface="Instrument Sans"/>
              </a:defRPr>
            </a:lvl8pPr>
            <a:lvl9pPr lvl="8">
              <a:lnSpc>
                <a:spcPct val="115000"/>
              </a:lnSpc>
              <a:spcBef>
                <a:spcPts val="0"/>
              </a:spcBef>
              <a:spcAft>
                <a:spcPts val="0"/>
              </a:spcAft>
              <a:buNone/>
              <a:defRPr sz="3600">
                <a:latin typeface="Instrument Sans"/>
                <a:ea typeface="Instrument Sans"/>
                <a:cs typeface="Instrument Sans"/>
                <a:sym typeface="Instrument Sans"/>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locks- two ideas">
  <p:cSld name="CUSTOM_5">
    <p:spTree>
      <p:nvGrpSpPr>
        <p:cNvPr id="629" name="Shape 629"/>
        <p:cNvGrpSpPr/>
        <p:nvPr/>
      </p:nvGrpSpPr>
      <p:grpSpPr>
        <a:xfrm>
          <a:off x="0" y="0"/>
          <a:ext cx="0" cy="0"/>
          <a:chOff x="0" y="0"/>
          <a:chExt cx="0" cy="0"/>
        </a:xfrm>
      </p:grpSpPr>
      <p:sp>
        <p:nvSpPr>
          <p:cNvPr id="630" name="Google Shape;630;p66"/>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31" name="Google Shape;631;p66"/>
          <p:cNvSpPr txBox="1"/>
          <p:nvPr>
            <p:ph idx="2"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32" name="Google Shape;632;p66"/>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elements">
  <p:cSld name="CUSTOM_6">
    <p:bg>
      <p:bgPr>
        <a:solidFill>
          <a:schemeClr val="dk2"/>
        </a:solidFill>
      </p:bgPr>
    </p:bg>
    <p:spTree>
      <p:nvGrpSpPr>
        <p:cNvPr id="633" name="Shape 633"/>
        <p:cNvGrpSpPr/>
        <p:nvPr/>
      </p:nvGrpSpPr>
      <p:grpSpPr>
        <a:xfrm>
          <a:off x="0" y="0"/>
          <a:ext cx="0" cy="0"/>
          <a:chOff x="0" y="0"/>
          <a:chExt cx="0" cy="0"/>
        </a:xfrm>
      </p:grpSpPr>
      <p:sp>
        <p:nvSpPr>
          <p:cNvPr id="634" name="Google Shape;634;p67"/>
          <p:cNvSpPr txBox="1"/>
          <p:nvPr>
            <p:ph idx="1" type="body"/>
          </p:nvPr>
        </p:nvSpPr>
        <p:spPr>
          <a:xfrm>
            <a:off x="284700" y="2630400"/>
            <a:ext cx="2055000" cy="2038200"/>
          </a:xfrm>
          <a:prstGeom prst="rect">
            <a:avLst/>
          </a:prstGeom>
        </p:spPr>
        <p:txBody>
          <a:bodyPr anchorCtr="0" anchor="t" bIns="0" lIns="0" spcFirstLastPara="1" rIns="91425" wrap="square" tIns="0">
            <a:noAutofit/>
          </a:bodyPr>
          <a:lstStyle>
            <a:lvl1pPr indent="-292100" lvl="0" marL="457200">
              <a:spcBef>
                <a:spcPts val="0"/>
              </a:spcBef>
              <a:spcAft>
                <a:spcPts val="0"/>
              </a:spcAft>
              <a:buClr>
                <a:schemeClr val="lt1"/>
              </a:buClr>
              <a:buSzPts val="1000"/>
              <a:buChar char="●"/>
              <a:defRPr/>
            </a:lvl1pPr>
            <a:lvl2pPr indent="-292100" lvl="1" marL="914400">
              <a:spcBef>
                <a:spcPts val="800"/>
              </a:spcBef>
              <a:spcAft>
                <a:spcPts val="0"/>
              </a:spcAft>
              <a:buClr>
                <a:schemeClr val="lt1"/>
              </a:buClr>
              <a:buSzPts val="1000"/>
              <a:buChar char="○"/>
              <a:defRPr/>
            </a:lvl2pPr>
            <a:lvl3pPr indent="-292100" lvl="2" marL="1371600">
              <a:spcBef>
                <a:spcPts val="800"/>
              </a:spcBef>
              <a:spcAft>
                <a:spcPts val="0"/>
              </a:spcAft>
              <a:buClr>
                <a:schemeClr val="lt1"/>
              </a:buClr>
              <a:buSzPts val="1000"/>
              <a:buChar char="■"/>
              <a:defRPr/>
            </a:lvl3pPr>
            <a:lvl4pPr indent="-292100" lvl="3" marL="1828800">
              <a:spcBef>
                <a:spcPts val="800"/>
              </a:spcBef>
              <a:spcAft>
                <a:spcPts val="0"/>
              </a:spcAft>
              <a:buClr>
                <a:schemeClr val="lt1"/>
              </a:buClr>
              <a:buSzPts val="1000"/>
              <a:buChar char="●"/>
              <a:defRPr/>
            </a:lvl4pPr>
            <a:lvl5pPr indent="-292100" lvl="4" marL="2286000">
              <a:spcBef>
                <a:spcPts val="800"/>
              </a:spcBef>
              <a:spcAft>
                <a:spcPts val="0"/>
              </a:spcAft>
              <a:buClr>
                <a:schemeClr val="lt1"/>
              </a:buClr>
              <a:buSzPts val="1000"/>
              <a:buChar char="○"/>
              <a:defRPr/>
            </a:lvl5pPr>
            <a:lvl6pPr indent="-292100" lvl="5" marL="2743200">
              <a:spcBef>
                <a:spcPts val="800"/>
              </a:spcBef>
              <a:spcAft>
                <a:spcPts val="0"/>
              </a:spcAft>
              <a:buClr>
                <a:schemeClr val="lt1"/>
              </a:buClr>
              <a:buSzPts val="1000"/>
              <a:buChar char="■"/>
              <a:defRPr/>
            </a:lvl6pPr>
            <a:lvl7pPr indent="-292100" lvl="6" marL="3200400">
              <a:spcBef>
                <a:spcPts val="800"/>
              </a:spcBef>
              <a:spcAft>
                <a:spcPts val="0"/>
              </a:spcAft>
              <a:buClr>
                <a:schemeClr val="lt1"/>
              </a:buClr>
              <a:buSzPts val="1000"/>
              <a:buChar char="●"/>
              <a:defRPr/>
            </a:lvl7pPr>
            <a:lvl8pPr indent="-292100" lvl="7" marL="3657600">
              <a:spcBef>
                <a:spcPts val="800"/>
              </a:spcBef>
              <a:spcAft>
                <a:spcPts val="0"/>
              </a:spcAft>
              <a:buClr>
                <a:schemeClr val="lt1"/>
              </a:buClr>
              <a:buSzPts val="1000"/>
              <a:buChar char="○"/>
              <a:defRPr/>
            </a:lvl8pPr>
            <a:lvl9pPr indent="-292100" lvl="8" marL="4114800">
              <a:spcBef>
                <a:spcPts val="800"/>
              </a:spcBef>
              <a:spcAft>
                <a:spcPts val="800"/>
              </a:spcAft>
              <a:buClr>
                <a:schemeClr val="lt1"/>
              </a:buClr>
              <a:buSzPts val="1000"/>
              <a:buChar char="■"/>
              <a:defRPr/>
            </a:lvl9pPr>
          </a:lstStyle>
          <a:p/>
        </p:txBody>
      </p:sp>
      <p:sp>
        <p:nvSpPr>
          <p:cNvPr id="635" name="Google Shape;635;p67"/>
          <p:cNvSpPr/>
          <p:nvPr>
            <p:ph idx="2" type="pic"/>
          </p:nvPr>
        </p:nvSpPr>
        <p:spPr>
          <a:xfrm>
            <a:off x="4629600" y="2630549"/>
            <a:ext cx="4227300" cy="2038200"/>
          </a:xfrm>
          <a:prstGeom prst="roundRect">
            <a:avLst>
              <a:gd fmla="val 9982" name="adj"/>
            </a:avLst>
          </a:prstGeom>
          <a:noFill/>
          <a:ln>
            <a:noFill/>
          </a:ln>
        </p:spPr>
      </p:sp>
      <p:sp>
        <p:nvSpPr>
          <p:cNvPr id="636" name="Google Shape;636;p67"/>
          <p:cNvSpPr txBox="1"/>
          <p:nvPr>
            <p:ph idx="3"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37" name="Google Shape;637;p67"/>
          <p:cNvSpPr txBox="1"/>
          <p:nvPr>
            <p:ph idx="4"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38" name="Google Shape;638;p67"/>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rious boxes">
  <p:cSld name="CUSTOM_6_1">
    <p:spTree>
      <p:nvGrpSpPr>
        <p:cNvPr id="639" name="Shape 639"/>
        <p:cNvGrpSpPr/>
        <p:nvPr/>
      </p:nvGrpSpPr>
      <p:grpSpPr>
        <a:xfrm>
          <a:off x="0" y="0"/>
          <a:ext cx="0" cy="0"/>
          <a:chOff x="0" y="0"/>
          <a:chExt cx="0" cy="0"/>
        </a:xfrm>
      </p:grpSpPr>
      <p:sp>
        <p:nvSpPr>
          <p:cNvPr id="640" name="Google Shape;640;p68"/>
          <p:cNvSpPr/>
          <p:nvPr>
            <p:ph idx="2" type="pic"/>
          </p:nvPr>
        </p:nvSpPr>
        <p:spPr>
          <a:xfrm>
            <a:off x="4630975" y="1365900"/>
            <a:ext cx="2055000" cy="3302700"/>
          </a:xfrm>
          <a:prstGeom prst="roundRect">
            <a:avLst>
              <a:gd fmla="val 11973" name="adj"/>
            </a:avLst>
          </a:prstGeom>
          <a:noFill/>
          <a:ln>
            <a:noFill/>
          </a:ln>
        </p:spPr>
      </p:sp>
      <p:sp>
        <p:nvSpPr>
          <p:cNvPr id="641" name="Google Shape;641;p68"/>
          <p:cNvSpPr txBox="1"/>
          <p:nvPr>
            <p:ph idx="1" type="body"/>
          </p:nvPr>
        </p:nvSpPr>
        <p:spPr>
          <a:xfrm>
            <a:off x="417625" y="2720125"/>
            <a:ext cx="3754500" cy="486300"/>
          </a:xfrm>
          <a:prstGeom prst="rect">
            <a:avLst/>
          </a:prstGeom>
        </p:spPr>
        <p:txBody>
          <a:bodyPr anchorCtr="0" anchor="b" bIns="0" lIns="0" spcFirstLastPara="1" rIns="0" wrap="square" tIns="0">
            <a:noAutofit/>
          </a:bodyPr>
          <a:lstStyle>
            <a:lvl1pPr indent="-228600" lvl="0" marL="457200">
              <a:lnSpc>
                <a:spcPct val="115000"/>
              </a:lnSpc>
              <a:spcBef>
                <a:spcPts val="0"/>
              </a:spcBef>
              <a:spcAft>
                <a:spcPts val="0"/>
              </a:spcAft>
              <a:buNone/>
              <a:defRPr/>
            </a:lvl1pPr>
            <a:lvl2pPr indent="-228600" lvl="1" marL="914400">
              <a:lnSpc>
                <a:spcPct val="115000"/>
              </a:lnSpc>
              <a:spcBef>
                <a:spcPts val="0"/>
              </a:spcBef>
              <a:spcAft>
                <a:spcPts val="0"/>
              </a:spcAft>
              <a:buNone/>
              <a:defRPr/>
            </a:lvl2pPr>
            <a:lvl3pPr indent="-228600" lvl="2" marL="1371600">
              <a:lnSpc>
                <a:spcPct val="115000"/>
              </a:lnSpc>
              <a:spcBef>
                <a:spcPts val="0"/>
              </a:spcBef>
              <a:spcAft>
                <a:spcPts val="0"/>
              </a:spcAft>
              <a:buNone/>
              <a:defRPr/>
            </a:lvl3pPr>
            <a:lvl4pPr indent="-228600" lvl="3" marL="1828800">
              <a:lnSpc>
                <a:spcPct val="115000"/>
              </a:lnSpc>
              <a:spcBef>
                <a:spcPts val="0"/>
              </a:spcBef>
              <a:spcAft>
                <a:spcPts val="0"/>
              </a:spcAft>
              <a:buNone/>
              <a:defRPr/>
            </a:lvl4pPr>
            <a:lvl5pPr indent="-228600" lvl="4" marL="2286000">
              <a:lnSpc>
                <a:spcPct val="115000"/>
              </a:lnSpc>
              <a:spcBef>
                <a:spcPts val="0"/>
              </a:spcBef>
              <a:spcAft>
                <a:spcPts val="0"/>
              </a:spcAft>
              <a:buNone/>
              <a:defRPr/>
            </a:lvl5pPr>
            <a:lvl6pPr indent="-228600" lvl="5" marL="2743200">
              <a:lnSpc>
                <a:spcPct val="115000"/>
              </a:lnSpc>
              <a:spcBef>
                <a:spcPts val="0"/>
              </a:spcBef>
              <a:spcAft>
                <a:spcPts val="0"/>
              </a:spcAft>
              <a:buNone/>
              <a:defRPr/>
            </a:lvl6pPr>
            <a:lvl7pPr indent="-228600" lvl="6" marL="3200400">
              <a:lnSpc>
                <a:spcPct val="115000"/>
              </a:lnSpc>
              <a:spcBef>
                <a:spcPts val="0"/>
              </a:spcBef>
              <a:spcAft>
                <a:spcPts val="0"/>
              </a:spcAft>
              <a:buNone/>
              <a:defRPr/>
            </a:lvl7pPr>
            <a:lvl8pPr indent="-228600" lvl="7" marL="3657600">
              <a:lnSpc>
                <a:spcPct val="115000"/>
              </a:lnSpc>
              <a:spcBef>
                <a:spcPts val="0"/>
              </a:spcBef>
              <a:spcAft>
                <a:spcPts val="0"/>
              </a:spcAft>
              <a:buNone/>
              <a:defRPr/>
            </a:lvl8pPr>
            <a:lvl9pPr indent="-228600" lvl="8" marL="4114800">
              <a:lnSpc>
                <a:spcPct val="115000"/>
              </a:lnSpc>
              <a:spcBef>
                <a:spcPts val="0"/>
              </a:spcBef>
              <a:spcAft>
                <a:spcPts val="0"/>
              </a:spcAft>
              <a:buNone/>
              <a:defRPr/>
            </a:lvl9pPr>
          </a:lstStyle>
          <a:p/>
        </p:txBody>
      </p:sp>
      <p:sp>
        <p:nvSpPr>
          <p:cNvPr id="642" name="Google Shape;642;p68"/>
          <p:cNvSpPr txBox="1"/>
          <p:nvPr>
            <p:ph idx="3" type="body"/>
          </p:nvPr>
        </p:nvSpPr>
        <p:spPr>
          <a:xfrm>
            <a:off x="417625" y="3990775"/>
            <a:ext cx="1875600" cy="548100"/>
          </a:xfrm>
          <a:prstGeom prst="rect">
            <a:avLst/>
          </a:prstGeom>
        </p:spPr>
        <p:txBody>
          <a:bodyPr anchorCtr="0" anchor="t" bIns="0" lIns="0" spcFirstLastPara="1" rIns="0" wrap="square" tIns="0">
            <a:noAutofit/>
          </a:bodyPr>
          <a:lstStyle>
            <a:lvl1pPr indent="-228600" lvl="0" marL="457200">
              <a:spcBef>
                <a:spcPts val="0"/>
              </a:spcBef>
              <a:spcAft>
                <a:spcPts val="0"/>
              </a:spcAft>
              <a:buNone/>
              <a:defRPr i="1"/>
            </a:lvl1pPr>
            <a:lvl2pPr indent="-228600" lvl="1" marL="914400">
              <a:spcBef>
                <a:spcPts val="0"/>
              </a:spcBef>
              <a:spcAft>
                <a:spcPts val="0"/>
              </a:spcAft>
              <a:buNone/>
              <a:defRPr i="1"/>
            </a:lvl2pPr>
            <a:lvl3pPr indent="-228600" lvl="2" marL="1371600">
              <a:spcBef>
                <a:spcPts val="0"/>
              </a:spcBef>
              <a:spcAft>
                <a:spcPts val="0"/>
              </a:spcAft>
              <a:buNone/>
              <a:defRPr i="1"/>
            </a:lvl3pPr>
            <a:lvl4pPr indent="-228600" lvl="3" marL="1828800">
              <a:spcBef>
                <a:spcPts val="0"/>
              </a:spcBef>
              <a:spcAft>
                <a:spcPts val="0"/>
              </a:spcAft>
              <a:buNone/>
              <a:defRPr i="1"/>
            </a:lvl4pPr>
            <a:lvl5pPr indent="-228600" lvl="4" marL="2286000">
              <a:spcBef>
                <a:spcPts val="0"/>
              </a:spcBef>
              <a:spcAft>
                <a:spcPts val="0"/>
              </a:spcAft>
              <a:buNone/>
              <a:defRPr i="1"/>
            </a:lvl5pPr>
            <a:lvl6pPr indent="-228600" lvl="5" marL="2743200">
              <a:spcBef>
                <a:spcPts val="0"/>
              </a:spcBef>
              <a:spcAft>
                <a:spcPts val="0"/>
              </a:spcAft>
              <a:buNone/>
              <a:defRPr i="1"/>
            </a:lvl6pPr>
            <a:lvl7pPr indent="-228600" lvl="6" marL="3200400">
              <a:spcBef>
                <a:spcPts val="0"/>
              </a:spcBef>
              <a:spcAft>
                <a:spcPts val="0"/>
              </a:spcAft>
              <a:buNone/>
              <a:defRPr i="1"/>
            </a:lvl7pPr>
            <a:lvl8pPr indent="-228600" lvl="7" marL="3657600">
              <a:spcBef>
                <a:spcPts val="0"/>
              </a:spcBef>
              <a:spcAft>
                <a:spcPts val="0"/>
              </a:spcAft>
              <a:buNone/>
              <a:defRPr i="1"/>
            </a:lvl8pPr>
            <a:lvl9pPr indent="-228600" lvl="8" marL="4114800">
              <a:spcBef>
                <a:spcPts val="0"/>
              </a:spcBef>
              <a:spcAft>
                <a:spcPts val="0"/>
              </a:spcAft>
              <a:buNone/>
              <a:defRPr i="1"/>
            </a:lvl9pPr>
          </a:lstStyle>
          <a:p/>
        </p:txBody>
      </p:sp>
      <p:sp>
        <p:nvSpPr>
          <p:cNvPr id="643" name="Google Shape;643;p68"/>
          <p:cNvSpPr txBox="1"/>
          <p:nvPr>
            <p:ph idx="4" type="body"/>
          </p:nvPr>
        </p:nvSpPr>
        <p:spPr>
          <a:xfrm>
            <a:off x="2457075" y="4311325"/>
            <a:ext cx="2053500" cy="354300"/>
          </a:xfrm>
          <a:prstGeom prst="rect">
            <a:avLst/>
          </a:prstGeom>
        </p:spPr>
        <p:txBody>
          <a:bodyPr anchorCtr="0" anchor="t" bIns="0" lIns="182875" spcFirstLastPara="1" rIns="0" wrap="square" tIns="0">
            <a:noAutofit/>
          </a:bodyPr>
          <a:lstStyle>
            <a:lvl1pPr indent="-228600" lvl="0" marL="457200">
              <a:lnSpc>
                <a:spcPct val="115000"/>
              </a:lnSpc>
              <a:spcBef>
                <a:spcPts val="0"/>
              </a:spcBef>
              <a:spcAft>
                <a:spcPts val="0"/>
              </a:spcAft>
              <a:buNone/>
              <a:defRPr/>
            </a:lvl1pPr>
            <a:lvl2pPr indent="-228600" lvl="1" marL="914400">
              <a:lnSpc>
                <a:spcPct val="115000"/>
              </a:lnSpc>
              <a:spcBef>
                <a:spcPts val="0"/>
              </a:spcBef>
              <a:spcAft>
                <a:spcPts val="0"/>
              </a:spcAft>
              <a:buNone/>
              <a:defRPr/>
            </a:lvl2pPr>
            <a:lvl3pPr indent="-228600" lvl="2" marL="1371600">
              <a:lnSpc>
                <a:spcPct val="115000"/>
              </a:lnSpc>
              <a:spcBef>
                <a:spcPts val="0"/>
              </a:spcBef>
              <a:spcAft>
                <a:spcPts val="0"/>
              </a:spcAft>
              <a:buNone/>
              <a:defRPr/>
            </a:lvl3pPr>
            <a:lvl4pPr indent="-228600" lvl="3" marL="1828800">
              <a:lnSpc>
                <a:spcPct val="115000"/>
              </a:lnSpc>
              <a:spcBef>
                <a:spcPts val="0"/>
              </a:spcBef>
              <a:spcAft>
                <a:spcPts val="0"/>
              </a:spcAft>
              <a:buNone/>
              <a:defRPr/>
            </a:lvl4pPr>
            <a:lvl5pPr indent="-228600" lvl="4" marL="2286000">
              <a:lnSpc>
                <a:spcPct val="115000"/>
              </a:lnSpc>
              <a:spcBef>
                <a:spcPts val="0"/>
              </a:spcBef>
              <a:spcAft>
                <a:spcPts val="0"/>
              </a:spcAft>
              <a:buNone/>
              <a:defRPr/>
            </a:lvl5pPr>
            <a:lvl6pPr indent="-228600" lvl="5" marL="2743200">
              <a:lnSpc>
                <a:spcPct val="115000"/>
              </a:lnSpc>
              <a:spcBef>
                <a:spcPts val="0"/>
              </a:spcBef>
              <a:spcAft>
                <a:spcPts val="0"/>
              </a:spcAft>
              <a:buNone/>
              <a:defRPr/>
            </a:lvl6pPr>
            <a:lvl7pPr indent="-228600" lvl="6" marL="3200400">
              <a:lnSpc>
                <a:spcPct val="115000"/>
              </a:lnSpc>
              <a:spcBef>
                <a:spcPts val="0"/>
              </a:spcBef>
              <a:spcAft>
                <a:spcPts val="0"/>
              </a:spcAft>
              <a:buNone/>
              <a:defRPr/>
            </a:lvl7pPr>
            <a:lvl8pPr indent="-228600" lvl="7" marL="3657600">
              <a:lnSpc>
                <a:spcPct val="115000"/>
              </a:lnSpc>
              <a:spcBef>
                <a:spcPts val="0"/>
              </a:spcBef>
              <a:spcAft>
                <a:spcPts val="0"/>
              </a:spcAft>
              <a:buNone/>
              <a:defRPr/>
            </a:lvl8pPr>
            <a:lvl9pPr indent="-228600" lvl="8" marL="4114800">
              <a:lnSpc>
                <a:spcPct val="115000"/>
              </a:lnSpc>
              <a:spcBef>
                <a:spcPts val="0"/>
              </a:spcBef>
              <a:spcAft>
                <a:spcPts val="0"/>
              </a:spcAft>
              <a:buNone/>
              <a:defRPr/>
            </a:lvl9pPr>
          </a:lstStyle>
          <a:p/>
        </p:txBody>
      </p:sp>
      <p:sp>
        <p:nvSpPr>
          <p:cNvPr id="644" name="Google Shape;644;p68"/>
          <p:cNvSpPr txBox="1"/>
          <p:nvPr>
            <p:ph idx="5" type="body"/>
          </p:nvPr>
        </p:nvSpPr>
        <p:spPr>
          <a:xfrm>
            <a:off x="6801300" y="2498700"/>
            <a:ext cx="2055000" cy="1204500"/>
          </a:xfrm>
          <a:prstGeom prst="rect">
            <a:avLst/>
          </a:prstGeom>
        </p:spPr>
        <p:txBody>
          <a:bodyPr anchorCtr="0" anchor="t" bIns="0" lIns="182875" spcFirstLastPara="1" rIns="182875" wrap="square" tIns="0">
            <a:noAutofit/>
          </a:bodyPr>
          <a:lstStyle>
            <a:lvl1pPr indent="-228600" lvl="0" marL="457200">
              <a:lnSpc>
                <a:spcPct val="115000"/>
              </a:lnSpc>
              <a:spcBef>
                <a:spcPts val="0"/>
              </a:spcBef>
              <a:spcAft>
                <a:spcPts val="0"/>
              </a:spcAft>
              <a:buSzPts val="1000"/>
              <a:buNone/>
              <a:defRPr/>
            </a:lvl1pPr>
            <a:lvl2pPr indent="-228600" lvl="1" marL="914400">
              <a:lnSpc>
                <a:spcPct val="115000"/>
              </a:lnSpc>
              <a:spcBef>
                <a:spcPts val="0"/>
              </a:spcBef>
              <a:spcAft>
                <a:spcPts val="0"/>
              </a:spcAft>
              <a:buSzPts val="1000"/>
              <a:buNone/>
              <a:defRPr/>
            </a:lvl2pPr>
            <a:lvl3pPr indent="-228600" lvl="2" marL="1371600">
              <a:lnSpc>
                <a:spcPct val="115000"/>
              </a:lnSpc>
              <a:spcBef>
                <a:spcPts val="0"/>
              </a:spcBef>
              <a:spcAft>
                <a:spcPts val="0"/>
              </a:spcAft>
              <a:buSzPts val="1000"/>
              <a:buNone/>
              <a:defRPr/>
            </a:lvl3pPr>
            <a:lvl4pPr indent="-228600" lvl="3" marL="1828800">
              <a:lnSpc>
                <a:spcPct val="115000"/>
              </a:lnSpc>
              <a:spcBef>
                <a:spcPts val="0"/>
              </a:spcBef>
              <a:spcAft>
                <a:spcPts val="0"/>
              </a:spcAft>
              <a:buSzPts val="1000"/>
              <a:buNone/>
              <a:defRPr/>
            </a:lvl4pPr>
            <a:lvl5pPr indent="-228600" lvl="4" marL="2286000">
              <a:lnSpc>
                <a:spcPct val="115000"/>
              </a:lnSpc>
              <a:spcBef>
                <a:spcPts val="0"/>
              </a:spcBef>
              <a:spcAft>
                <a:spcPts val="0"/>
              </a:spcAft>
              <a:buSzPts val="1000"/>
              <a:buNone/>
              <a:defRPr/>
            </a:lvl5pPr>
            <a:lvl6pPr indent="-228600" lvl="5" marL="2743200">
              <a:lnSpc>
                <a:spcPct val="115000"/>
              </a:lnSpc>
              <a:spcBef>
                <a:spcPts val="0"/>
              </a:spcBef>
              <a:spcAft>
                <a:spcPts val="0"/>
              </a:spcAft>
              <a:buSzPts val="1000"/>
              <a:buNone/>
              <a:defRPr/>
            </a:lvl6pPr>
            <a:lvl7pPr indent="-228600" lvl="6" marL="3200400">
              <a:lnSpc>
                <a:spcPct val="115000"/>
              </a:lnSpc>
              <a:spcBef>
                <a:spcPts val="0"/>
              </a:spcBef>
              <a:spcAft>
                <a:spcPts val="0"/>
              </a:spcAft>
              <a:buSzPts val="1000"/>
              <a:buNone/>
              <a:defRPr/>
            </a:lvl7pPr>
            <a:lvl8pPr indent="-228600" lvl="7" marL="3657600">
              <a:lnSpc>
                <a:spcPct val="115000"/>
              </a:lnSpc>
              <a:spcBef>
                <a:spcPts val="0"/>
              </a:spcBef>
              <a:spcAft>
                <a:spcPts val="0"/>
              </a:spcAft>
              <a:buSzPts val="1000"/>
              <a:buNone/>
              <a:defRPr/>
            </a:lvl8pPr>
            <a:lvl9pPr indent="-228600" lvl="8" marL="4114800">
              <a:lnSpc>
                <a:spcPct val="115000"/>
              </a:lnSpc>
              <a:spcBef>
                <a:spcPts val="0"/>
              </a:spcBef>
              <a:spcAft>
                <a:spcPts val="0"/>
              </a:spcAft>
              <a:buSzPts val="1000"/>
              <a:buNone/>
              <a:defRPr/>
            </a:lvl9pPr>
          </a:lstStyle>
          <a:p/>
        </p:txBody>
      </p:sp>
      <p:sp>
        <p:nvSpPr>
          <p:cNvPr id="645" name="Google Shape;645;p68"/>
          <p:cNvSpPr txBox="1"/>
          <p:nvPr>
            <p:ph type="title"/>
          </p:nvPr>
        </p:nvSpPr>
        <p:spPr>
          <a:xfrm>
            <a:off x="288350" y="1365975"/>
            <a:ext cx="4227300" cy="1156500"/>
          </a:xfrm>
          <a:prstGeom prst="rect">
            <a:avLst/>
          </a:prstGeom>
        </p:spPr>
        <p:txBody>
          <a:bodyPr anchorCtr="0" anchor="t" bIns="0" lIns="182875" spcFirstLastPara="1" rIns="182875" wrap="square" tIns="182875">
            <a:spAutoFit/>
          </a:bodyPr>
          <a:lstStyle>
            <a:lvl1pPr lvl="0">
              <a:lnSpc>
                <a:spcPct val="85000"/>
              </a:lnSpc>
              <a:spcBef>
                <a:spcPts val="0"/>
              </a:spcBef>
              <a:spcAft>
                <a:spcPts val="0"/>
              </a:spcAft>
              <a:buNone/>
              <a:defRPr sz="3600">
                <a:latin typeface="Instrument Sans Medium"/>
                <a:ea typeface="Instrument Sans Medium"/>
                <a:cs typeface="Instrument Sans Medium"/>
                <a:sym typeface="Instrument Sans Medium"/>
              </a:defRPr>
            </a:lvl1pPr>
            <a:lvl2pPr lvl="1">
              <a:lnSpc>
                <a:spcPct val="85000"/>
              </a:lnSpc>
              <a:spcBef>
                <a:spcPts val="0"/>
              </a:spcBef>
              <a:spcAft>
                <a:spcPts val="0"/>
              </a:spcAft>
              <a:buNone/>
              <a:defRPr sz="3600">
                <a:latin typeface="Instrument Sans Medium"/>
                <a:ea typeface="Instrument Sans Medium"/>
                <a:cs typeface="Instrument Sans Medium"/>
                <a:sym typeface="Instrument Sans Medium"/>
              </a:defRPr>
            </a:lvl2pPr>
            <a:lvl3pPr lvl="2">
              <a:lnSpc>
                <a:spcPct val="85000"/>
              </a:lnSpc>
              <a:spcBef>
                <a:spcPts val="0"/>
              </a:spcBef>
              <a:spcAft>
                <a:spcPts val="0"/>
              </a:spcAft>
              <a:buNone/>
              <a:defRPr sz="3600">
                <a:latin typeface="Instrument Sans Medium"/>
                <a:ea typeface="Instrument Sans Medium"/>
                <a:cs typeface="Instrument Sans Medium"/>
                <a:sym typeface="Instrument Sans Medium"/>
              </a:defRPr>
            </a:lvl3pPr>
            <a:lvl4pPr lvl="3">
              <a:lnSpc>
                <a:spcPct val="85000"/>
              </a:lnSpc>
              <a:spcBef>
                <a:spcPts val="0"/>
              </a:spcBef>
              <a:spcAft>
                <a:spcPts val="0"/>
              </a:spcAft>
              <a:buNone/>
              <a:defRPr sz="3600">
                <a:latin typeface="Instrument Sans Medium"/>
                <a:ea typeface="Instrument Sans Medium"/>
                <a:cs typeface="Instrument Sans Medium"/>
                <a:sym typeface="Instrument Sans Medium"/>
              </a:defRPr>
            </a:lvl4pPr>
            <a:lvl5pPr lvl="4">
              <a:lnSpc>
                <a:spcPct val="85000"/>
              </a:lnSpc>
              <a:spcBef>
                <a:spcPts val="0"/>
              </a:spcBef>
              <a:spcAft>
                <a:spcPts val="0"/>
              </a:spcAft>
              <a:buNone/>
              <a:defRPr sz="3600">
                <a:latin typeface="Instrument Sans Medium"/>
                <a:ea typeface="Instrument Sans Medium"/>
                <a:cs typeface="Instrument Sans Medium"/>
                <a:sym typeface="Instrument Sans Medium"/>
              </a:defRPr>
            </a:lvl5pPr>
            <a:lvl6pPr lvl="5">
              <a:lnSpc>
                <a:spcPct val="85000"/>
              </a:lnSpc>
              <a:spcBef>
                <a:spcPts val="0"/>
              </a:spcBef>
              <a:spcAft>
                <a:spcPts val="0"/>
              </a:spcAft>
              <a:buNone/>
              <a:defRPr sz="3600">
                <a:latin typeface="Instrument Sans Medium"/>
                <a:ea typeface="Instrument Sans Medium"/>
                <a:cs typeface="Instrument Sans Medium"/>
                <a:sym typeface="Instrument Sans Medium"/>
              </a:defRPr>
            </a:lvl6pPr>
            <a:lvl7pPr lvl="6">
              <a:lnSpc>
                <a:spcPct val="85000"/>
              </a:lnSpc>
              <a:spcBef>
                <a:spcPts val="0"/>
              </a:spcBef>
              <a:spcAft>
                <a:spcPts val="0"/>
              </a:spcAft>
              <a:buNone/>
              <a:defRPr sz="3600">
                <a:latin typeface="Instrument Sans Medium"/>
                <a:ea typeface="Instrument Sans Medium"/>
                <a:cs typeface="Instrument Sans Medium"/>
                <a:sym typeface="Instrument Sans Medium"/>
              </a:defRPr>
            </a:lvl7pPr>
            <a:lvl8pPr lvl="7">
              <a:lnSpc>
                <a:spcPct val="85000"/>
              </a:lnSpc>
              <a:spcBef>
                <a:spcPts val="0"/>
              </a:spcBef>
              <a:spcAft>
                <a:spcPts val="0"/>
              </a:spcAft>
              <a:buNone/>
              <a:defRPr sz="3600">
                <a:latin typeface="Instrument Sans Medium"/>
                <a:ea typeface="Instrument Sans Medium"/>
                <a:cs typeface="Instrument Sans Medium"/>
                <a:sym typeface="Instrument Sans Medium"/>
              </a:defRPr>
            </a:lvl8pPr>
            <a:lvl9pPr lvl="8">
              <a:lnSpc>
                <a:spcPct val="85000"/>
              </a:lnSpc>
              <a:spcBef>
                <a:spcPts val="0"/>
              </a:spcBef>
              <a:spcAft>
                <a:spcPts val="0"/>
              </a:spcAft>
              <a:buNone/>
              <a:defRPr sz="3600">
                <a:latin typeface="Instrument Sans Medium"/>
                <a:ea typeface="Instrument Sans Medium"/>
                <a:cs typeface="Instrument Sans Medium"/>
                <a:sym typeface="Instrument Sans Medium"/>
              </a:defRPr>
            </a:lvl9pPr>
          </a:lstStyle>
          <a:p/>
        </p:txBody>
      </p:sp>
      <p:sp>
        <p:nvSpPr>
          <p:cNvPr id="646" name="Google Shape;646;p68"/>
          <p:cNvSpPr txBox="1"/>
          <p:nvPr>
            <p:ph idx="6"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47" name="Google Shape;647;p68"/>
          <p:cNvSpPr txBox="1"/>
          <p:nvPr>
            <p:ph idx="7"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48" name="Google Shape;648;p68"/>
          <p:cNvSpPr txBox="1"/>
          <p:nvPr>
            <p:ph idx="8" type="subTitle"/>
          </p:nvPr>
        </p:nvSpPr>
        <p:spPr>
          <a:xfrm>
            <a:off x="2454063" y="3535641"/>
            <a:ext cx="2051400" cy="422700"/>
          </a:xfrm>
          <a:prstGeom prst="rect">
            <a:avLst/>
          </a:prstGeom>
        </p:spPr>
        <p:txBody>
          <a:bodyPr anchorCtr="0" anchor="t" bIns="91425" lIns="182875" spcFirstLastPara="1" rIns="91425" wrap="square" tIns="182875">
            <a:noAutofit/>
          </a:bodyPr>
          <a:lstStyle>
            <a:lvl1pPr lvl="0">
              <a:spcBef>
                <a:spcPts val="0"/>
              </a:spcBef>
              <a:spcAft>
                <a:spcPts val="0"/>
              </a:spcAft>
              <a:buSzPts val="2400"/>
              <a:buFont typeface="Instrument Sans SemiBold"/>
              <a:buNone/>
              <a:defRPr sz="2400">
                <a:latin typeface="Instrument Sans SemiBold"/>
                <a:ea typeface="Instrument Sans SemiBold"/>
                <a:cs typeface="Instrument Sans SemiBold"/>
                <a:sym typeface="Instrument Sans SemiBold"/>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p:txBody>
      </p:sp>
      <p:sp>
        <p:nvSpPr>
          <p:cNvPr id="649" name="Google Shape;649;p68"/>
          <p:cNvSpPr txBox="1"/>
          <p:nvPr>
            <p:ph idx="9" type="subTitle"/>
          </p:nvPr>
        </p:nvSpPr>
        <p:spPr>
          <a:xfrm>
            <a:off x="6801300" y="1957926"/>
            <a:ext cx="2051400" cy="452700"/>
          </a:xfrm>
          <a:prstGeom prst="rect">
            <a:avLst/>
          </a:prstGeom>
        </p:spPr>
        <p:txBody>
          <a:bodyPr anchorCtr="0" anchor="t" bIns="0" lIns="182875" spcFirstLastPara="1" rIns="182875" wrap="square" tIns="182875">
            <a:noAutofit/>
          </a:bodyPr>
          <a:lstStyle>
            <a:lvl1pPr lvl="0">
              <a:spcBef>
                <a:spcPts val="0"/>
              </a:spcBef>
              <a:spcAft>
                <a:spcPts val="0"/>
              </a:spcAft>
              <a:buNone/>
              <a:defRPr>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p:txBody>
      </p:sp>
      <p:sp>
        <p:nvSpPr>
          <p:cNvPr id="650" name="Google Shape;650;p68"/>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1589">
          <p15:clr>
            <a:srgbClr val="E46962"/>
          </p15:clr>
        </p15:guide>
      </p15:sldGuideLst>
    </p:ext>
  </p:extLst>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ALT 3">
  <p:cSld name="BLANK_1_1_1_1_1_1_1_1_1_1_1_1_1_1_3_1_1">
    <p:spTree>
      <p:nvGrpSpPr>
        <p:cNvPr id="651" name="Shape 651"/>
        <p:cNvGrpSpPr/>
        <p:nvPr/>
      </p:nvGrpSpPr>
      <p:grpSpPr>
        <a:xfrm>
          <a:off x="0" y="0"/>
          <a:ext cx="0" cy="0"/>
          <a:chOff x="0" y="0"/>
          <a:chExt cx="0" cy="0"/>
        </a:xfrm>
      </p:grpSpPr>
      <p:sp>
        <p:nvSpPr>
          <p:cNvPr id="652" name="Google Shape;652;p69"/>
          <p:cNvSpPr/>
          <p:nvPr>
            <p:ph idx="2" type="pic"/>
          </p:nvPr>
        </p:nvSpPr>
        <p:spPr>
          <a:xfrm>
            <a:off x="6802025" y="1372800"/>
            <a:ext cx="2058600" cy="3296700"/>
          </a:xfrm>
          <a:prstGeom prst="roundRect">
            <a:avLst>
              <a:gd fmla="val 11530" name="adj"/>
            </a:avLst>
          </a:prstGeom>
          <a:noFill/>
          <a:ln>
            <a:noFill/>
          </a:ln>
        </p:spPr>
      </p:sp>
      <p:sp>
        <p:nvSpPr>
          <p:cNvPr id="653" name="Google Shape;653;p69"/>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54" name="Google Shape;654;p69"/>
          <p:cNvSpPr txBox="1"/>
          <p:nvPr>
            <p:ph idx="3"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55" name="Google Shape;655;p69"/>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656" name="Google Shape;656;p69"/>
          <p:cNvSpPr txBox="1"/>
          <p:nvPr>
            <p:ph type="title"/>
          </p:nvPr>
        </p:nvSpPr>
        <p:spPr>
          <a:xfrm>
            <a:off x="284700" y="474750"/>
            <a:ext cx="56736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p:txBody>
      </p:sp>
      <p:sp>
        <p:nvSpPr>
          <p:cNvPr id="657" name="Google Shape;657;p69"/>
          <p:cNvSpPr txBox="1"/>
          <p:nvPr>
            <p:ph idx="4" type="body"/>
          </p:nvPr>
        </p:nvSpPr>
        <p:spPr>
          <a:xfrm>
            <a:off x="284700" y="2792774"/>
            <a:ext cx="2053500" cy="1569900"/>
          </a:xfrm>
          <a:prstGeom prst="rect">
            <a:avLst/>
          </a:prstGeom>
        </p:spPr>
        <p:txBody>
          <a:bodyPr anchorCtr="0" anchor="t" bIns="0" lIns="182875" spcFirstLastPara="1" rIns="182875" wrap="square" tIns="0">
            <a:noAutofit/>
          </a:bodyPr>
          <a:lstStyle>
            <a:lvl1pPr indent="-292100" lvl="0" marL="457200">
              <a:spcBef>
                <a:spcPts val="0"/>
              </a:spcBef>
              <a:spcAft>
                <a:spcPts val="0"/>
              </a:spcAft>
              <a:buSzPts val="1000"/>
              <a:buFont typeface="Instrument Sans"/>
              <a:buChar char="●"/>
              <a:defRPr/>
            </a:lvl1pPr>
            <a:lvl2pPr indent="-292100" lvl="1" marL="914400">
              <a:spcBef>
                <a:spcPts val="0"/>
              </a:spcBef>
              <a:spcAft>
                <a:spcPts val="0"/>
              </a:spcAft>
              <a:buSzPts val="1000"/>
              <a:buFont typeface="Instrument Sans"/>
              <a:buChar char="○"/>
              <a:defRPr/>
            </a:lvl2pPr>
            <a:lvl3pPr indent="-292100" lvl="2" marL="1371600">
              <a:spcBef>
                <a:spcPts val="0"/>
              </a:spcBef>
              <a:spcAft>
                <a:spcPts val="0"/>
              </a:spcAft>
              <a:buSzPts val="1000"/>
              <a:buFont typeface="Instrument Sans"/>
              <a:buChar char="■"/>
              <a:defRPr/>
            </a:lvl3pPr>
            <a:lvl4pPr indent="-292100" lvl="3" marL="1828800">
              <a:spcBef>
                <a:spcPts val="0"/>
              </a:spcBef>
              <a:spcAft>
                <a:spcPts val="0"/>
              </a:spcAft>
              <a:buSzPts val="1000"/>
              <a:buFont typeface="Instrument Sans"/>
              <a:buChar char="●"/>
              <a:defRPr/>
            </a:lvl4pPr>
            <a:lvl5pPr indent="-292100" lvl="4" marL="2286000">
              <a:spcBef>
                <a:spcPts val="0"/>
              </a:spcBef>
              <a:spcAft>
                <a:spcPts val="0"/>
              </a:spcAft>
              <a:buSzPts val="1000"/>
              <a:buFont typeface="Instrument Sans"/>
              <a:buChar char="○"/>
              <a:defRPr/>
            </a:lvl5pPr>
            <a:lvl6pPr indent="-292100" lvl="5" marL="2743200">
              <a:spcBef>
                <a:spcPts val="0"/>
              </a:spcBef>
              <a:spcAft>
                <a:spcPts val="0"/>
              </a:spcAft>
              <a:buSzPts val="1000"/>
              <a:buFont typeface="Instrument Sans"/>
              <a:buChar char="■"/>
              <a:defRPr/>
            </a:lvl6pPr>
            <a:lvl7pPr indent="-292100" lvl="6" marL="3200400">
              <a:spcBef>
                <a:spcPts val="0"/>
              </a:spcBef>
              <a:spcAft>
                <a:spcPts val="0"/>
              </a:spcAft>
              <a:buSzPts val="1000"/>
              <a:buFont typeface="Instrument Sans"/>
              <a:buChar char="●"/>
              <a:defRPr/>
            </a:lvl7pPr>
            <a:lvl8pPr indent="-292100" lvl="7" marL="3657600">
              <a:spcBef>
                <a:spcPts val="0"/>
              </a:spcBef>
              <a:spcAft>
                <a:spcPts val="0"/>
              </a:spcAft>
              <a:buSzPts val="1000"/>
              <a:buFont typeface="Instrument Sans"/>
              <a:buChar char="○"/>
              <a:defRPr/>
            </a:lvl8pPr>
            <a:lvl9pPr indent="-292100" lvl="8" marL="4114800">
              <a:spcBef>
                <a:spcPts val="0"/>
              </a:spcBef>
              <a:spcAft>
                <a:spcPts val="0"/>
              </a:spcAft>
              <a:buSzPts val="1000"/>
              <a:buFont typeface="Instrument Sans"/>
              <a:buChar char="■"/>
              <a:defRPr/>
            </a:lvl9pPr>
          </a:lstStyle>
          <a:p/>
        </p:txBody>
      </p:sp>
      <p:sp>
        <p:nvSpPr>
          <p:cNvPr id="658" name="Google Shape;658;p69"/>
          <p:cNvSpPr txBox="1"/>
          <p:nvPr>
            <p:ph idx="5" type="title"/>
          </p:nvPr>
        </p:nvSpPr>
        <p:spPr>
          <a:xfrm>
            <a:off x="284700" y="2053175"/>
            <a:ext cx="2058600" cy="498600"/>
          </a:xfrm>
          <a:prstGeom prst="rect">
            <a:avLst/>
          </a:prstGeom>
        </p:spPr>
        <p:txBody>
          <a:bodyPr anchorCtr="0" anchor="ctr" bIns="0" lIns="182875" spcFirstLastPara="1" rIns="182875" wrap="square" tIns="0">
            <a:noAutofit/>
          </a:bodyPr>
          <a:lstStyle>
            <a:lvl1pPr lvl="0">
              <a:spcBef>
                <a:spcPts val="0"/>
              </a:spcBef>
              <a:spcAft>
                <a:spcPts val="0"/>
              </a:spcAft>
              <a:buNone/>
              <a:defRPr sz="1400">
                <a:latin typeface="Instrument Sans Medium"/>
                <a:ea typeface="Instrument Sans Medium"/>
                <a:cs typeface="Instrument Sans Medium"/>
                <a:sym typeface="Instrument Sans Medium"/>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p:txBody>
      </p:sp>
      <p:sp>
        <p:nvSpPr>
          <p:cNvPr id="659" name="Google Shape;659;p69"/>
          <p:cNvSpPr txBox="1"/>
          <p:nvPr>
            <p:ph idx="6" type="title"/>
          </p:nvPr>
        </p:nvSpPr>
        <p:spPr>
          <a:xfrm>
            <a:off x="284700" y="1557525"/>
            <a:ext cx="1068000" cy="440700"/>
          </a:xfrm>
          <a:prstGeom prst="rect">
            <a:avLst/>
          </a:prstGeom>
          <a:noFill/>
        </p:spPr>
        <p:txBody>
          <a:bodyPr anchorCtr="0" anchor="t" bIns="0" lIns="182875" spcFirstLastPara="1" rIns="182875" wrap="square" tIns="0">
            <a:noAutofit/>
          </a:bodyPr>
          <a:lstStyle>
            <a:lvl1pPr lvl="0">
              <a:spcBef>
                <a:spcPts val="0"/>
              </a:spcBef>
              <a:spcAft>
                <a:spcPts val="0"/>
              </a:spcAft>
              <a:buNone/>
              <a:defRPr sz="1000">
                <a:latin typeface="Instrument Sans"/>
                <a:ea typeface="Instrument Sans"/>
                <a:cs typeface="Instrument Sans"/>
                <a:sym typeface="Instrument Sans"/>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p:txBody>
      </p:sp>
      <p:sp>
        <p:nvSpPr>
          <p:cNvPr id="660" name="Google Shape;660;p69"/>
          <p:cNvSpPr txBox="1"/>
          <p:nvPr>
            <p:ph idx="7" type="body"/>
          </p:nvPr>
        </p:nvSpPr>
        <p:spPr>
          <a:xfrm>
            <a:off x="2457088" y="2792774"/>
            <a:ext cx="2053500" cy="1569900"/>
          </a:xfrm>
          <a:prstGeom prst="rect">
            <a:avLst/>
          </a:prstGeom>
        </p:spPr>
        <p:txBody>
          <a:bodyPr anchorCtr="0" anchor="t" bIns="0" lIns="182875" spcFirstLastPara="1" rIns="182875" wrap="square" tIns="0">
            <a:noAutofit/>
          </a:bodyPr>
          <a:lstStyle>
            <a:lvl1pPr indent="-292100" lvl="0" marL="457200">
              <a:lnSpc>
                <a:spcPct val="115000"/>
              </a:lnSpc>
              <a:spcBef>
                <a:spcPts val="0"/>
              </a:spcBef>
              <a:spcAft>
                <a:spcPts val="0"/>
              </a:spcAft>
              <a:buClr>
                <a:schemeClr val="lt1"/>
              </a:buClr>
              <a:buSzPts val="1000"/>
              <a:buFont typeface="Instrument Sans"/>
              <a:buChar char="●"/>
              <a:defRPr/>
            </a:lvl1pPr>
            <a:lvl2pPr indent="-292100" lvl="1" marL="914400">
              <a:lnSpc>
                <a:spcPct val="115000"/>
              </a:lnSpc>
              <a:spcBef>
                <a:spcPts val="0"/>
              </a:spcBef>
              <a:spcAft>
                <a:spcPts val="0"/>
              </a:spcAft>
              <a:buClr>
                <a:schemeClr val="lt1"/>
              </a:buClr>
              <a:buSzPts val="1000"/>
              <a:buFont typeface="Instrument Sans"/>
              <a:buChar char="○"/>
              <a:defRPr/>
            </a:lvl2pPr>
            <a:lvl3pPr indent="-292100" lvl="2" marL="1371600">
              <a:lnSpc>
                <a:spcPct val="115000"/>
              </a:lnSpc>
              <a:spcBef>
                <a:spcPts val="0"/>
              </a:spcBef>
              <a:spcAft>
                <a:spcPts val="0"/>
              </a:spcAft>
              <a:buClr>
                <a:schemeClr val="lt1"/>
              </a:buClr>
              <a:buSzPts val="1000"/>
              <a:buFont typeface="Instrument Sans"/>
              <a:buChar char="■"/>
              <a:defRPr/>
            </a:lvl3pPr>
            <a:lvl4pPr indent="-292100" lvl="3" marL="1828800">
              <a:lnSpc>
                <a:spcPct val="115000"/>
              </a:lnSpc>
              <a:spcBef>
                <a:spcPts val="0"/>
              </a:spcBef>
              <a:spcAft>
                <a:spcPts val="0"/>
              </a:spcAft>
              <a:buClr>
                <a:schemeClr val="lt1"/>
              </a:buClr>
              <a:buSzPts val="1000"/>
              <a:buFont typeface="Instrument Sans"/>
              <a:buChar char="●"/>
              <a:defRPr/>
            </a:lvl4pPr>
            <a:lvl5pPr indent="-292100" lvl="4" marL="2286000">
              <a:lnSpc>
                <a:spcPct val="115000"/>
              </a:lnSpc>
              <a:spcBef>
                <a:spcPts val="0"/>
              </a:spcBef>
              <a:spcAft>
                <a:spcPts val="0"/>
              </a:spcAft>
              <a:buClr>
                <a:schemeClr val="lt1"/>
              </a:buClr>
              <a:buSzPts val="1000"/>
              <a:buFont typeface="Instrument Sans"/>
              <a:buChar char="○"/>
              <a:defRPr/>
            </a:lvl5pPr>
            <a:lvl6pPr indent="-292100" lvl="5" marL="2743200">
              <a:lnSpc>
                <a:spcPct val="115000"/>
              </a:lnSpc>
              <a:spcBef>
                <a:spcPts val="0"/>
              </a:spcBef>
              <a:spcAft>
                <a:spcPts val="0"/>
              </a:spcAft>
              <a:buClr>
                <a:schemeClr val="lt1"/>
              </a:buClr>
              <a:buSzPts val="1000"/>
              <a:buFont typeface="Instrument Sans"/>
              <a:buChar char="■"/>
              <a:defRPr/>
            </a:lvl6pPr>
            <a:lvl7pPr indent="-292100" lvl="6" marL="3200400">
              <a:lnSpc>
                <a:spcPct val="115000"/>
              </a:lnSpc>
              <a:spcBef>
                <a:spcPts val="0"/>
              </a:spcBef>
              <a:spcAft>
                <a:spcPts val="0"/>
              </a:spcAft>
              <a:buClr>
                <a:schemeClr val="lt1"/>
              </a:buClr>
              <a:buSzPts val="1000"/>
              <a:buFont typeface="Instrument Sans"/>
              <a:buChar char="●"/>
              <a:defRPr/>
            </a:lvl7pPr>
            <a:lvl8pPr indent="-292100" lvl="7" marL="3657600">
              <a:lnSpc>
                <a:spcPct val="115000"/>
              </a:lnSpc>
              <a:spcBef>
                <a:spcPts val="0"/>
              </a:spcBef>
              <a:spcAft>
                <a:spcPts val="0"/>
              </a:spcAft>
              <a:buClr>
                <a:schemeClr val="lt1"/>
              </a:buClr>
              <a:buSzPts val="1000"/>
              <a:buFont typeface="Instrument Sans"/>
              <a:buChar char="○"/>
              <a:defRPr/>
            </a:lvl8pPr>
            <a:lvl9pPr indent="-292100" lvl="8" marL="4114800">
              <a:lnSpc>
                <a:spcPct val="115000"/>
              </a:lnSpc>
              <a:spcBef>
                <a:spcPts val="0"/>
              </a:spcBef>
              <a:spcAft>
                <a:spcPts val="0"/>
              </a:spcAft>
              <a:buClr>
                <a:schemeClr val="lt1"/>
              </a:buClr>
              <a:buSzPts val="1000"/>
              <a:buFont typeface="Instrument Sans"/>
              <a:buChar char="■"/>
              <a:defRPr/>
            </a:lvl9pPr>
          </a:lstStyle>
          <a:p/>
        </p:txBody>
      </p:sp>
      <p:sp>
        <p:nvSpPr>
          <p:cNvPr id="661" name="Google Shape;661;p69"/>
          <p:cNvSpPr txBox="1"/>
          <p:nvPr>
            <p:ph idx="8" type="title"/>
          </p:nvPr>
        </p:nvSpPr>
        <p:spPr>
          <a:xfrm>
            <a:off x="2457088" y="2053175"/>
            <a:ext cx="2058600" cy="498600"/>
          </a:xfrm>
          <a:prstGeom prst="rect">
            <a:avLst/>
          </a:prstGeom>
        </p:spPr>
        <p:txBody>
          <a:bodyPr anchorCtr="0" anchor="ctr" bIns="0" lIns="182875" spcFirstLastPara="1" rIns="182875" wrap="square" tIns="0">
            <a:noAutofit/>
          </a:bodyPr>
          <a:lstStyle>
            <a:lvl1pPr lvl="0">
              <a:spcBef>
                <a:spcPts val="0"/>
              </a:spcBef>
              <a:spcAft>
                <a:spcPts val="0"/>
              </a:spcAft>
              <a:buNone/>
              <a:defRPr sz="1400">
                <a:latin typeface="Instrument Sans Medium"/>
                <a:ea typeface="Instrument Sans Medium"/>
                <a:cs typeface="Instrument Sans Medium"/>
                <a:sym typeface="Instrument Sans Medium"/>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p:txBody>
      </p:sp>
      <p:sp>
        <p:nvSpPr>
          <p:cNvPr id="662" name="Google Shape;662;p69"/>
          <p:cNvSpPr txBox="1"/>
          <p:nvPr>
            <p:ph idx="9" type="title"/>
          </p:nvPr>
        </p:nvSpPr>
        <p:spPr>
          <a:xfrm>
            <a:off x="2457088" y="1557525"/>
            <a:ext cx="1068000" cy="440700"/>
          </a:xfrm>
          <a:prstGeom prst="rect">
            <a:avLst/>
          </a:prstGeom>
          <a:noFill/>
        </p:spPr>
        <p:txBody>
          <a:bodyPr anchorCtr="0" anchor="t" bIns="0" lIns="182875" spcFirstLastPara="1" rIns="182875" wrap="square" tIns="0">
            <a:noAutofit/>
          </a:bodyPr>
          <a:lstStyle>
            <a:lvl1pPr lvl="0">
              <a:spcBef>
                <a:spcPts val="0"/>
              </a:spcBef>
              <a:spcAft>
                <a:spcPts val="0"/>
              </a:spcAft>
              <a:buNone/>
              <a:defRPr sz="1000">
                <a:latin typeface="Instrument Sans"/>
                <a:ea typeface="Instrument Sans"/>
                <a:cs typeface="Instrument Sans"/>
                <a:sym typeface="Instrument Sans"/>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p:txBody>
      </p:sp>
      <p:sp>
        <p:nvSpPr>
          <p:cNvPr id="663" name="Google Shape;663;p69"/>
          <p:cNvSpPr txBox="1"/>
          <p:nvPr>
            <p:ph idx="13" type="body"/>
          </p:nvPr>
        </p:nvSpPr>
        <p:spPr>
          <a:xfrm>
            <a:off x="4629475" y="2792774"/>
            <a:ext cx="2053500" cy="1569900"/>
          </a:xfrm>
          <a:prstGeom prst="rect">
            <a:avLst/>
          </a:prstGeom>
        </p:spPr>
        <p:txBody>
          <a:bodyPr anchorCtr="0" anchor="t" bIns="0" lIns="182875" spcFirstLastPara="1" rIns="182875" wrap="square" tIns="0">
            <a:noAutofit/>
          </a:bodyPr>
          <a:lstStyle>
            <a:lvl1pPr indent="-292100" lvl="0" marL="457200">
              <a:lnSpc>
                <a:spcPct val="115000"/>
              </a:lnSpc>
              <a:spcBef>
                <a:spcPts val="0"/>
              </a:spcBef>
              <a:spcAft>
                <a:spcPts val="0"/>
              </a:spcAft>
              <a:buClr>
                <a:schemeClr val="lt1"/>
              </a:buClr>
              <a:buSzPts val="1000"/>
              <a:buFont typeface="Instrument Sans"/>
              <a:buChar char="●"/>
              <a:defRPr/>
            </a:lvl1pPr>
            <a:lvl2pPr indent="-292100" lvl="1" marL="914400">
              <a:lnSpc>
                <a:spcPct val="115000"/>
              </a:lnSpc>
              <a:spcBef>
                <a:spcPts val="0"/>
              </a:spcBef>
              <a:spcAft>
                <a:spcPts val="0"/>
              </a:spcAft>
              <a:buClr>
                <a:schemeClr val="lt1"/>
              </a:buClr>
              <a:buSzPts val="1000"/>
              <a:buFont typeface="Instrument Sans"/>
              <a:buChar char="○"/>
              <a:defRPr/>
            </a:lvl2pPr>
            <a:lvl3pPr indent="-292100" lvl="2" marL="1371600">
              <a:lnSpc>
                <a:spcPct val="115000"/>
              </a:lnSpc>
              <a:spcBef>
                <a:spcPts val="0"/>
              </a:spcBef>
              <a:spcAft>
                <a:spcPts val="0"/>
              </a:spcAft>
              <a:buClr>
                <a:schemeClr val="lt1"/>
              </a:buClr>
              <a:buSzPts val="1000"/>
              <a:buFont typeface="Instrument Sans"/>
              <a:buChar char="■"/>
              <a:defRPr/>
            </a:lvl3pPr>
            <a:lvl4pPr indent="-292100" lvl="3" marL="1828800">
              <a:lnSpc>
                <a:spcPct val="115000"/>
              </a:lnSpc>
              <a:spcBef>
                <a:spcPts val="0"/>
              </a:spcBef>
              <a:spcAft>
                <a:spcPts val="0"/>
              </a:spcAft>
              <a:buClr>
                <a:schemeClr val="lt1"/>
              </a:buClr>
              <a:buSzPts val="1000"/>
              <a:buFont typeface="Instrument Sans"/>
              <a:buChar char="●"/>
              <a:defRPr/>
            </a:lvl4pPr>
            <a:lvl5pPr indent="-292100" lvl="4" marL="2286000">
              <a:lnSpc>
                <a:spcPct val="115000"/>
              </a:lnSpc>
              <a:spcBef>
                <a:spcPts val="0"/>
              </a:spcBef>
              <a:spcAft>
                <a:spcPts val="0"/>
              </a:spcAft>
              <a:buClr>
                <a:schemeClr val="lt1"/>
              </a:buClr>
              <a:buSzPts val="1000"/>
              <a:buFont typeface="Instrument Sans"/>
              <a:buChar char="○"/>
              <a:defRPr/>
            </a:lvl5pPr>
            <a:lvl6pPr indent="-292100" lvl="5" marL="2743200">
              <a:lnSpc>
                <a:spcPct val="115000"/>
              </a:lnSpc>
              <a:spcBef>
                <a:spcPts val="0"/>
              </a:spcBef>
              <a:spcAft>
                <a:spcPts val="0"/>
              </a:spcAft>
              <a:buClr>
                <a:schemeClr val="lt1"/>
              </a:buClr>
              <a:buSzPts val="1000"/>
              <a:buFont typeface="Instrument Sans"/>
              <a:buChar char="■"/>
              <a:defRPr/>
            </a:lvl6pPr>
            <a:lvl7pPr indent="-292100" lvl="6" marL="3200400">
              <a:lnSpc>
                <a:spcPct val="115000"/>
              </a:lnSpc>
              <a:spcBef>
                <a:spcPts val="0"/>
              </a:spcBef>
              <a:spcAft>
                <a:spcPts val="0"/>
              </a:spcAft>
              <a:buClr>
                <a:schemeClr val="lt1"/>
              </a:buClr>
              <a:buSzPts val="1000"/>
              <a:buFont typeface="Instrument Sans"/>
              <a:buChar char="●"/>
              <a:defRPr/>
            </a:lvl7pPr>
            <a:lvl8pPr indent="-292100" lvl="7" marL="3657600">
              <a:lnSpc>
                <a:spcPct val="115000"/>
              </a:lnSpc>
              <a:spcBef>
                <a:spcPts val="0"/>
              </a:spcBef>
              <a:spcAft>
                <a:spcPts val="0"/>
              </a:spcAft>
              <a:buClr>
                <a:schemeClr val="lt1"/>
              </a:buClr>
              <a:buSzPts val="1000"/>
              <a:buFont typeface="Instrument Sans"/>
              <a:buChar char="○"/>
              <a:defRPr/>
            </a:lvl8pPr>
            <a:lvl9pPr indent="-292100" lvl="8" marL="4114800">
              <a:lnSpc>
                <a:spcPct val="115000"/>
              </a:lnSpc>
              <a:spcBef>
                <a:spcPts val="0"/>
              </a:spcBef>
              <a:spcAft>
                <a:spcPts val="0"/>
              </a:spcAft>
              <a:buClr>
                <a:schemeClr val="lt1"/>
              </a:buClr>
              <a:buSzPts val="1000"/>
              <a:buFont typeface="Instrument Sans"/>
              <a:buChar char="■"/>
              <a:defRPr/>
            </a:lvl9pPr>
          </a:lstStyle>
          <a:p/>
        </p:txBody>
      </p:sp>
      <p:sp>
        <p:nvSpPr>
          <p:cNvPr id="664" name="Google Shape;664;p69"/>
          <p:cNvSpPr txBox="1"/>
          <p:nvPr>
            <p:ph idx="14" type="title"/>
          </p:nvPr>
        </p:nvSpPr>
        <p:spPr>
          <a:xfrm>
            <a:off x="4629475" y="2053175"/>
            <a:ext cx="2058600" cy="498600"/>
          </a:xfrm>
          <a:prstGeom prst="rect">
            <a:avLst/>
          </a:prstGeom>
        </p:spPr>
        <p:txBody>
          <a:bodyPr anchorCtr="0" anchor="ctr" bIns="0" lIns="182875" spcFirstLastPara="1" rIns="182875" wrap="square" tIns="0">
            <a:noAutofit/>
          </a:bodyPr>
          <a:lstStyle>
            <a:lvl1pPr lvl="0">
              <a:spcBef>
                <a:spcPts val="0"/>
              </a:spcBef>
              <a:spcAft>
                <a:spcPts val="0"/>
              </a:spcAft>
              <a:buNone/>
              <a:defRPr sz="1400">
                <a:latin typeface="Instrument Sans Medium"/>
                <a:ea typeface="Instrument Sans Medium"/>
                <a:cs typeface="Instrument Sans Medium"/>
                <a:sym typeface="Instrument Sans Medium"/>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p:txBody>
      </p:sp>
      <p:sp>
        <p:nvSpPr>
          <p:cNvPr id="665" name="Google Shape;665;p69"/>
          <p:cNvSpPr txBox="1"/>
          <p:nvPr>
            <p:ph idx="15" type="title"/>
          </p:nvPr>
        </p:nvSpPr>
        <p:spPr>
          <a:xfrm>
            <a:off x="4629475" y="1557525"/>
            <a:ext cx="1068000" cy="440700"/>
          </a:xfrm>
          <a:prstGeom prst="rect">
            <a:avLst/>
          </a:prstGeom>
          <a:noFill/>
        </p:spPr>
        <p:txBody>
          <a:bodyPr anchorCtr="0" anchor="t" bIns="0" lIns="182875" spcFirstLastPara="1" rIns="182875" wrap="square" tIns="0">
            <a:noAutofit/>
          </a:bodyPr>
          <a:lstStyle>
            <a:lvl1pPr lvl="0">
              <a:spcBef>
                <a:spcPts val="0"/>
              </a:spcBef>
              <a:spcAft>
                <a:spcPts val="0"/>
              </a:spcAft>
              <a:buNone/>
              <a:defRPr sz="1000">
                <a:latin typeface="Instrument Sans"/>
                <a:ea typeface="Instrument Sans"/>
                <a:cs typeface="Instrument Sans"/>
                <a:sym typeface="Instrument Sans"/>
              </a:defRPr>
            </a:lvl1pPr>
            <a:lvl2pPr lvl="1">
              <a:spcBef>
                <a:spcPts val="0"/>
              </a:spcBef>
              <a:spcAft>
                <a:spcPts val="0"/>
              </a:spcAft>
              <a:buNone/>
              <a:defRPr sz="2400">
                <a:latin typeface="Instrument Sans Medium"/>
                <a:ea typeface="Instrument Sans Medium"/>
                <a:cs typeface="Instrument Sans Medium"/>
                <a:sym typeface="Instrument Sans Medium"/>
              </a:defRPr>
            </a:lvl2pPr>
            <a:lvl3pPr lvl="2">
              <a:spcBef>
                <a:spcPts val="0"/>
              </a:spcBef>
              <a:spcAft>
                <a:spcPts val="0"/>
              </a:spcAft>
              <a:buNone/>
              <a:defRPr sz="2400">
                <a:latin typeface="Instrument Sans Medium"/>
                <a:ea typeface="Instrument Sans Medium"/>
                <a:cs typeface="Instrument Sans Medium"/>
                <a:sym typeface="Instrument Sans Medium"/>
              </a:defRPr>
            </a:lvl3pPr>
            <a:lvl4pPr lvl="3">
              <a:spcBef>
                <a:spcPts val="0"/>
              </a:spcBef>
              <a:spcAft>
                <a:spcPts val="0"/>
              </a:spcAft>
              <a:buNone/>
              <a:defRPr sz="2400">
                <a:latin typeface="Instrument Sans Medium"/>
                <a:ea typeface="Instrument Sans Medium"/>
                <a:cs typeface="Instrument Sans Medium"/>
                <a:sym typeface="Instrument Sans Medium"/>
              </a:defRPr>
            </a:lvl4pPr>
            <a:lvl5pPr lvl="4">
              <a:spcBef>
                <a:spcPts val="0"/>
              </a:spcBef>
              <a:spcAft>
                <a:spcPts val="0"/>
              </a:spcAft>
              <a:buNone/>
              <a:defRPr sz="2400">
                <a:latin typeface="Instrument Sans Medium"/>
                <a:ea typeface="Instrument Sans Medium"/>
                <a:cs typeface="Instrument Sans Medium"/>
                <a:sym typeface="Instrument Sans Medium"/>
              </a:defRPr>
            </a:lvl5pPr>
            <a:lvl6pPr lvl="5">
              <a:spcBef>
                <a:spcPts val="0"/>
              </a:spcBef>
              <a:spcAft>
                <a:spcPts val="0"/>
              </a:spcAft>
              <a:buNone/>
              <a:defRPr sz="2400">
                <a:latin typeface="Instrument Sans Medium"/>
                <a:ea typeface="Instrument Sans Medium"/>
                <a:cs typeface="Instrument Sans Medium"/>
                <a:sym typeface="Instrument Sans Medium"/>
              </a:defRPr>
            </a:lvl6pPr>
            <a:lvl7pPr lvl="6">
              <a:spcBef>
                <a:spcPts val="0"/>
              </a:spcBef>
              <a:spcAft>
                <a:spcPts val="0"/>
              </a:spcAft>
              <a:buNone/>
              <a:defRPr sz="2400">
                <a:latin typeface="Instrument Sans Medium"/>
                <a:ea typeface="Instrument Sans Medium"/>
                <a:cs typeface="Instrument Sans Medium"/>
                <a:sym typeface="Instrument Sans Medium"/>
              </a:defRPr>
            </a:lvl7pPr>
            <a:lvl8pPr lvl="7">
              <a:spcBef>
                <a:spcPts val="0"/>
              </a:spcBef>
              <a:spcAft>
                <a:spcPts val="0"/>
              </a:spcAft>
              <a:buNone/>
              <a:defRPr sz="2400">
                <a:latin typeface="Instrument Sans Medium"/>
                <a:ea typeface="Instrument Sans Medium"/>
                <a:cs typeface="Instrument Sans Medium"/>
                <a:sym typeface="Instrument Sans Medium"/>
              </a:defRPr>
            </a:lvl8pPr>
            <a:lvl9pPr lvl="8">
              <a:spcBef>
                <a:spcPts val="0"/>
              </a:spcBef>
              <a:spcAft>
                <a:spcPts val="0"/>
              </a:spcAft>
              <a:buNone/>
              <a:defRPr sz="2400">
                <a:latin typeface="Instrument Sans Medium"/>
                <a:ea typeface="Instrument Sans Medium"/>
                <a:cs typeface="Instrument Sans Medium"/>
                <a:sym typeface="Instrument Sans Medium"/>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rt 1">
  <p:cSld name="BLANK_1_1_1_1_2_2_3">
    <p:bg>
      <p:bgPr>
        <a:solidFill>
          <a:schemeClr val="lt2"/>
        </a:solidFill>
      </p:bgPr>
    </p:bg>
    <p:spTree>
      <p:nvGrpSpPr>
        <p:cNvPr id="666" name="Shape 666"/>
        <p:cNvGrpSpPr/>
        <p:nvPr/>
      </p:nvGrpSpPr>
      <p:grpSpPr>
        <a:xfrm>
          <a:off x="0" y="0"/>
          <a:ext cx="0" cy="0"/>
          <a:chOff x="0" y="0"/>
          <a:chExt cx="0" cy="0"/>
        </a:xfrm>
      </p:grpSpPr>
      <p:sp>
        <p:nvSpPr>
          <p:cNvPr id="667" name="Google Shape;667;p70"/>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68" name="Google Shape;668;p70"/>
          <p:cNvSpPr txBox="1"/>
          <p:nvPr>
            <p:ph idx="2"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69" name="Google Shape;669;p70"/>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670" name="Google Shape;670;p70"/>
          <p:cNvSpPr txBox="1"/>
          <p:nvPr>
            <p:ph idx="3" type="subTitle"/>
          </p:nvPr>
        </p:nvSpPr>
        <p:spPr>
          <a:xfrm>
            <a:off x="385925" y="1306050"/>
            <a:ext cx="16179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671" name="Google Shape;671;p70"/>
          <p:cNvSpPr txBox="1"/>
          <p:nvPr>
            <p:ph idx="4" type="subTitle"/>
          </p:nvPr>
        </p:nvSpPr>
        <p:spPr>
          <a:xfrm>
            <a:off x="2650250" y="1306050"/>
            <a:ext cx="16179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672" name="Google Shape;672;p70"/>
          <p:cNvSpPr txBox="1"/>
          <p:nvPr>
            <p:ph idx="5" type="subTitle"/>
          </p:nvPr>
        </p:nvSpPr>
        <p:spPr>
          <a:xfrm>
            <a:off x="4721750" y="1306050"/>
            <a:ext cx="16179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673" name="Google Shape;673;p70"/>
          <p:cNvSpPr txBox="1"/>
          <p:nvPr>
            <p:ph idx="6" type="subTitle"/>
          </p:nvPr>
        </p:nvSpPr>
        <p:spPr>
          <a:xfrm>
            <a:off x="6986075" y="1306050"/>
            <a:ext cx="16179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674" name="Google Shape;674;p70"/>
          <p:cNvSpPr txBox="1"/>
          <p:nvPr>
            <p:ph idx="7" type="body"/>
          </p:nvPr>
        </p:nvSpPr>
        <p:spPr>
          <a:xfrm>
            <a:off x="284700" y="4170025"/>
            <a:ext cx="2772600" cy="695400"/>
          </a:xfrm>
          <a:prstGeom prst="rect">
            <a:avLst/>
          </a:prstGeom>
        </p:spPr>
        <p:txBody>
          <a:bodyPr anchorCtr="0" anchor="t" bIns="0" lIns="0" spcFirstLastPara="1" rIns="91425" wrap="square" tIns="0">
            <a:noAutofit/>
          </a:bodyPr>
          <a:lstStyle>
            <a:lvl1pPr indent="-279400" lvl="0" marL="457200">
              <a:spcBef>
                <a:spcPts val="0"/>
              </a:spcBef>
              <a:spcAft>
                <a:spcPts val="0"/>
              </a:spcAft>
              <a:buClr>
                <a:schemeClr val="lt1"/>
              </a:buClr>
              <a:buSzPts val="800"/>
              <a:buChar char="●"/>
              <a:defRPr sz="800"/>
            </a:lvl1pPr>
            <a:lvl2pPr indent="-279400" lvl="1" marL="914400">
              <a:spcBef>
                <a:spcPts val="0"/>
              </a:spcBef>
              <a:spcAft>
                <a:spcPts val="0"/>
              </a:spcAft>
              <a:buClr>
                <a:schemeClr val="lt1"/>
              </a:buClr>
              <a:buSzPts val="800"/>
              <a:buChar char="○"/>
              <a:defRPr sz="800"/>
            </a:lvl2pPr>
            <a:lvl3pPr indent="-279400" lvl="2" marL="1371600">
              <a:spcBef>
                <a:spcPts val="0"/>
              </a:spcBef>
              <a:spcAft>
                <a:spcPts val="0"/>
              </a:spcAft>
              <a:buClr>
                <a:schemeClr val="lt1"/>
              </a:buClr>
              <a:buSzPts val="800"/>
              <a:buChar char="■"/>
              <a:defRPr sz="800"/>
            </a:lvl3pPr>
            <a:lvl4pPr indent="-279400" lvl="3" marL="1828800">
              <a:spcBef>
                <a:spcPts val="0"/>
              </a:spcBef>
              <a:spcAft>
                <a:spcPts val="0"/>
              </a:spcAft>
              <a:buClr>
                <a:schemeClr val="lt1"/>
              </a:buClr>
              <a:buSzPts val="800"/>
              <a:buChar char="●"/>
              <a:defRPr sz="800"/>
            </a:lvl4pPr>
            <a:lvl5pPr indent="-279400" lvl="4" marL="2286000">
              <a:spcBef>
                <a:spcPts val="0"/>
              </a:spcBef>
              <a:spcAft>
                <a:spcPts val="0"/>
              </a:spcAft>
              <a:buClr>
                <a:schemeClr val="lt1"/>
              </a:buClr>
              <a:buSzPts val="800"/>
              <a:buChar char="○"/>
              <a:defRPr sz="800"/>
            </a:lvl5pPr>
            <a:lvl6pPr indent="-279400" lvl="5" marL="2743200">
              <a:spcBef>
                <a:spcPts val="0"/>
              </a:spcBef>
              <a:spcAft>
                <a:spcPts val="0"/>
              </a:spcAft>
              <a:buClr>
                <a:schemeClr val="lt1"/>
              </a:buClr>
              <a:buSzPts val="800"/>
              <a:buChar char="■"/>
              <a:defRPr sz="800"/>
            </a:lvl6pPr>
            <a:lvl7pPr indent="-279400" lvl="6" marL="3200400">
              <a:spcBef>
                <a:spcPts val="0"/>
              </a:spcBef>
              <a:spcAft>
                <a:spcPts val="0"/>
              </a:spcAft>
              <a:buClr>
                <a:schemeClr val="lt1"/>
              </a:buClr>
              <a:buSzPts val="800"/>
              <a:buChar char="●"/>
              <a:defRPr sz="800"/>
            </a:lvl7pPr>
            <a:lvl8pPr indent="-279400" lvl="7" marL="3657600">
              <a:spcBef>
                <a:spcPts val="0"/>
              </a:spcBef>
              <a:spcAft>
                <a:spcPts val="0"/>
              </a:spcAft>
              <a:buClr>
                <a:schemeClr val="lt1"/>
              </a:buClr>
              <a:buSzPts val="800"/>
              <a:buChar char="○"/>
              <a:defRPr sz="800"/>
            </a:lvl8pPr>
            <a:lvl9pPr indent="-279400" lvl="8" marL="4114800">
              <a:spcBef>
                <a:spcPts val="0"/>
              </a:spcBef>
              <a:spcAft>
                <a:spcPts val="0"/>
              </a:spcAft>
              <a:buClr>
                <a:schemeClr val="lt1"/>
              </a:buClr>
              <a:buSzPts val="800"/>
              <a:buChar char="■"/>
              <a:defRPr sz="800"/>
            </a:lvl9pPr>
          </a:lstStyle>
          <a:p/>
        </p:txBody>
      </p:sp>
      <p:sp>
        <p:nvSpPr>
          <p:cNvPr id="675" name="Google Shape;675;p70"/>
          <p:cNvSpPr txBox="1"/>
          <p:nvPr>
            <p:ph idx="8" type="subTitle"/>
          </p:nvPr>
        </p:nvSpPr>
        <p:spPr>
          <a:xfrm>
            <a:off x="284700" y="3693600"/>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76" name="Google Shape;676;p70"/>
          <p:cNvSpPr txBox="1"/>
          <p:nvPr>
            <p:ph idx="9" type="subTitle"/>
          </p:nvPr>
        </p:nvSpPr>
        <p:spPr>
          <a:xfrm>
            <a:off x="284700" y="3880329"/>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i="1"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77" name="Google Shape;677;p70"/>
          <p:cNvSpPr txBox="1"/>
          <p:nvPr>
            <p:ph idx="13" type="body"/>
          </p:nvPr>
        </p:nvSpPr>
        <p:spPr>
          <a:xfrm>
            <a:off x="3185700" y="4170025"/>
            <a:ext cx="2772600" cy="695400"/>
          </a:xfrm>
          <a:prstGeom prst="rect">
            <a:avLst/>
          </a:prstGeom>
        </p:spPr>
        <p:txBody>
          <a:bodyPr anchorCtr="0" anchor="t" bIns="0" lIns="0" spcFirstLastPara="1" rIns="91425" wrap="square" tIns="0">
            <a:noAutofit/>
          </a:bodyPr>
          <a:lstStyle>
            <a:lvl1pPr indent="-279400" lvl="0" marL="457200">
              <a:lnSpc>
                <a:spcPct val="115000"/>
              </a:lnSpc>
              <a:spcBef>
                <a:spcPts val="0"/>
              </a:spcBef>
              <a:spcAft>
                <a:spcPts val="0"/>
              </a:spcAft>
              <a:buClr>
                <a:schemeClr val="lt1"/>
              </a:buClr>
              <a:buSzPts val="800"/>
              <a:buFont typeface="Instrument Sans"/>
              <a:buChar char="●"/>
              <a:defRPr sz="800"/>
            </a:lvl1pPr>
            <a:lvl2pPr indent="-279400" lvl="1" marL="914400">
              <a:lnSpc>
                <a:spcPct val="115000"/>
              </a:lnSpc>
              <a:spcBef>
                <a:spcPts val="0"/>
              </a:spcBef>
              <a:spcAft>
                <a:spcPts val="0"/>
              </a:spcAft>
              <a:buClr>
                <a:schemeClr val="lt1"/>
              </a:buClr>
              <a:buSzPts val="800"/>
              <a:buFont typeface="Instrument Sans"/>
              <a:buChar char="○"/>
              <a:defRPr sz="800"/>
            </a:lvl2pPr>
            <a:lvl3pPr indent="-279400" lvl="2" marL="1371600">
              <a:lnSpc>
                <a:spcPct val="115000"/>
              </a:lnSpc>
              <a:spcBef>
                <a:spcPts val="0"/>
              </a:spcBef>
              <a:spcAft>
                <a:spcPts val="0"/>
              </a:spcAft>
              <a:buClr>
                <a:schemeClr val="lt1"/>
              </a:buClr>
              <a:buSzPts val="800"/>
              <a:buFont typeface="Instrument Sans"/>
              <a:buChar char="■"/>
              <a:defRPr sz="800"/>
            </a:lvl3pPr>
            <a:lvl4pPr indent="-279400" lvl="3" marL="1828800">
              <a:lnSpc>
                <a:spcPct val="115000"/>
              </a:lnSpc>
              <a:spcBef>
                <a:spcPts val="0"/>
              </a:spcBef>
              <a:spcAft>
                <a:spcPts val="0"/>
              </a:spcAft>
              <a:buClr>
                <a:schemeClr val="lt1"/>
              </a:buClr>
              <a:buSzPts val="800"/>
              <a:buFont typeface="Instrument Sans"/>
              <a:buChar char="●"/>
              <a:defRPr sz="800"/>
            </a:lvl4pPr>
            <a:lvl5pPr indent="-279400" lvl="4" marL="2286000">
              <a:lnSpc>
                <a:spcPct val="115000"/>
              </a:lnSpc>
              <a:spcBef>
                <a:spcPts val="0"/>
              </a:spcBef>
              <a:spcAft>
                <a:spcPts val="0"/>
              </a:spcAft>
              <a:buClr>
                <a:schemeClr val="lt1"/>
              </a:buClr>
              <a:buSzPts val="800"/>
              <a:buFont typeface="Instrument Sans"/>
              <a:buChar char="○"/>
              <a:defRPr sz="800"/>
            </a:lvl5pPr>
            <a:lvl6pPr indent="-279400" lvl="5" marL="2743200">
              <a:lnSpc>
                <a:spcPct val="115000"/>
              </a:lnSpc>
              <a:spcBef>
                <a:spcPts val="0"/>
              </a:spcBef>
              <a:spcAft>
                <a:spcPts val="0"/>
              </a:spcAft>
              <a:buClr>
                <a:schemeClr val="lt1"/>
              </a:buClr>
              <a:buSzPts val="800"/>
              <a:buFont typeface="Instrument Sans"/>
              <a:buChar char="■"/>
              <a:defRPr sz="800"/>
            </a:lvl6pPr>
            <a:lvl7pPr indent="-279400" lvl="6" marL="3200400">
              <a:lnSpc>
                <a:spcPct val="115000"/>
              </a:lnSpc>
              <a:spcBef>
                <a:spcPts val="0"/>
              </a:spcBef>
              <a:spcAft>
                <a:spcPts val="0"/>
              </a:spcAft>
              <a:buClr>
                <a:schemeClr val="lt1"/>
              </a:buClr>
              <a:buSzPts val="800"/>
              <a:buFont typeface="Instrument Sans"/>
              <a:buChar char="●"/>
              <a:defRPr sz="800"/>
            </a:lvl7pPr>
            <a:lvl8pPr indent="-279400" lvl="7" marL="3657600">
              <a:lnSpc>
                <a:spcPct val="115000"/>
              </a:lnSpc>
              <a:spcBef>
                <a:spcPts val="0"/>
              </a:spcBef>
              <a:spcAft>
                <a:spcPts val="0"/>
              </a:spcAft>
              <a:buClr>
                <a:schemeClr val="lt1"/>
              </a:buClr>
              <a:buSzPts val="800"/>
              <a:buFont typeface="Instrument Sans"/>
              <a:buChar char="○"/>
              <a:defRPr sz="800"/>
            </a:lvl8pPr>
            <a:lvl9pPr indent="-279400" lvl="8" marL="4114800">
              <a:lnSpc>
                <a:spcPct val="115000"/>
              </a:lnSpc>
              <a:spcBef>
                <a:spcPts val="0"/>
              </a:spcBef>
              <a:spcAft>
                <a:spcPts val="0"/>
              </a:spcAft>
              <a:buClr>
                <a:schemeClr val="lt1"/>
              </a:buClr>
              <a:buSzPts val="800"/>
              <a:buFont typeface="Instrument Sans"/>
              <a:buChar char="■"/>
              <a:defRPr sz="800"/>
            </a:lvl9pPr>
          </a:lstStyle>
          <a:p/>
        </p:txBody>
      </p:sp>
      <p:sp>
        <p:nvSpPr>
          <p:cNvPr id="678" name="Google Shape;678;p70"/>
          <p:cNvSpPr txBox="1"/>
          <p:nvPr>
            <p:ph idx="14" type="subTitle"/>
          </p:nvPr>
        </p:nvSpPr>
        <p:spPr>
          <a:xfrm>
            <a:off x="3185700" y="3693600"/>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79" name="Google Shape;679;p70"/>
          <p:cNvSpPr txBox="1"/>
          <p:nvPr>
            <p:ph idx="15" type="subTitle"/>
          </p:nvPr>
        </p:nvSpPr>
        <p:spPr>
          <a:xfrm>
            <a:off x="3185700" y="3880329"/>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i="1"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80" name="Google Shape;680;p70"/>
          <p:cNvSpPr txBox="1"/>
          <p:nvPr>
            <p:ph idx="16" type="body"/>
          </p:nvPr>
        </p:nvSpPr>
        <p:spPr>
          <a:xfrm>
            <a:off x="6086700" y="4170025"/>
            <a:ext cx="2772600" cy="695400"/>
          </a:xfrm>
          <a:prstGeom prst="rect">
            <a:avLst/>
          </a:prstGeom>
        </p:spPr>
        <p:txBody>
          <a:bodyPr anchorCtr="0" anchor="t" bIns="0" lIns="0" spcFirstLastPara="1" rIns="91425" wrap="square" tIns="0">
            <a:noAutofit/>
          </a:bodyPr>
          <a:lstStyle>
            <a:lvl1pPr indent="-279400" lvl="0" marL="457200">
              <a:lnSpc>
                <a:spcPct val="115000"/>
              </a:lnSpc>
              <a:spcBef>
                <a:spcPts val="0"/>
              </a:spcBef>
              <a:spcAft>
                <a:spcPts val="0"/>
              </a:spcAft>
              <a:buClr>
                <a:schemeClr val="lt1"/>
              </a:buClr>
              <a:buSzPts val="800"/>
              <a:buFont typeface="Instrument Sans"/>
              <a:buChar char="●"/>
              <a:defRPr sz="800"/>
            </a:lvl1pPr>
            <a:lvl2pPr indent="-279400" lvl="1" marL="914400">
              <a:lnSpc>
                <a:spcPct val="115000"/>
              </a:lnSpc>
              <a:spcBef>
                <a:spcPts val="0"/>
              </a:spcBef>
              <a:spcAft>
                <a:spcPts val="0"/>
              </a:spcAft>
              <a:buClr>
                <a:schemeClr val="lt1"/>
              </a:buClr>
              <a:buSzPts val="800"/>
              <a:buFont typeface="Instrument Sans"/>
              <a:buChar char="○"/>
              <a:defRPr sz="800"/>
            </a:lvl2pPr>
            <a:lvl3pPr indent="-279400" lvl="2" marL="1371600">
              <a:lnSpc>
                <a:spcPct val="115000"/>
              </a:lnSpc>
              <a:spcBef>
                <a:spcPts val="0"/>
              </a:spcBef>
              <a:spcAft>
                <a:spcPts val="0"/>
              </a:spcAft>
              <a:buClr>
                <a:schemeClr val="lt1"/>
              </a:buClr>
              <a:buSzPts val="800"/>
              <a:buFont typeface="Instrument Sans"/>
              <a:buChar char="■"/>
              <a:defRPr sz="800"/>
            </a:lvl3pPr>
            <a:lvl4pPr indent="-279400" lvl="3" marL="1828800">
              <a:lnSpc>
                <a:spcPct val="115000"/>
              </a:lnSpc>
              <a:spcBef>
                <a:spcPts val="0"/>
              </a:spcBef>
              <a:spcAft>
                <a:spcPts val="0"/>
              </a:spcAft>
              <a:buClr>
                <a:schemeClr val="lt1"/>
              </a:buClr>
              <a:buSzPts val="800"/>
              <a:buFont typeface="Instrument Sans"/>
              <a:buChar char="●"/>
              <a:defRPr sz="800"/>
            </a:lvl4pPr>
            <a:lvl5pPr indent="-279400" lvl="4" marL="2286000">
              <a:lnSpc>
                <a:spcPct val="115000"/>
              </a:lnSpc>
              <a:spcBef>
                <a:spcPts val="0"/>
              </a:spcBef>
              <a:spcAft>
                <a:spcPts val="0"/>
              </a:spcAft>
              <a:buClr>
                <a:schemeClr val="lt1"/>
              </a:buClr>
              <a:buSzPts val="800"/>
              <a:buFont typeface="Instrument Sans"/>
              <a:buChar char="○"/>
              <a:defRPr sz="800"/>
            </a:lvl5pPr>
            <a:lvl6pPr indent="-279400" lvl="5" marL="2743200">
              <a:lnSpc>
                <a:spcPct val="115000"/>
              </a:lnSpc>
              <a:spcBef>
                <a:spcPts val="0"/>
              </a:spcBef>
              <a:spcAft>
                <a:spcPts val="0"/>
              </a:spcAft>
              <a:buClr>
                <a:schemeClr val="lt1"/>
              </a:buClr>
              <a:buSzPts val="800"/>
              <a:buFont typeface="Instrument Sans"/>
              <a:buChar char="■"/>
              <a:defRPr sz="800"/>
            </a:lvl6pPr>
            <a:lvl7pPr indent="-279400" lvl="6" marL="3200400">
              <a:lnSpc>
                <a:spcPct val="115000"/>
              </a:lnSpc>
              <a:spcBef>
                <a:spcPts val="0"/>
              </a:spcBef>
              <a:spcAft>
                <a:spcPts val="0"/>
              </a:spcAft>
              <a:buClr>
                <a:schemeClr val="lt1"/>
              </a:buClr>
              <a:buSzPts val="800"/>
              <a:buFont typeface="Instrument Sans"/>
              <a:buChar char="●"/>
              <a:defRPr sz="800"/>
            </a:lvl7pPr>
            <a:lvl8pPr indent="-279400" lvl="7" marL="3657600">
              <a:lnSpc>
                <a:spcPct val="115000"/>
              </a:lnSpc>
              <a:spcBef>
                <a:spcPts val="0"/>
              </a:spcBef>
              <a:spcAft>
                <a:spcPts val="0"/>
              </a:spcAft>
              <a:buClr>
                <a:schemeClr val="lt1"/>
              </a:buClr>
              <a:buSzPts val="800"/>
              <a:buFont typeface="Instrument Sans"/>
              <a:buChar char="○"/>
              <a:defRPr sz="800"/>
            </a:lvl8pPr>
            <a:lvl9pPr indent="-279400" lvl="8" marL="4114800">
              <a:lnSpc>
                <a:spcPct val="115000"/>
              </a:lnSpc>
              <a:spcBef>
                <a:spcPts val="0"/>
              </a:spcBef>
              <a:spcAft>
                <a:spcPts val="0"/>
              </a:spcAft>
              <a:buClr>
                <a:schemeClr val="lt1"/>
              </a:buClr>
              <a:buSzPts val="800"/>
              <a:buFont typeface="Instrument Sans"/>
              <a:buChar char="■"/>
              <a:defRPr sz="800"/>
            </a:lvl9pPr>
          </a:lstStyle>
          <a:p/>
        </p:txBody>
      </p:sp>
      <p:sp>
        <p:nvSpPr>
          <p:cNvPr id="681" name="Google Shape;681;p70"/>
          <p:cNvSpPr txBox="1"/>
          <p:nvPr>
            <p:ph idx="17" type="subTitle"/>
          </p:nvPr>
        </p:nvSpPr>
        <p:spPr>
          <a:xfrm>
            <a:off x="6086700" y="3693600"/>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82" name="Google Shape;682;p70"/>
          <p:cNvSpPr txBox="1"/>
          <p:nvPr>
            <p:ph idx="18" type="subTitle"/>
          </p:nvPr>
        </p:nvSpPr>
        <p:spPr>
          <a:xfrm>
            <a:off x="6086700" y="3880329"/>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i="1"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83" name="Google Shape;683;p70"/>
          <p:cNvSpPr txBox="1"/>
          <p:nvPr>
            <p:ph type="title"/>
          </p:nvPr>
        </p:nvSpPr>
        <p:spPr>
          <a:xfrm>
            <a:off x="284700" y="474750"/>
            <a:ext cx="56736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rt 2">
  <p:cSld name="BLANK_1_1_1_1_2_2_3_1">
    <p:bg>
      <p:bgPr>
        <a:solidFill>
          <a:schemeClr val="lt2"/>
        </a:solidFill>
      </p:bgPr>
    </p:bg>
    <p:spTree>
      <p:nvGrpSpPr>
        <p:cNvPr id="684" name="Shape 684"/>
        <p:cNvGrpSpPr/>
        <p:nvPr/>
      </p:nvGrpSpPr>
      <p:grpSpPr>
        <a:xfrm>
          <a:off x="0" y="0"/>
          <a:ext cx="0" cy="0"/>
          <a:chOff x="0" y="0"/>
          <a:chExt cx="0" cy="0"/>
        </a:xfrm>
      </p:grpSpPr>
      <p:sp>
        <p:nvSpPr>
          <p:cNvPr id="685" name="Google Shape;685;p71"/>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86" name="Google Shape;686;p71"/>
          <p:cNvSpPr txBox="1"/>
          <p:nvPr>
            <p:ph idx="2"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687" name="Google Shape;687;p71"/>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688" name="Google Shape;688;p71"/>
          <p:cNvSpPr txBox="1"/>
          <p:nvPr>
            <p:ph idx="3" type="body"/>
          </p:nvPr>
        </p:nvSpPr>
        <p:spPr>
          <a:xfrm>
            <a:off x="284700" y="3703925"/>
            <a:ext cx="2772600" cy="695400"/>
          </a:xfrm>
          <a:prstGeom prst="rect">
            <a:avLst/>
          </a:prstGeom>
        </p:spPr>
        <p:txBody>
          <a:bodyPr anchorCtr="0" anchor="t" bIns="0" lIns="0" spcFirstLastPara="1" rIns="91425" wrap="square" tIns="0">
            <a:noAutofit/>
          </a:bodyPr>
          <a:lstStyle>
            <a:lvl1pPr indent="-279400" lvl="0" marL="457200">
              <a:spcBef>
                <a:spcPts val="0"/>
              </a:spcBef>
              <a:spcAft>
                <a:spcPts val="0"/>
              </a:spcAft>
              <a:buClr>
                <a:schemeClr val="lt1"/>
              </a:buClr>
              <a:buSzPts val="800"/>
              <a:buFont typeface="Instrument Sans"/>
              <a:buChar char="●"/>
              <a:defRPr sz="800"/>
            </a:lvl1pPr>
            <a:lvl2pPr indent="-279400" lvl="1" marL="914400">
              <a:spcBef>
                <a:spcPts val="0"/>
              </a:spcBef>
              <a:spcAft>
                <a:spcPts val="0"/>
              </a:spcAft>
              <a:buClr>
                <a:schemeClr val="lt1"/>
              </a:buClr>
              <a:buSzPts val="800"/>
              <a:buFont typeface="Instrument Sans"/>
              <a:buChar char="○"/>
              <a:defRPr sz="800"/>
            </a:lvl2pPr>
            <a:lvl3pPr indent="-279400" lvl="2" marL="1371600">
              <a:spcBef>
                <a:spcPts val="0"/>
              </a:spcBef>
              <a:spcAft>
                <a:spcPts val="0"/>
              </a:spcAft>
              <a:buClr>
                <a:schemeClr val="lt1"/>
              </a:buClr>
              <a:buSzPts val="800"/>
              <a:buFont typeface="Instrument Sans"/>
              <a:buChar char="■"/>
              <a:defRPr sz="800"/>
            </a:lvl3pPr>
            <a:lvl4pPr indent="-279400" lvl="3" marL="1828800">
              <a:spcBef>
                <a:spcPts val="0"/>
              </a:spcBef>
              <a:spcAft>
                <a:spcPts val="0"/>
              </a:spcAft>
              <a:buClr>
                <a:schemeClr val="lt1"/>
              </a:buClr>
              <a:buSzPts val="800"/>
              <a:buFont typeface="Instrument Sans"/>
              <a:buChar char="●"/>
              <a:defRPr sz="800"/>
            </a:lvl4pPr>
            <a:lvl5pPr indent="-279400" lvl="4" marL="2286000">
              <a:spcBef>
                <a:spcPts val="0"/>
              </a:spcBef>
              <a:spcAft>
                <a:spcPts val="0"/>
              </a:spcAft>
              <a:buClr>
                <a:schemeClr val="lt1"/>
              </a:buClr>
              <a:buSzPts val="800"/>
              <a:buFont typeface="Instrument Sans"/>
              <a:buChar char="○"/>
              <a:defRPr sz="800"/>
            </a:lvl5pPr>
            <a:lvl6pPr indent="-279400" lvl="5" marL="2743200">
              <a:spcBef>
                <a:spcPts val="0"/>
              </a:spcBef>
              <a:spcAft>
                <a:spcPts val="0"/>
              </a:spcAft>
              <a:buClr>
                <a:schemeClr val="lt1"/>
              </a:buClr>
              <a:buSzPts val="800"/>
              <a:buFont typeface="Instrument Sans"/>
              <a:buChar char="■"/>
              <a:defRPr sz="800"/>
            </a:lvl6pPr>
            <a:lvl7pPr indent="-279400" lvl="6" marL="3200400">
              <a:spcBef>
                <a:spcPts val="0"/>
              </a:spcBef>
              <a:spcAft>
                <a:spcPts val="0"/>
              </a:spcAft>
              <a:buClr>
                <a:schemeClr val="lt1"/>
              </a:buClr>
              <a:buSzPts val="800"/>
              <a:buFont typeface="Instrument Sans"/>
              <a:buChar char="●"/>
              <a:defRPr sz="800"/>
            </a:lvl7pPr>
            <a:lvl8pPr indent="-279400" lvl="7" marL="3657600">
              <a:spcBef>
                <a:spcPts val="0"/>
              </a:spcBef>
              <a:spcAft>
                <a:spcPts val="0"/>
              </a:spcAft>
              <a:buClr>
                <a:schemeClr val="lt1"/>
              </a:buClr>
              <a:buSzPts val="800"/>
              <a:buFont typeface="Instrument Sans"/>
              <a:buChar char="○"/>
              <a:defRPr sz="800"/>
            </a:lvl8pPr>
            <a:lvl9pPr indent="-279400" lvl="8" marL="4114800">
              <a:spcBef>
                <a:spcPts val="0"/>
              </a:spcBef>
              <a:spcAft>
                <a:spcPts val="0"/>
              </a:spcAft>
              <a:buClr>
                <a:schemeClr val="lt1"/>
              </a:buClr>
              <a:buSzPts val="800"/>
              <a:buFont typeface="Instrument Sans"/>
              <a:buChar char="■"/>
              <a:defRPr sz="800"/>
            </a:lvl9pPr>
          </a:lstStyle>
          <a:p/>
        </p:txBody>
      </p:sp>
      <p:sp>
        <p:nvSpPr>
          <p:cNvPr id="689" name="Google Shape;689;p71"/>
          <p:cNvSpPr txBox="1"/>
          <p:nvPr>
            <p:ph idx="4" type="subTitle"/>
          </p:nvPr>
        </p:nvSpPr>
        <p:spPr>
          <a:xfrm>
            <a:off x="284700" y="3227500"/>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90" name="Google Shape;690;p71"/>
          <p:cNvSpPr txBox="1"/>
          <p:nvPr>
            <p:ph idx="5" type="subTitle"/>
          </p:nvPr>
        </p:nvSpPr>
        <p:spPr>
          <a:xfrm>
            <a:off x="284700" y="3414229"/>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i="1"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91" name="Google Shape;691;p71"/>
          <p:cNvSpPr txBox="1"/>
          <p:nvPr>
            <p:ph idx="6" type="body"/>
          </p:nvPr>
        </p:nvSpPr>
        <p:spPr>
          <a:xfrm>
            <a:off x="3185700" y="3703925"/>
            <a:ext cx="2772600" cy="695400"/>
          </a:xfrm>
          <a:prstGeom prst="rect">
            <a:avLst/>
          </a:prstGeom>
        </p:spPr>
        <p:txBody>
          <a:bodyPr anchorCtr="0" anchor="t" bIns="0" lIns="0" spcFirstLastPara="1" rIns="91425" wrap="square" tIns="0">
            <a:noAutofit/>
          </a:bodyPr>
          <a:lstStyle>
            <a:lvl1pPr indent="-279400" lvl="0" marL="457200">
              <a:lnSpc>
                <a:spcPct val="115000"/>
              </a:lnSpc>
              <a:spcBef>
                <a:spcPts val="0"/>
              </a:spcBef>
              <a:spcAft>
                <a:spcPts val="0"/>
              </a:spcAft>
              <a:buClr>
                <a:schemeClr val="lt1"/>
              </a:buClr>
              <a:buSzPts val="800"/>
              <a:buFont typeface="Instrument Sans"/>
              <a:buChar char="●"/>
              <a:defRPr sz="800"/>
            </a:lvl1pPr>
            <a:lvl2pPr indent="-279400" lvl="1" marL="914400">
              <a:lnSpc>
                <a:spcPct val="115000"/>
              </a:lnSpc>
              <a:spcBef>
                <a:spcPts val="0"/>
              </a:spcBef>
              <a:spcAft>
                <a:spcPts val="0"/>
              </a:spcAft>
              <a:buClr>
                <a:schemeClr val="lt1"/>
              </a:buClr>
              <a:buSzPts val="800"/>
              <a:buFont typeface="Instrument Sans"/>
              <a:buChar char="○"/>
              <a:defRPr sz="800"/>
            </a:lvl2pPr>
            <a:lvl3pPr indent="-279400" lvl="2" marL="1371600">
              <a:lnSpc>
                <a:spcPct val="115000"/>
              </a:lnSpc>
              <a:spcBef>
                <a:spcPts val="0"/>
              </a:spcBef>
              <a:spcAft>
                <a:spcPts val="0"/>
              </a:spcAft>
              <a:buClr>
                <a:schemeClr val="lt1"/>
              </a:buClr>
              <a:buSzPts val="800"/>
              <a:buFont typeface="Instrument Sans"/>
              <a:buChar char="■"/>
              <a:defRPr sz="800"/>
            </a:lvl3pPr>
            <a:lvl4pPr indent="-279400" lvl="3" marL="1828800">
              <a:lnSpc>
                <a:spcPct val="115000"/>
              </a:lnSpc>
              <a:spcBef>
                <a:spcPts val="0"/>
              </a:spcBef>
              <a:spcAft>
                <a:spcPts val="0"/>
              </a:spcAft>
              <a:buClr>
                <a:schemeClr val="lt1"/>
              </a:buClr>
              <a:buSzPts val="800"/>
              <a:buFont typeface="Instrument Sans"/>
              <a:buChar char="●"/>
              <a:defRPr sz="800"/>
            </a:lvl4pPr>
            <a:lvl5pPr indent="-279400" lvl="4" marL="2286000">
              <a:lnSpc>
                <a:spcPct val="115000"/>
              </a:lnSpc>
              <a:spcBef>
                <a:spcPts val="0"/>
              </a:spcBef>
              <a:spcAft>
                <a:spcPts val="0"/>
              </a:spcAft>
              <a:buClr>
                <a:schemeClr val="lt1"/>
              </a:buClr>
              <a:buSzPts val="800"/>
              <a:buFont typeface="Instrument Sans"/>
              <a:buChar char="○"/>
              <a:defRPr sz="800"/>
            </a:lvl5pPr>
            <a:lvl6pPr indent="-279400" lvl="5" marL="2743200">
              <a:lnSpc>
                <a:spcPct val="115000"/>
              </a:lnSpc>
              <a:spcBef>
                <a:spcPts val="0"/>
              </a:spcBef>
              <a:spcAft>
                <a:spcPts val="0"/>
              </a:spcAft>
              <a:buClr>
                <a:schemeClr val="lt1"/>
              </a:buClr>
              <a:buSzPts val="800"/>
              <a:buFont typeface="Instrument Sans"/>
              <a:buChar char="■"/>
              <a:defRPr sz="800"/>
            </a:lvl6pPr>
            <a:lvl7pPr indent="-279400" lvl="6" marL="3200400">
              <a:lnSpc>
                <a:spcPct val="115000"/>
              </a:lnSpc>
              <a:spcBef>
                <a:spcPts val="0"/>
              </a:spcBef>
              <a:spcAft>
                <a:spcPts val="0"/>
              </a:spcAft>
              <a:buClr>
                <a:schemeClr val="lt1"/>
              </a:buClr>
              <a:buSzPts val="800"/>
              <a:buFont typeface="Instrument Sans"/>
              <a:buChar char="●"/>
              <a:defRPr sz="800"/>
            </a:lvl7pPr>
            <a:lvl8pPr indent="-279400" lvl="7" marL="3657600">
              <a:lnSpc>
                <a:spcPct val="115000"/>
              </a:lnSpc>
              <a:spcBef>
                <a:spcPts val="0"/>
              </a:spcBef>
              <a:spcAft>
                <a:spcPts val="0"/>
              </a:spcAft>
              <a:buClr>
                <a:schemeClr val="lt1"/>
              </a:buClr>
              <a:buSzPts val="800"/>
              <a:buFont typeface="Instrument Sans"/>
              <a:buChar char="○"/>
              <a:defRPr sz="800"/>
            </a:lvl8pPr>
            <a:lvl9pPr indent="-279400" lvl="8" marL="4114800">
              <a:lnSpc>
                <a:spcPct val="115000"/>
              </a:lnSpc>
              <a:spcBef>
                <a:spcPts val="0"/>
              </a:spcBef>
              <a:spcAft>
                <a:spcPts val="0"/>
              </a:spcAft>
              <a:buClr>
                <a:schemeClr val="lt1"/>
              </a:buClr>
              <a:buSzPts val="800"/>
              <a:buFont typeface="Instrument Sans"/>
              <a:buChar char="■"/>
              <a:defRPr sz="800"/>
            </a:lvl9pPr>
          </a:lstStyle>
          <a:p/>
        </p:txBody>
      </p:sp>
      <p:sp>
        <p:nvSpPr>
          <p:cNvPr id="692" name="Google Shape;692;p71"/>
          <p:cNvSpPr txBox="1"/>
          <p:nvPr>
            <p:ph idx="7" type="subTitle"/>
          </p:nvPr>
        </p:nvSpPr>
        <p:spPr>
          <a:xfrm>
            <a:off x="3185700" y="3227500"/>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93" name="Google Shape;693;p71"/>
          <p:cNvSpPr txBox="1"/>
          <p:nvPr>
            <p:ph idx="8" type="subTitle"/>
          </p:nvPr>
        </p:nvSpPr>
        <p:spPr>
          <a:xfrm>
            <a:off x="3185700" y="3414229"/>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i="1"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94" name="Google Shape;694;p71"/>
          <p:cNvSpPr txBox="1"/>
          <p:nvPr>
            <p:ph idx="9" type="body"/>
          </p:nvPr>
        </p:nvSpPr>
        <p:spPr>
          <a:xfrm>
            <a:off x="6086700" y="3703925"/>
            <a:ext cx="2772600" cy="695400"/>
          </a:xfrm>
          <a:prstGeom prst="rect">
            <a:avLst/>
          </a:prstGeom>
        </p:spPr>
        <p:txBody>
          <a:bodyPr anchorCtr="0" anchor="t" bIns="0" lIns="0" spcFirstLastPara="1" rIns="91425" wrap="square" tIns="0">
            <a:noAutofit/>
          </a:bodyPr>
          <a:lstStyle>
            <a:lvl1pPr indent="-279400" lvl="0" marL="457200">
              <a:lnSpc>
                <a:spcPct val="115000"/>
              </a:lnSpc>
              <a:spcBef>
                <a:spcPts val="0"/>
              </a:spcBef>
              <a:spcAft>
                <a:spcPts val="0"/>
              </a:spcAft>
              <a:buClr>
                <a:schemeClr val="lt1"/>
              </a:buClr>
              <a:buSzPts val="800"/>
              <a:buFont typeface="Instrument Sans"/>
              <a:buChar char="●"/>
              <a:defRPr sz="800"/>
            </a:lvl1pPr>
            <a:lvl2pPr indent="-279400" lvl="1" marL="914400">
              <a:lnSpc>
                <a:spcPct val="115000"/>
              </a:lnSpc>
              <a:spcBef>
                <a:spcPts val="0"/>
              </a:spcBef>
              <a:spcAft>
                <a:spcPts val="0"/>
              </a:spcAft>
              <a:buClr>
                <a:schemeClr val="lt1"/>
              </a:buClr>
              <a:buSzPts val="800"/>
              <a:buFont typeface="Instrument Sans"/>
              <a:buChar char="○"/>
              <a:defRPr sz="800"/>
            </a:lvl2pPr>
            <a:lvl3pPr indent="-279400" lvl="2" marL="1371600">
              <a:lnSpc>
                <a:spcPct val="115000"/>
              </a:lnSpc>
              <a:spcBef>
                <a:spcPts val="0"/>
              </a:spcBef>
              <a:spcAft>
                <a:spcPts val="0"/>
              </a:spcAft>
              <a:buClr>
                <a:schemeClr val="lt1"/>
              </a:buClr>
              <a:buSzPts val="800"/>
              <a:buFont typeface="Instrument Sans"/>
              <a:buChar char="■"/>
              <a:defRPr sz="800"/>
            </a:lvl3pPr>
            <a:lvl4pPr indent="-279400" lvl="3" marL="1828800">
              <a:lnSpc>
                <a:spcPct val="115000"/>
              </a:lnSpc>
              <a:spcBef>
                <a:spcPts val="0"/>
              </a:spcBef>
              <a:spcAft>
                <a:spcPts val="0"/>
              </a:spcAft>
              <a:buClr>
                <a:schemeClr val="lt1"/>
              </a:buClr>
              <a:buSzPts val="800"/>
              <a:buFont typeface="Instrument Sans"/>
              <a:buChar char="●"/>
              <a:defRPr sz="800"/>
            </a:lvl4pPr>
            <a:lvl5pPr indent="-279400" lvl="4" marL="2286000">
              <a:lnSpc>
                <a:spcPct val="115000"/>
              </a:lnSpc>
              <a:spcBef>
                <a:spcPts val="0"/>
              </a:spcBef>
              <a:spcAft>
                <a:spcPts val="0"/>
              </a:spcAft>
              <a:buClr>
                <a:schemeClr val="lt1"/>
              </a:buClr>
              <a:buSzPts val="800"/>
              <a:buFont typeface="Instrument Sans"/>
              <a:buChar char="○"/>
              <a:defRPr sz="800"/>
            </a:lvl5pPr>
            <a:lvl6pPr indent="-279400" lvl="5" marL="2743200">
              <a:lnSpc>
                <a:spcPct val="115000"/>
              </a:lnSpc>
              <a:spcBef>
                <a:spcPts val="0"/>
              </a:spcBef>
              <a:spcAft>
                <a:spcPts val="0"/>
              </a:spcAft>
              <a:buClr>
                <a:schemeClr val="lt1"/>
              </a:buClr>
              <a:buSzPts val="800"/>
              <a:buFont typeface="Instrument Sans"/>
              <a:buChar char="■"/>
              <a:defRPr sz="800"/>
            </a:lvl6pPr>
            <a:lvl7pPr indent="-279400" lvl="6" marL="3200400">
              <a:lnSpc>
                <a:spcPct val="115000"/>
              </a:lnSpc>
              <a:spcBef>
                <a:spcPts val="0"/>
              </a:spcBef>
              <a:spcAft>
                <a:spcPts val="0"/>
              </a:spcAft>
              <a:buClr>
                <a:schemeClr val="lt1"/>
              </a:buClr>
              <a:buSzPts val="800"/>
              <a:buFont typeface="Instrument Sans"/>
              <a:buChar char="●"/>
              <a:defRPr sz="800"/>
            </a:lvl7pPr>
            <a:lvl8pPr indent="-279400" lvl="7" marL="3657600">
              <a:lnSpc>
                <a:spcPct val="115000"/>
              </a:lnSpc>
              <a:spcBef>
                <a:spcPts val="0"/>
              </a:spcBef>
              <a:spcAft>
                <a:spcPts val="0"/>
              </a:spcAft>
              <a:buClr>
                <a:schemeClr val="lt1"/>
              </a:buClr>
              <a:buSzPts val="800"/>
              <a:buFont typeface="Instrument Sans"/>
              <a:buChar char="○"/>
              <a:defRPr sz="800"/>
            </a:lvl8pPr>
            <a:lvl9pPr indent="-279400" lvl="8" marL="4114800">
              <a:lnSpc>
                <a:spcPct val="115000"/>
              </a:lnSpc>
              <a:spcBef>
                <a:spcPts val="0"/>
              </a:spcBef>
              <a:spcAft>
                <a:spcPts val="0"/>
              </a:spcAft>
              <a:buClr>
                <a:schemeClr val="lt1"/>
              </a:buClr>
              <a:buSzPts val="800"/>
              <a:buFont typeface="Instrument Sans"/>
              <a:buChar char="■"/>
              <a:defRPr sz="800"/>
            </a:lvl9pPr>
          </a:lstStyle>
          <a:p/>
        </p:txBody>
      </p:sp>
      <p:sp>
        <p:nvSpPr>
          <p:cNvPr id="695" name="Google Shape;695;p71"/>
          <p:cNvSpPr txBox="1"/>
          <p:nvPr>
            <p:ph idx="13" type="subTitle"/>
          </p:nvPr>
        </p:nvSpPr>
        <p:spPr>
          <a:xfrm>
            <a:off x="6086700" y="3227500"/>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2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696" name="Google Shape;696;p71"/>
          <p:cNvSpPr txBox="1"/>
          <p:nvPr>
            <p:ph idx="14" type="subTitle"/>
          </p:nvPr>
        </p:nvSpPr>
        <p:spPr>
          <a:xfrm>
            <a:off x="6086700" y="3414229"/>
            <a:ext cx="27726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i="1"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cxnSp>
        <p:nvCxnSpPr>
          <p:cNvPr id="697" name="Google Shape;697;p71"/>
          <p:cNvCxnSpPr/>
          <p:nvPr/>
        </p:nvCxnSpPr>
        <p:spPr>
          <a:xfrm>
            <a:off x="306250" y="2632300"/>
            <a:ext cx="8545500" cy="0"/>
          </a:xfrm>
          <a:prstGeom prst="straightConnector1">
            <a:avLst/>
          </a:prstGeom>
          <a:noFill/>
          <a:ln cap="flat" cmpd="sng" w="9525">
            <a:solidFill>
              <a:schemeClr val="accent5"/>
            </a:solidFill>
            <a:prstDash val="solid"/>
            <a:round/>
            <a:headEnd len="med" w="med" type="none"/>
            <a:tailEnd len="med" w="med" type="none"/>
          </a:ln>
        </p:spPr>
      </p:cxnSp>
      <p:sp>
        <p:nvSpPr>
          <p:cNvPr id="698" name="Google Shape;698;p71"/>
          <p:cNvSpPr txBox="1"/>
          <p:nvPr>
            <p:ph type="title"/>
          </p:nvPr>
        </p:nvSpPr>
        <p:spPr>
          <a:xfrm>
            <a:off x="284700" y="474750"/>
            <a:ext cx="56736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rt 3">
  <p:cSld name="BLANK_1_1_1_1_2_2_3_1_1">
    <p:bg>
      <p:bgPr>
        <a:solidFill>
          <a:schemeClr val="lt2"/>
        </a:solidFill>
      </p:bgPr>
    </p:bg>
    <p:spTree>
      <p:nvGrpSpPr>
        <p:cNvPr id="699" name="Shape 699"/>
        <p:cNvGrpSpPr/>
        <p:nvPr/>
      </p:nvGrpSpPr>
      <p:grpSpPr>
        <a:xfrm>
          <a:off x="0" y="0"/>
          <a:ext cx="0" cy="0"/>
          <a:chOff x="0" y="0"/>
          <a:chExt cx="0" cy="0"/>
        </a:xfrm>
      </p:grpSpPr>
      <p:sp>
        <p:nvSpPr>
          <p:cNvPr id="700" name="Google Shape;700;p72"/>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01" name="Google Shape;701;p72"/>
          <p:cNvSpPr txBox="1"/>
          <p:nvPr>
            <p:ph idx="2"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02" name="Google Shape;702;p72"/>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703" name="Google Shape;703;p72"/>
          <p:cNvSpPr txBox="1"/>
          <p:nvPr>
            <p:ph type="title"/>
          </p:nvPr>
        </p:nvSpPr>
        <p:spPr>
          <a:xfrm>
            <a:off x="284700" y="474750"/>
            <a:ext cx="56736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p:txBody>
      </p:sp>
      <p:sp>
        <p:nvSpPr>
          <p:cNvPr id="704" name="Google Shape;704;p72"/>
          <p:cNvSpPr txBox="1"/>
          <p:nvPr>
            <p:ph idx="3" type="subTitle"/>
          </p:nvPr>
        </p:nvSpPr>
        <p:spPr>
          <a:xfrm>
            <a:off x="2623525" y="1305637"/>
            <a:ext cx="8265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705" name="Google Shape;705;p72"/>
          <p:cNvSpPr txBox="1"/>
          <p:nvPr>
            <p:ph idx="4" type="subTitle"/>
          </p:nvPr>
        </p:nvSpPr>
        <p:spPr>
          <a:xfrm>
            <a:off x="3519125" y="1305637"/>
            <a:ext cx="8265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706" name="Google Shape;706;p72"/>
          <p:cNvSpPr txBox="1"/>
          <p:nvPr>
            <p:ph idx="5" type="subTitle"/>
          </p:nvPr>
        </p:nvSpPr>
        <p:spPr>
          <a:xfrm>
            <a:off x="4414725" y="1305637"/>
            <a:ext cx="8265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707" name="Google Shape;707;p72"/>
          <p:cNvSpPr txBox="1"/>
          <p:nvPr>
            <p:ph idx="6" type="subTitle"/>
          </p:nvPr>
        </p:nvSpPr>
        <p:spPr>
          <a:xfrm>
            <a:off x="5310325" y="1305637"/>
            <a:ext cx="8265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708" name="Google Shape;708;p72"/>
          <p:cNvSpPr txBox="1"/>
          <p:nvPr>
            <p:ph idx="7" type="subTitle"/>
          </p:nvPr>
        </p:nvSpPr>
        <p:spPr>
          <a:xfrm>
            <a:off x="6205925" y="1305637"/>
            <a:ext cx="8265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709" name="Google Shape;709;p72"/>
          <p:cNvSpPr txBox="1"/>
          <p:nvPr>
            <p:ph idx="8" type="subTitle"/>
          </p:nvPr>
        </p:nvSpPr>
        <p:spPr>
          <a:xfrm>
            <a:off x="7101525" y="1305637"/>
            <a:ext cx="8265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710" name="Google Shape;710;p72"/>
          <p:cNvSpPr txBox="1"/>
          <p:nvPr>
            <p:ph idx="9" type="subTitle"/>
          </p:nvPr>
        </p:nvSpPr>
        <p:spPr>
          <a:xfrm>
            <a:off x="7997125" y="1305637"/>
            <a:ext cx="826500" cy="129600"/>
          </a:xfrm>
          <a:prstGeom prst="rect">
            <a:avLst/>
          </a:prstGeom>
        </p:spPr>
        <p:txBody>
          <a:bodyPr anchorCtr="0" anchor="t" bIns="0" lIns="0" spcFirstLastPara="1" rIns="91425" wrap="square" tIns="0">
            <a:noAutofit/>
          </a:bodyPr>
          <a:lstStyle>
            <a:lvl1pPr lvl="0">
              <a:spcBef>
                <a:spcPts val="0"/>
              </a:spcBef>
              <a:spcAft>
                <a:spcPts val="0"/>
              </a:spcAft>
              <a:buNone/>
              <a:defRPr sz="800">
                <a:solidFill>
                  <a:schemeClr val="accent5"/>
                </a:solidFill>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accent5"/>
              </a:buClr>
              <a:buSzPts val="1200"/>
              <a:buFont typeface="Instrument Sans SemiBold"/>
              <a:buNone/>
              <a:defRPr sz="1200">
                <a:solidFill>
                  <a:schemeClr val="accent5"/>
                </a:solidFill>
                <a:latin typeface="Instrument Sans SemiBold"/>
                <a:ea typeface="Instrument Sans SemiBold"/>
                <a:cs typeface="Instrument Sans SemiBold"/>
                <a:sym typeface="Instrument Sans SemiBold"/>
              </a:defRPr>
            </a:lvl9pPr>
          </a:lstStyle>
          <a:p/>
        </p:txBody>
      </p:sp>
      <p:sp>
        <p:nvSpPr>
          <p:cNvPr id="711" name="Google Shape;711;p72"/>
          <p:cNvSpPr txBox="1"/>
          <p:nvPr>
            <p:ph idx="13" type="subTitle"/>
          </p:nvPr>
        </p:nvSpPr>
        <p:spPr>
          <a:xfrm>
            <a:off x="430525" y="1551325"/>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12" name="Google Shape;712;p72"/>
          <p:cNvSpPr txBox="1"/>
          <p:nvPr>
            <p:ph idx="14" type="subTitle"/>
          </p:nvPr>
        </p:nvSpPr>
        <p:spPr>
          <a:xfrm>
            <a:off x="430525" y="1817255"/>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13" name="Google Shape;713;p72"/>
          <p:cNvSpPr txBox="1"/>
          <p:nvPr>
            <p:ph idx="15" type="subTitle"/>
          </p:nvPr>
        </p:nvSpPr>
        <p:spPr>
          <a:xfrm>
            <a:off x="430525" y="2083184"/>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14" name="Google Shape;714;p72"/>
          <p:cNvSpPr txBox="1"/>
          <p:nvPr>
            <p:ph idx="16" type="subTitle"/>
          </p:nvPr>
        </p:nvSpPr>
        <p:spPr>
          <a:xfrm>
            <a:off x="430525" y="2349114"/>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15" name="Google Shape;715;p72"/>
          <p:cNvSpPr txBox="1"/>
          <p:nvPr>
            <p:ph idx="17" type="subTitle"/>
          </p:nvPr>
        </p:nvSpPr>
        <p:spPr>
          <a:xfrm>
            <a:off x="430525" y="2615043"/>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16" name="Google Shape;716;p72"/>
          <p:cNvSpPr txBox="1"/>
          <p:nvPr>
            <p:ph idx="18" type="subTitle"/>
          </p:nvPr>
        </p:nvSpPr>
        <p:spPr>
          <a:xfrm>
            <a:off x="430525" y="2880973"/>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17" name="Google Shape;717;p72"/>
          <p:cNvSpPr txBox="1"/>
          <p:nvPr>
            <p:ph idx="19" type="subTitle"/>
          </p:nvPr>
        </p:nvSpPr>
        <p:spPr>
          <a:xfrm>
            <a:off x="430525" y="3146902"/>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18" name="Google Shape;718;p72"/>
          <p:cNvSpPr txBox="1"/>
          <p:nvPr>
            <p:ph idx="20" type="subTitle"/>
          </p:nvPr>
        </p:nvSpPr>
        <p:spPr>
          <a:xfrm>
            <a:off x="430525" y="3412832"/>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19" name="Google Shape;719;p72"/>
          <p:cNvSpPr txBox="1"/>
          <p:nvPr>
            <p:ph idx="21" type="subTitle"/>
          </p:nvPr>
        </p:nvSpPr>
        <p:spPr>
          <a:xfrm>
            <a:off x="430525" y="3678761"/>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20" name="Google Shape;720;p72"/>
          <p:cNvSpPr txBox="1"/>
          <p:nvPr>
            <p:ph idx="22" type="subTitle"/>
          </p:nvPr>
        </p:nvSpPr>
        <p:spPr>
          <a:xfrm>
            <a:off x="430525" y="3944691"/>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21" name="Google Shape;721;p72"/>
          <p:cNvSpPr txBox="1"/>
          <p:nvPr>
            <p:ph idx="23" type="subTitle"/>
          </p:nvPr>
        </p:nvSpPr>
        <p:spPr>
          <a:xfrm>
            <a:off x="430525" y="4210620"/>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22" name="Google Shape;722;p72"/>
          <p:cNvSpPr txBox="1"/>
          <p:nvPr>
            <p:ph idx="24" type="subTitle"/>
          </p:nvPr>
        </p:nvSpPr>
        <p:spPr>
          <a:xfrm>
            <a:off x="430525" y="4476550"/>
            <a:ext cx="2126400" cy="192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1200"/>
              <a:buFont typeface="Instrument Sans SemiBold"/>
              <a:buNone/>
              <a:defRPr sz="1000">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1">
  <p:cSld name="BLANK_1_1_1_1_2_2_2">
    <p:bg>
      <p:bgPr>
        <a:blipFill>
          <a:blip r:embed="rId2">
            <a:alphaModFix/>
          </a:blip>
          <a:stretch>
            <a:fillRect/>
          </a:stretch>
        </a:blipFill>
      </p:bgPr>
    </p:bg>
    <p:spTree>
      <p:nvGrpSpPr>
        <p:cNvPr id="723" name="Shape 723"/>
        <p:cNvGrpSpPr/>
        <p:nvPr/>
      </p:nvGrpSpPr>
      <p:grpSpPr>
        <a:xfrm>
          <a:off x="0" y="0"/>
          <a:ext cx="0" cy="0"/>
          <a:chOff x="0" y="0"/>
          <a:chExt cx="0" cy="0"/>
        </a:xfrm>
      </p:grpSpPr>
      <p:sp>
        <p:nvSpPr>
          <p:cNvPr id="724" name="Google Shape;724;p73"/>
          <p:cNvSpPr/>
          <p:nvPr>
            <p:ph idx="2" type="pic"/>
          </p:nvPr>
        </p:nvSpPr>
        <p:spPr>
          <a:xfrm>
            <a:off x="284700" y="1440150"/>
            <a:ext cx="605100" cy="1413900"/>
          </a:xfrm>
          <a:prstGeom prst="roundRect">
            <a:avLst>
              <a:gd fmla="val 50000" name="adj"/>
            </a:avLst>
          </a:prstGeom>
          <a:noFill/>
          <a:ln>
            <a:noFill/>
          </a:ln>
        </p:spPr>
      </p:sp>
      <p:sp>
        <p:nvSpPr>
          <p:cNvPr id="725" name="Google Shape;725;p73"/>
          <p:cNvSpPr/>
          <p:nvPr>
            <p:ph idx="3" type="pic"/>
          </p:nvPr>
        </p:nvSpPr>
        <p:spPr>
          <a:xfrm>
            <a:off x="1002300" y="1440150"/>
            <a:ext cx="2055000" cy="1413900"/>
          </a:xfrm>
          <a:prstGeom prst="roundRect">
            <a:avLst>
              <a:gd fmla="val 16960" name="adj"/>
            </a:avLst>
          </a:prstGeom>
          <a:noFill/>
          <a:ln>
            <a:noFill/>
          </a:ln>
        </p:spPr>
      </p:sp>
      <p:sp>
        <p:nvSpPr>
          <p:cNvPr id="726" name="Google Shape;726;p73"/>
          <p:cNvSpPr/>
          <p:nvPr>
            <p:ph idx="4" type="pic"/>
          </p:nvPr>
        </p:nvSpPr>
        <p:spPr>
          <a:xfrm>
            <a:off x="3185700" y="1440150"/>
            <a:ext cx="605100" cy="1413900"/>
          </a:xfrm>
          <a:prstGeom prst="roundRect">
            <a:avLst>
              <a:gd fmla="val 50000" name="adj"/>
            </a:avLst>
          </a:prstGeom>
          <a:noFill/>
          <a:ln>
            <a:noFill/>
          </a:ln>
        </p:spPr>
      </p:sp>
      <p:sp>
        <p:nvSpPr>
          <p:cNvPr id="727" name="Google Shape;727;p73"/>
          <p:cNvSpPr/>
          <p:nvPr>
            <p:ph idx="5" type="pic"/>
          </p:nvPr>
        </p:nvSpPr>
        <p:spPr>
          <a:xfrm>
            <a:off x="3903300" y="1440150"/>
            <a:ext cx="2055000" cy="1413900"/>
          </a:xfrm>
          <a:prstGeom prst="roundRect">
            <a:avLst>
              <a:gd fmla="val 16960" name="adj"/>
            </a:avLst>
          </a:prstGeom>
          <a:noFill/>
          <a:ln>
            <a:noFill/>
          </a:ln>
        </p:spPr>
      </p:sp>
      <p:sp>
        <p:nvSpPr>
          <p:cNvPr id="728" name="Google Shape;728;p73"/>
          <p:cNvSpPr/>
          <p:nvPr>
            <p:ph idx="6" type="pic"/>
          </p:nvPr>
        </p:nvSpPr>
        <p:spPr>
          <a:xfrm>
            <a:off x="6086700" y="1440150"/>
            <a:ext cx="605100" cy="1413900"/>
          </a:xfrm>
          <a:prstGeom prst="roundRect">
            <a:avLst>
              <a:gd fmla="val 50000" name="adj"/>
            </a:avLst>
          </a:prstGeom>
          <a:noFill/>
          <a:ln>
            <a:noFill/>
          </a:ln>
        </p:spPr>
      </p:sp>
      <p:sp>
        <p:nvSpPr>
          <p:cNvPr id="729" name="Google Shape;729;p73"/>
          <p:cNvSpPr/>
          <p:nvPr>
            <p:ph idx="7" type="pic"/>
          </p:nvPr>
        </p:nvSpPr>
        <p:spPr>
          <a:xfrm>
            <a:off x="6804300" y="1440150"/>
            <a:ext cx="2055000" cy="1413900"/>
          </a:xfrm>
          <a:prstGeom prst="roundRect">
            <a:avLst>
              <a:gd fmla="val 16960" name="adj"/>
            </a:avLst>
          </a:prstGeom>
          <a:noFill/>
          <a:ln>
            <a:noFill/>
          </a:ln>
        </p:spPr>
      </p:sp>
      <p:sp>
        <p:nvSpPr>
          <p:cNvPr id="730" name="Google Shape;730;p73"/>
          <p:cNvSpPr txBox="1"/>
          <p:nvPr>
            <p:ph type="title"/>
          </p:nvPr>
        </p:nvSpPr>
        <p:spPr>
          <a:xfrm>
            <a:off x="284700" y="474750"/>
            <a:ext cx="56736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p:txBody>
      </p:sp>
      <p:sp>
        <p:nvSpPr>
          <p:cNvPr id="731" name="Google Shape;731;p73"/>
          <p:cNvSpPr txBox="1"/>
          <p:nvPr>
            <p:ph idx="1" type="body"/>
          </p:nvPr>
        </p:nvSpPr>
        <p:spPr>
          <a:xfrm>
            <a:off x="284700" y="3817800"/>
            <a:ext cx="2772600" cy="1042200"/>
          </a:xfrm>
          <a:prstGeom prst="rect">
            <a:avLst/>
          </a:prstGeom>
        </p:spPr>
        <p:txBody>
          <a:bodyPr anchorCtr="0" anchor="t" bIns="0" lIns="0" spcFirstLastPara="1" rIns="91425" wrap="square" tIns="0">
            <a:noAutofit/>
          </a:bodyPr>
          <a:lstStyle>
            <a:lvl1pPr indent="-292100" lvl="0" marL="457200">
              <a:spcBef>
                <a:spcPts val="0"/>
              </a:spcBef>
              <a:spcAft>
                <a:spcPts val="0"/>
              </a:spcAft>
              <a:buSzPts val="1000"/>
              <a:buChar char="●"/>
              <a:defRPr/>
            </a:lvl1pPr>
            <a:lvl2pPr indent="-292100" lvl="1" marL="914400">
              <a:spcBef>
                <a:spcPts val="0"/>
              </a:spcBef>
              <a:spcAft>
                <a:spcPts val="0"/>
              </a:spcAft>
              <a:buSzPts val="10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732" name="Google Shape;732;p73"/>
          <p:cNvSpPr txBox="1"/>
          <p:nvPr>
            <p:ph idx="8" type="subTitle"/>
          </p:nvPr>
        </p:nvSpPr>
        <p:spPr>
          <a:xfrm>
            <a:off x="284700" y="3421198"/>
            <a:ext cx="2772600" cy="196800"/>
          </a:xfrm>
          <a:prstGeom prst="rect">
            <a:avLst/>
          </a:prstGeom>
        </p:spPr>
        <p:txBody>
          <a:bodyPr anchorCtr="0" anchor="t" bIns="0" lIns="0" spcFirstLastPara="1" rIns="91425" wrap="square" tIns="0">
            <a:noAutofit/>
          </a:bodyPr>
          <a:lstStyle>
            <a:lvl1pPr lvl="0">
              <a:spcBef>
                <a:spcPts val="0"/>
              </a:spcBef>
              <a:spcAft>
                <a:spcPts val="0"/>
              </a:spcAft>
              <a:buNone/>
              <a:defRPr>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33" name="Google Shape;733;p73"/>
          <p:cNvSpPr txBox="1"/>
          <p:nvPr>
            <p:ph idx="9"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34" name="Google Shape;734;p73"/>
          <p:cNvSpPr txBox="1"/>
          <p:nvPr>
            <p:ph idx="13"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35" name="Google Shape;735;p73"/>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736" name="Google Shape;736;p73"/>
          <p:cNvSpPr txBox="1"/>
          <p:nvPr>
            <p:ph idx="14" type="body"/>
          </p:nvPr>
        </p:nvSpPr>
        <p:spPr>
          <a:xfrm>
            <a:off x="3185700" y="3817800"/>
            <a:ext cx="2772600" cy="1042200"/>
          </a:xfrm>
          <a:prstGeom prst="rect">
            <a:avLst/>
          </a:prstGeom>
        </p:spPr>
        <p:txBody>
          <a:bodyPr anchorCtr="0" anchor="t" bIns="0" lIns="0" spcFirstLastPara="1" rIns="91425" wrap="square" tIns="0">
            <a:noAutofit/>
          </a:bodyPr>
          <a:lstStyle>
            <a:lvl1pPr indent="-292100" lvl="0" marL="457200">
              <a:lnSpc>
                <a:spcPct val="115000"/>
              </a:lnSpc>
              <a:spcBef>
                <a:spcPts val="0"/>
              </a:spcBef>
              <a:spcAft>
                <a:spcPts val="0"/>
              </a:spcAft>
              <a:buClr>
                <a:schemeClr val="lt1"/>
              </a:buClr>
              <a:buSzPts val="1000"/>
              <a:buFont typeface="Instrument Sans"/>
              <a:buChar char="●"/>
              <a:defRPr/>
            </a:lvl1pPr>
            <a:lvl2pPr indent="-292100" lvl="1" marL="914400">
              <a:lnSpc>
                <a:spcPct val="115000"/>
              </a:lnSpc>
              <a:spcBef>
                <a:spcPts val="0"/>
              </a:spcBef>
              <a:spcAft>
                <a:spcPts val="0"/>
              </a:spcAft>
              <a:buClr>
                <a:schemeClr val="lt1"/>
              </a:buClr>
              <a:buSzPts val="1000"/>
              <a:buFont typeface="Instrument Sans"/>
              <a:buChar char="○"/>
              <a:defRPr/>
            </a:lvl2pPr>
            <a:lvl3pPr indent="-292100" lvl="2" marL="1371600">
              <a:lnSpc>
                <a:spcPct val="115000"/>
              </a:lnSpc>
              <a:spcBef>
                <a:spcPts val="0"/>
              </a:spcBef>
              <a:spcAft>
                <a:spcPts val="0"/>
              </a:spcAft>
              <a:buClr>
                <a:schemeClr val="lt1"/>
              </a:buClr>
              <a:buSzPts val="1000"/>
              <a:buFont typeface="Instrument Sans"/>
              <a:buChar char="■"/>
              <a:defRPr/>
            </a:lvl3pPr>
            <a:lvl4pPr indent="-292100" lvl="3" marL="1828800">
              <a:lnSpc>
                <a:spcPct val="115000"/>
              </a:lnSpc>
              <a:spcBef>
                <a:spcPts val="0"/>
              </a:spcBef>
              <a:spcAft>
                <a:spcPts val="0"/>
              </a:spcAft>
              <a:buClr>
                <a:schemeClr val="lt1"/>
              </a:buClr>
              <a:buSzPts val="1000"/>
              <a:buFont typeface="Instrument Sans"/>
              <a:buChar char="●"/>
              <a:defRPr/>
            </a:lvl4pPr>
            <a:lvl5pPr indent="-292100" lvl="4" marL="2286000">
              <a:lnSpc>
                <a:spcPct val="115000"/>
              </a:lnSpc>
              <a:spcBef>
                <a:spcPts val="0"/>
              </a:spcBef>
              <a:spcAft>
                <a:spcPts val="0"/>
              </a:spcAft>
              <a:buClr>
                <a:schemeClr val="lt1"/>
              </a:buClr>
              <a:buSzPts val="1000"/>
              <a:buFont typeface="Instrument Sans"/>
              <a:buChar char="○"/>
              <a:defRPr/>
            </a:lvl5pPr>
            <a:lvl6pPr indent="-292100" lvl="5" marL="2743200">
              <a:lnSpc>
                <a:spcPct val="115000"/>
              </a:lnSpc>
              <a:spcBef>
                <a:spcPts val="0"/>
              </a:spcBef>
              <a:spcAft>
                <a:spcPts val="0"/>
              </a:spcAft>
              <a:buClr>
                <a:schemeClr val="lt1"/>
              </a:buClr>
              <a:buSzPts val="1000"/>
              <a:buFont typeface="Instrument Sans"/>
              <a:buChar char="■"/>
              <a:defRPr/>
            </a:lvl6pPr>
            <a:lvl7pPr indent="-292100" lvl="6" marL="3200400">
              <a:lnSpc>
                <a:spcPct val="115000"/>
              </a:lnSpc>
              <a:spcBef>
                <a:spcPts val="0"/>
              </a:spcBef>
              <a:spcAft>
                <a:spcPts val="0"/>
              </a:spcAft>
              <a:buClr>
                <a:schemeClr val="lt1"/>
              </a:buClr>
              <a:buSzPts val="1000"/>
              <a:buFont typeface="Instrument Sans"/>
              <a:buChar char="●"/>
              <a:defRPr/>
            </a:lvl7pPr>
            <a:lvl8pPr indent="-292100" lvl="7" marL="3657600">
              <a:lnSpc>
                <a:spcPct val="115000"/>
              </a:lnSpc>
              <a:spcBef>
                <a:spcPts val="0"/>
              </a:spcBef>
              <a:spcAft>
                <a:spcPts val="0"/>
              </a:spcAft>
              <a:buClr>
                <a:schemeClr val="lt1"/>
              </a:buClr>
              <a:buSzPts val="1000"/>
              <a:buFont typeface="Instrument Sans"/>
              <a:buChar char="○"/>
              <a:defRPr/>
            </a:lvl8pPr>
            <a:lvl9pPr indent="-292100" lvl="8" marL="4114800">
              <a:lnSpc>
                <a:spcPct val="115000"/>
              </a:lnSpc>
              <a:spcBef>
                <a:spcPts val="0"/>
              </a:spcBef>
              <a:spcAft>
                <a:spcPts val="0"/>
              </a:spcAft>
              <a:buClr>
                <a:schemeClr val="lt1"/>
              </a:buClr>
              <a:buSzPts val="1000"/>
              <a:buFont typeface="Instrument Sans"/>
              <a:buChar char="■"/>
              <a:defRPr/>
            </a:lvl9pPr>
          </a:lstStyle>
          <a:p/>
        </p:txBody>
      </p:sp>
      <p:sp>
        <p:nvSpPr>
          <p:cNvPr id="737" name="Google Shape;737;p73"/>
          <p:cNvSpPr txBox="1"/>
          <p:nvPr>
            <p:ph idx="15" type="subTitle"/>
          </p:nvPr>
        </p:nvSpPr>
        <p:spPr>
          <a:xfrm>
            <a:off x="3185700" y="3421198"/>
            <a:ext cx="2772600" cy="196800"/>
          </a:xfrm>
          <a:prstGeom prst="rect">
            <a:avLst/>
          </a:prstGeom>
        </p:spPr>
        <p:txBody>
          <a:bodyPr anchorCtr="0" anchor="t" bIns="0" lIns="0" spcFirstLastPara="1" rIns="91425" wrap="square" tIns="0">
            <a:noAutofit/>
          </a:bodyPr>
          <a:lstStyle>
            <a:lvl1pPr lvl="0">
              <a:spcBef>
                <a:spcPts val="0"/>
              </a:spcBef>
              <a:spcAft>
                <a:spcPts val="0"/>
              </a:spcAft>
              <a:buNone/>
              <a:defRPr>
                <a:latin typeface="Instrument Sans Medium"/>
                <a:ea typeface="Instrument Sans Medium"/>
                <a:cs typeface="Instrument Sans Medium"/>
                <a:sym typeface="Instrument Sans Medium"/>
              </a:defRPr>
            </a:lvl1pPr>
            <a:lvl2pPr lvl="1">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solidFill>
                  <a:schemeClr val="lt1"/>
                </a:solidFill>
                <a:latin typeface="Instrument Sans SemiBold"/>
                <a:ea typeface="Instrument Sans SemiBold"/>
                <a:cs typeface="Instrument Sans SemiBold"/>
                <a:sym typeface="Instrument Sans SemiBold"/>
              </a:defRPr>
            </a:lvl9pPr>
          </a:lstStyle>
          <a:p/>
        </p:txBody>
      </p:sp>
      <p:sp>
        <p:nvSpPr>
          <p:cNvPr id="738" name="Google Shape;738;p73"/>
          <p:cNvSpPr txBox="1"/>
          <p:nvPr>
            <p:ph idx="16" type="body"/>
          </p:nvPr>
        </p:nvSpPr>
        <p:spPr>
          <a:xfrm>
            <a:off x="6086700" y="3817800"/>
            <a:ext cx="2772600" cy="1042200"/>
          </a:xfrm>
          <a:prstGeom prst="rect">
            <a:avLst/>
          </a:prstGeom>
        </p:spPr>
        <p:txBody>
          <a:bodyPr anchorCtr="0" anchor="t" bIns="0" lIns="0" spcFirstLastPara="1" rIns="91425" wrap="square" tIns="0">
            <a:noAutofit/>
          </a:bodyPr>
          <a:lstStyle>
            <a:lvl1pPr indent="-292100" lvl="0" marL="457200">
              <a:lnSpc>
                <a:spcPct val="115000"/>
              </a:lnSpc>
              <a:spcBef>
                <a:spcPts val="0"/>
              </a:spcBef>
              <a:spcAft>
                <a:spcPts val="0"/>
              </a:spcAft>
              <a:buClr>
                <a:schemeClr val="lt1"/>
              </a:buClr>
              <a:buSzPts val="1000"/>
              <a:buFont typeface="Instrument Sans"/>
              <a:buChar char="●"/>
              <a:defRPr/>
            </a:lvl1pPr>
            <a:lvl2pPr indent="-292100" lvl="1" marL="914400">
              <a:lnSpc>
                <a:spcPct val="115000"/>
              </a:lnSpc>
              <a:spcBef>
                <a:spcPts val="0"/>
              </a:spcBef>
              <a:spcAft>
                <a:spcPts val="0"/>
              </a:spcAft>
              <a:buClr>
                <a:schemeClr val="lt1"/>
              </a:buClr>
              <a:buSzPts val="1000"/>
              <a:buFont typeface="Instrument Sans"/>
              <a:buChar char="○"/>
              <a:defRPr/>
            </a:lvl2pPr>
            <a:lvl3pPr indent="-292100" lvl="2" marL="1371600">
              <a:lnSpc>
                <a:spcPct val="115000"/>
              </a:lnSpc>
              <a:spcBef>
                <a:spcPts val="0"/>
              </a:spcBef>
              <a:spcAft>
                <a:spcPts val="0"/>
              </a:spcAft>
              <a:buClr>
                <a:schemeClr val="lt1"/>
              </a:buClr>
              <a:buSzPts val="1000"/>
              <a:buFont typeface="Instrument Sans"/>
              <a:buChar char="■"/>
              <a:defRPr/>
            </a:lvl3pPr>
            <a:lvl4pPr indent="-292100" lvl="3" marL="1828800">
              <a:lnSpc>
                <a:spcPct val="115000"/>
              </a:lnSpc>
              <a:spcBef>
                <a:spcPts val="0"/>
              </a:spcBef>
              <a:spcAft>
                <a:spcPts val="0"/>
              </a:spcAft>
              <a:buClr>
                <a:schemeClr val="lt1"/>
              </a:buClr>
              <a:buSzPts val="1000"/>
              <a:buFont typeface="Instrument Sans"/>
              <a:buChar char="●"/>
              <a:defRPr/>
            </a:lvl4pPr>
            <a:lvl5pPr indent="-292100" lvl="4" marL="2286000">
              <a:lnSpc>
                <a:spcPct val="115000"/>
              </a:lnSpc>
              <a:spcBef>
                <a:spcPts val="0"/>
              </a:spcBef>
              <a:spcAft>
                <a:spcPts val="0"/>
              </a:spcAft>
              <a:buClr>
                <a:schemeClr val="lt1"/>
              </a:buClr>
              <a:buSzPts val="1000"/>
              <a:buFont typeface="Instrument Sans"/>
              <a:buChar char="○"/>
              <a:defRPr/>
            </a:lvl5pPr>
            <a:lvl6pPr indent="-292100" lvl="5" marL="2743200">
              <a:lnSpc>
                <a:spcPct val="115000"/>
              </a:lnSpc>
              <a:spcBef>
                <a:spcPts val="0"/>
              </a:spcBef>
              <a:spcAft>
                <a:spcPts val="0"/>
              </a:spcAft>
              <a:buClr>
                <a:schemeClr val="lt1"/>
              </a:buClr>
              <a:buSzPts val="1000"/>
              <a:buFont typeface="Instrument Sans"/>
              <a:buChar char="■"/>
              <a:defRPr/>
            </a:lvl6pPr>
            <a:lvl7pPr indent="-292100" lvl="6" marL="3200400">
              <a:lnSpc>
                <a:spcPct val="115000"/>
              </a:lnSpc>
              <a:spcBef>
                <a:spcPts val="0"/>
              </a:spcBef>
              <a:spcAft>
                <a:spcPts val="0"/>
              </a:spcAft>
              <a:buClr>
                <a:schemeClr val="lt1"/>
              </a:buClr>
              <a:buSzPts val="1000"/>
              <a:buFont typeface="Instrument Sans"/>
              <a:buChar char="●"/>
              <a:defRPr/>
            </a:lvl7pPr>
            <a:lvl8pPr indent="-292100" lvl="7" marL="3657600">
              <a:lnSpc>
                <a:spcPct val="115000"/>
              </a:lnSpc>
              <a:spcBef>
                <a:spcPts val="0"/>
              </a:spcBef>
              <a:spcAft>
                <a:spcPts val="0"/>
              </a:spcAft>
              <a:buClr>
                <a:schemeClr val="lt1"/>
              </a:buClr>
              <a:buSzPts val="1000"/>
              <a:buFont typeface="Instrument Sans"/>
              <a:buChar char="○"/>
              <a:defRPr/>
            </a:lvl8pPr>
            <a:lvl9pPr indent="-292100" lvl="8" marL="4114800">
              <a:lnSpc>
                <a:spcPct val="115000"/>
              </a:lnSpc>
              <a:spcBef>
                <a:spcPts val="0"/>
              </a:spcBef>
              <a:spcAft>
                <a:spcPts val="0"/>
              </a:spcAft>
              <a:buClr>
                <a:schemeClr val="lt1"/>
              </a:buClr>
              <a:buSzPts val="1000"/>
              <a:buFont typeface="Instrument Sans"/>
              <a:buChar char="■"/>
              <a:defRPr/>
            </a:lvl9pPr>
          </a:lstStyle>
          <a:p/>
        </p:txBody>
      </p:sp>
      <p:sp>
        <p:nvSpPr>
          <p:cNvPr id="739" name="Google Shape;739;p73"/>
          <p:cNvSpPr txBox="1"/>
          <p:nvPr>
            <p:ph idx="17" type="subTitle"/>
          </p:nvPr>
        </p:nvSpPr>
        <p:spPr>
          <a:xfrm>
            <a:off x="6086700" y="3421198"/>
            <a:ext cx="2772600" cy="196800"/>
          </a:xfrm>
          <a:prstGeom prst="rect">
            <a:avLst/>
          </a:prstGeom>
        </p:spPr>
        <p:txBody>
          <a:bodyPr anchorCtr="0" anchor="t" bIns="0" lIns="0" spcFirstLastPara="1" rIns="91425" wrap="square" tIns="0">
            <a:noAutofit/>
          </a:bodyPr>
          <a:lstStyle>
            <a:lvl1pPr lvl="0">
              <a:spcBef>
                <a:spcPts val="0"/>
              </a:spcBef>
              <a:spcAft>
                <a:spcPts val="0"/>
              </a:spcAft>
              <a:buNone/>
              <a:defRPr>
                <a:latin typeface="Instrument Sans Medium"/>
                <a:ea typeface="Instrument Sans Medium"/>
                <a:cs typeface="Instrument Sans Medium"/>
                <a:sym typeface="Instrument Sans Medium"/>
              </a:defRPr>
            </a:lvl1pPr>
            <a:lvl2pPr lvl="1">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2pPr>
            <a:lvl3pPr lvl="2">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3pPr>
            <a:lvl4pPr lvl="3">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4pPr>
            <a:lvl5pPr lvl="4">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5pPr>
            <a:lvl6pPr lvl="5">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6pPr>
            <a:lvl7pPr lvl="6">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7pPr>
            <a:lvl8pPr lvl="7">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8pPr>
            <a:lvl9pPr lvl="8">
              <a:lnSpc>
                <a:spcPct val="90000"/>
              </a:lnSpc>
              <a:spcBef>
                <a:spcPts val="0"/>
              </a:spcBef>
              <a:spcAft>
                <a:spcPts val="0"/>
              </a:spcAft>
              <a:buSzPts val="1200"/>
              <a:buFont typeface="Instrument Sans SemiBold"/>
              <a:buNone/>
              <a:defRPr sz="1200">
                <a:latin typeface="Instrument Sans SemiBold"/>
                <a:ea typeface="Instrument Sans SemiBold"/>
                <a:cs typeface="Instrument Sans SemiBold"/>
                <a:sym typeface="Instrument Sans SemiBold"/>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text and images">
  <p:cSld name="CUSTOM_15">
    <p:bg>
      <p:bgPr>
        <a:blipFill>
          <a:blip r:embed="rId2">
            <a:alphaModFix/>
          </a:blip>
          <a:stretch>
            <a:fillRect/>
          </a:stretch>
        </a:blipFill>
      </p:bgPr>
    </p:bg>
    <p:spTree>
      <p:nvGrpSpPr>
        <p:cNvPr id="740" name="Shape 740"/>
        <p:cNvGrpSpPr/>
        <p:nvPr/>
      </p:nvGrpSpPr>
      <p:grpSpPr>
        <a:xfrm>
          <a:off x="0" y="0"/>
          <a:ext cx="0" cy="0"/>
          <a:chOff x="0" y="0"/>
          <a:chExt cx="0" cy="0"/>
        </a:xfrm>
      </p:grpSpPr>
      <p:sp>
        <p:nvSpPr>
          <p:cNvPr id="741" name="Google Shape;741;p74"/>
          <p:cNvSpPr/>
          <p:nvPr>
            <p:ph idx="2" type="pic"/>
          </p:nvPr>
        </p:nvSpPr>
        <p:spPr>
          <a:xfrm>
            <a:off x="284700" y="2901150"/>
            <a:ext cx="2772600" cy="1770900"/>
          </a:xfrm>
          <a:prstGeom prst="roundRect">
            <a:avLst>
              <a:gd fmla="val 16667" name="adj"/>
            </a:avLst>
          </a:prstGeom>
          <a:noFill/>
          <a:ln>
            <a:noFill/>
          </a:ln>
        </p:spPr>
      </p:sp>
      <p:sp>
        <p:nvSpPr>
          <p:cNvPr id="742" name="Google Shape;742;p74"/>
          <p:cNvSpPr/>
          <p:nvPr>
            <p:ph idx="3" type="pic"/>
          </p:nvPr>
        </p:nvSpPr>
        <p:spPr>
          <a:xfrm>
            <a:off x="3185800" y="2901150"/>
            <a:ext cx="2772600" cy="1770900"/>
          </a:xfrm>
          <a:prstGeom prst="roundRect">
            <a:avLst>
              <a:gd fmla="val 16667" name="adj"/>
            </a:avLst>
          </a:prstGeom>
          <a:noFill/>
          <a:ln>
            <a:noFill/>
          </a:ln>
        </p:spPr>
      </p:sp>
      <p:sp>
        <p:nvSpPr>
          <p:cNvPr id="743" name="Google Shape;743;p74"/>
          <p:cNvSpPr/>
          <p:nvPr>
            <p:ph idx="4" type="pic"/>
          </p:nvPr>
        </p:nvSpPr>
        <p:spPr>
          <a:xfrm>
            <a:off x="3185800" y="1440150"/>
            <a:ext cx="2772600" cy="1347600"/>
          </a:xfrm>
          <a:prstGeom prst="roundRect">
            <a:avLst>
              <a:gd fmla="val 16667" name="adj"/>
            </a:avLst>
          </a:prstGeom>
          <a:noFill/>
          <a:ln>
            <a:noFill/>
          </a:ln>
        </p:spPr>
      </p:sp>
      <p:sp>
        <p:nvSpPr>
          <p:cNvPr id="744" name="Google Shape;744;p74"/>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45" name="Google Shape;745;p74"/>
          <p:cNvSpPr txBox="1"/>
          <p:nvPr>
            <p:ph idx="5"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46" name="Google Shape;746;p74"/>
          <p:cNvSpPr txBox="1"/>
          <p:nvPr>
            <p:ph idx="6" type="body"/>
          </p:nvPr>
        </p:nvSpPr>
        <p:spPr>
          <a:xfrm>
            <a:off x="284700" y="1440225"/>
            <a:ext cx="2772600" cy="965400"/>
          </a:xfrm>
          <a:prstGeom prst="rect">
            <a:avLst/>
          </a:prstGeom>
        </p:spPr>
        <p:txBody>
          <a:bodyPr anchorCtr="0" anchor="t" bIns="0" lIns="0" spcFirstLastPara="1" rIns="91425" wrap="square" tIns="0">
            <a:noAutofit/>
          </a:bodyPr>
          <a:lstStyle>
            <a:lvl1pPr indent="-292100" lvl="0" marL="457200">
              <a:spcBef>
                <a:spcPts val="0"/>
              </a:spcBef>
              <a:spcAft>
                <a:spcPts val="0"/>
              </a:spcAft>
              <a:buSzPts val="1000"/>
              <a:buFont typeface="Instrument Sans"/>
              <a:buChar char="●"/>
              <a:defRPr/>
            </a:lvl1pPr>
            <a:lvl2pPr indent="-292100" lvl="1" marL="914400">
              <a:spcBef>
                <a:spcPts val="0"/>
              </a:spcBef>
              <a:spcAft>
                <a:spcPts val="0"/>
              </a:spcAft>
              <a:buSzPts val="1000"/>
              <a:buFont typeface="Instrument Sans"/>
              <a:buChar char="○"/>
              <a:defRPr/>
            </a:lvl2pPr>
            <a:lvl3pPr indent="-292100" lvl="2" marL="1371600">
              <a:spcBef>
                <a:spcPts val="0"/>
              </a:spcBef>
              <a:spcAft>
                <a:spcPts val="0"/>
              </a:spcAft>
              <a:buSzPts val="1000"/>
              <a:buFont typeface="Instrument Sans"/>
              <a:buChar char="■"/>
              <a:defRPr/>
            </a:lvl3pPr>
            <a:lvl4pPr indent="-292100" lvl="3" marL="1828800">
              <a:spcBef>
                <a:spcPts val="0"/>
              </a:spcBef>
              <a:spcAft>
                <a:spcPts val="0"/>
              </a:spcAft>
              <a:buSzPts val="1000"/>
              <a:buFont typeface="Instrument Sans"/>
              <a:buChar char="●"/>
              <a:defRPr/>
            </a:lvl4pPr>
            <a:lvl5pPr indent="-292100" lvl="4" marL="2286000">
              <a:spcBef>
                <a:spcPts val="0"/>
              </a:spcBef>
              <a:spcAft>
                <a:spcPts val="0"/>
              </a:spcAft>
              <a:buSzPts val="1000"/>
              <a:buFont typeface="Instrument Sans"/>
              <a:buChar char="○"/>
              <a:defRPr/>
            </a:lvl5pPr>
            <a:lvl6pPr indent="-292100" lvl="5" marL="2743200">
              <a:spcBef>
                <a:spcPts val="0"/>
              </a:spcBef>
              <a:spcAft>
                <a:spcPts val="0"/>
              </a:spcAft>
              <a:buSzPts val="1000"/>
              <a:buFont typeface="Instrument Sans"/>
              <a:buChar char="■"/>
              <a:defRPr/>
            </a:lvl6pPr>
            <a:lvl7pPr indent="-292100" lvl="6" marL="3200400">
              <a:spcBef>
                <a:spcPts val="0"/>
              </a:spcBef>
              <a:spcAft>
                <a:spcPts val="0"/>
              </a:spcAft>
              <a:buSzPts val="1000"/>
              <a:buFont typeface="Instrument Sans"/>
              <a:buChar char="●"/>
              <a:defRPr/>
            </a:lvl7pPr>
            <a:lvl8pPr indent="-292100" lvl="7" marL="3657600">
              <a:spcBef>
                <a:spcPts val="0"/>
              </a:spcBef>
              <a:spcAft>
                <a:spcPts val="0"/>
              </a:spcAft>
              <a:buSzPts val="1000"/>
              <a:buFont typeface="Instrument Sans"/>
              <a:buChar char="○"/>
              <a:defRPr/>
            </a:lvl8pPr>
            <a:lvl9pPr indent="-292100" lvl="8" marL="4114800">
              <a:spcBef>
                <a:spcPts val="0"/>
              </a:spcBef>
              <a:spcAft>
                <a:spcPts val="0"/>
              </a:spcAft>
              <a:buSzPts val="1000"/>
              <a:buFont typeface="Instrument Sans"/>
              <a:buChar char="■"/>
              <a:defRPr/>
            </a:lvl9pPr>
          </a:lstStyle>
          <a:p/>
        </p:txBody>
      </p:sp>
      <p:sp>
        <p:nvSpPr>
          <p:cNvPr id="747" name="Google Shape;747;p74"/>
          <p:cNvSpPr txBox="1"/>
          <p:nvPr>
            <p:ph idx="7" type="body"/>
          </p:nvPr>
        </p:nvSpPr>
        <p:spPr>
          <a:xfrm>
            <a:off x="6086900" y="3095300"/>
            <a:ext cx="2772600" cy="655500"/>
          </a:xfrm>
          <a:prstGeom prst="rect">
            <a:avLst/>
          </a:prstGeom>
        </p:spPr>
        <p:txBody>
          <a:bodyPr anchorCtr="0" anchor="t" bIns="0" lIns="182875" spcFirstLastPara="1" rIns="182875" wrap="square" tIns="0">
            <a:noAutofit/>
          </a:bodyPr>
          <a:lstStyle>
            <a:lvl1pPr indent="-292100" lvl="0" marL="457200">
              <a:lnSpc>
                <a:spcPct val="115000"/>
              </a:lnSpc>
              <a:spcBef>
                <a:spcPts val="0"/>
              </a:spcBef>
              <a:spcAft>
                <a:spcPts val="0"/>
              </a:spcAft>
              <a:buClr>
                <a:schemeClr val="lt1"/>
              </a:buClr>
              <a:buSzPts val="1000"/>
              <a:buFont typeface="Instrument Sans"/>
              <a:buChar char="●"/>
              <a:defRPr/>
            </a:lvl1pPr>
            <a:lvl2pPr indent="-292100" lvl="1" marL="914400">
              <a:lnSpc>
                <a:spcPct val="115000"/>
              </a:lnSpc>
              <a:spcBef>
                <a:spcPts val="0"/>
              </a:spcBef>
              <a:spcAft>
                <a:spcPts val="0"/>
              </a:spcAft>
              <a:buClr>
                <a:schemeClr val="lt1"/>
              </a:buClr>
              <a:buSzPts val="1000"/>
              <a:buFont typeface="Instrument Sans"/>
              <a:buChar char="○"/>
              <a:defRPr/>
            </a:lvl2pPr>
            <a:lvl3pPr indent="-292100" lvl="2" marL="1371600">
              <a:lnSpc>
                <a:spcPct val="115000"/>
              </a:lnSpc>
              <a:spcBef>
                <a:spcPts val="0"/>
              </a:spcBef>
              <a:spcAft>
                <a:spcPts val="0"/>
              </a:spcAft>
              <a:buClr>
                <a:schemeClr val="lt1"/>
              </a:buClr>
              <a:buSzPts val="1000"/>
              <a:buFont typeface="Instrument Sans"/>
              <a:buChar char="■"/>
              <a:defRPr/>
            </a:lvl3pPr>
            <a:lvl4pPr indent="-292100" lvl="3" marL="1828800">
              <a:lnSpc>
                <a:spcPct val="115000"/>
              </a:lnSpc>
              <a:spcBef>
                <a:spcPts val="0"/>
              </a:spcBef>
              <a:spcAft>
                <a:spcPts val="0"/>
              </a:spcAft>
              <a:buClr>
                <a:schemeClr val="lt1"/>
              </a:buClr>
              <a:buSzPts val="1000"/>
              <a:buFont typeface="Instrument Sans"/>
              <a:buChar char="●"/>
              <a:defRPr/>
            </a:lvl4pPr>
            <a:lvl5pPr indent="-292100" lvl="4" marL="2286000">
              <a:lnSpc>
                <a:spcPct val="115000"/>
              </a:lnSpc>
              <a:spcBef>
                <a:spcPts val="0"/>
              </a:spcBef>
              <a:spcAft>
                <a:spcPts val="0"/>
              </a:spcAft>
              <a:buClr>
                <a:schemeClr val="lt1"/>
              </a:buClr>
              <a:buSzPts val="1000"/>
              <a:buFont typeface="Instrument Sans"/>
              <a:buChar char="○"/>
              <a:defRPr/>
            </a:lvl5pPr>
            <a:lvl6pPr indent="-292100" lvl="5" marL="2743200">
              <a:lnSpc>
                <a:spcPct val="115000"/>
              </a:lnSpc>
              <a:spcBef>
                <a:spcPts val="0"/>
              </a:spcBef>
              <a:spcAft>
                <a:spcPts val="0"/>
              </a:spcAft>
              <a:buClr>
                <a:schemeClr val="lt1"/>
              </a:buClr>
              <a:buSzPts val="1000"/>
              <a:buFont typeface="Instrument Sans"/>
              <a:buChar char="■"/>
              <a:defRPr/>
            </a:lvl6pPr>
            <a:lvl7pPr indent="-292100" lvl="6" marL="3200400">
              <a:lnSpc>
                <a:spcPct val="115000"/>
              </a:lnSpc>
              <a:spcBef>
                <a:spcPts val="0"/>
              </a:spcBef>
              <a:spcAft>
                <a:spcPts val="0"/>
              </a:spcAft>
              <a:buClr>
                <a:schemeClr val="lt1"/>
              </a:buClr>
              <a:buSzPts val="1000"/>
              <a:buFont typeface="Instrument Sans"/>
              <a:buChar char="●"/>
              <a:defRPr/>
            </a:lvl7pPr>
            <a:lvl8pPr indent="-292100" lvl="7" marL="3657600">
              <a:lnSpc>
                <a:spcPct val="115000"/>
              </a:lnSpc>
              <a:spcBef>
                <a:spcPts val="0"/>
              </a:spcBef>
              <a:spcAft>
                <a:spcPts val="0"/>
              </a:spcAft>
              <a:buClr>
                <a:schemeClr val="lt1"/>
              </a:buClr>
              <a:buSzPts val="1000"/>
              <a:buFont typeface="Instrument Sans"/>
              <a:buChar char="○"/>
              <a:defRPr/>
            </a:lvl8pPr>
            <a:lvl9pPr indent="-292100" lvl="8" marL="4114800">
              <a:lnSpc>
                <a:spcPct val="115000"/>
              </a:lnSpc>
              <a:spcBef>
                <a:spcPts val="0"/>
              </a:spcBef>
              <a:spcAft>
                <a:spcPts val="0"/>
              </a:spcAft>
              <a:buClr>
                <a:schemeClr val="lt1"/>
              </a:buClr>
              <a:buSzPts val="1000"/>
              <a:buFont typeface="Instrument Sans"/>
              <a:buChar char="■"/>
              <a:defRPr/>
            </a:lvl9pPr>
          </a:lstStyle>
          <a:p/>
        </p:txBody>
      </p:sp>
      <p:sp>
        <p:nvSpPr>
          <p:cNvPr id="748" name="Google Shape;748;p74"/>
          <p:cNvSpPr txBox="1"/>
          <p:nvPr>
            <p:ph type="title"/>
          </p:nvPr>
        </p:nvSpPr>
        <p:spPr>
          <a:xfrm>
            <a:off x="284700" y="474750"/>
            <a:ext cx="5673600" cy="4986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atin typeface="Instrument Sans Medium"/>
                <a:ea typeface="Instrument Sans Medium"/>
                <a:cs typeface="Instrument Sans Medium"/>
                <a:sym typeface="Instrument Sans Medium"/>
              </a:defRPr>
            </a:lvl2pPr>
            <a:lvl3pPr lvl="2">
              <a:lnSpc>
                <a:spcPct val="115000"/>
              </a:lnSpc>
              <a:spcBef>
                <a:spcPts val="0"/>
              </a:spcBef>
              <a:spcAft>
                <a:spcPts val="0"/>
              </a:spcAft>
              <a:buNone/>
              <a:defRPr sz="2400">
                <a:latin typeface="Instrument Sans Medium"/>
                <a:ea typeface="Instrument Sans Medium"/>
                <a:cs typeface="Instrument Sans Medium"/>
                <a:sym typeface="Instrument Sans Medium"/>
              </a:defRPr>
            </a:lvl3pPr>
            <a:lvl4pPr lvl="3">
              <a:lnSpc>
                <a:spcPct val="115000"/>
              </a:lnSpc>
              <a:spcBef>
                <a:spcPts val="0"/>
              </a:spcBef>
              <a:spcAft>
                <a:spcPts val="0"/>
              </a:spcAft>
              <a:buNone/>
              <a:defRPr sz="2400">
                <a:latin typeface="Instrument Sans Medium"/>
                <a:ea typeface="Instrument Sans Medium"/>
                <a:cs typeface="Instrument Sans Medium"/>
                <a:sym typeface="Instrument Sans Medium"/>
              </a:defRPr>
            </a:lvl4pPr>
            <a:lvl5pPr lvl="4">
              <a:lnSpc>
                <a:spcPct val="115000"/>
              </a:lnSpc>
              <a:spcBef>
                <a:spcPts val="0"/>
              </a:spcBef>
              <a:spcAft>
                <a:spcPts val="0"/>
              </a:spcAft>
              <a:buNone/>
              <a:defRPr sz="2400">
                <a:latin typeface="Instrument Sans Medium"/>
                <a:ea typeface="Instrument Sans Medium"/>
                <a:cs typeface="Instrument Sans Medium"/>
                <a:sym typeface="Instrument Sans Medium"/>
              </a:defRPr>
            </a:lvl5pPr>
            <a:lvl6pPr lvl="5">
              <a:lnSpc>
                <a:spcPct val="115000"/>
              </a:lnSpc>
              <a:spcBef>
                <a:spcPts val="0"/>
              </a:spcBef>
              <a:spcAft>
                <a:spcPts val="0"/>
              </a:spcAft>
              <a:buNone/>
              <a:defRPr sz="2400">
                <a:latin typeface="Instrument Sans Medium"/>
                <a:ea typeface="Instrument Sans Medium"/>
                <a:cs typeface="Instrument Sans Medium"/>
                <a:sym typeface="Instrument Sans Medium"/>
              </a:defRPr>
            </a:lvl6pPr>
            <a:lvl7pPr lvl="6">
              <a:lnSpc>
                <a:spcPct val="115000"/>
              </a:lnSpc>
              <a:spcBef>
                <a:spcPts val="0"/>
              </a:spcBef>
              <a:spcAft>
                <a:spcPts val="0"/>
              </a:spcAft>
              <a:buNone/>
              <a:defRPr sz="2400">
                <a:latin typeface="Instrument Sans Medium"/>
                <a:ea typeface="Instrument Sans Medium"/>
                <a:cs typeface="Instrument Sans Medium"/>
                <a:sym typeface="Instrument Sans Medium"/>
              </a:defRPr>
            </a:lvl7pPr>
            <a:lvl8pPr lvl="7">
              <a:lnSpc>
                <a:spcPct val="115000"/>
              </a:lnSpc>
              <a:spcBef>
                <a:spcPts val="0"/>
              </a:spcBef>
              <a:spcAft>
                <a:spcPts val="0"/>
              </a:spcAft>
              <a:buNone/>
              <a:defRPr sz="2400">
                <a:latin typeface="Instrument Sans Medium"/>
                <a:ea typeface="Instrument Sans Medium"/>
                <a:cs typeface="Instrument Sans Medium"/>
                <a:sym typeface="Instrument Sans Medium"/>
              </a:defRPr>
            </a:lvl8pPr>
            <a:lvl9pPr lvl="8">
              <a:lnSpc>
                <a:spcPct val="115000"/>
              </a:lnSpc>
              <a:spcBef>
                <a:spcPts val="0"/>
              </a:spcBef>
              <a:spcAft>
                <a:spcPts val="0"/>
              </a:spcAft>
              <a:buNone/>
              <a:defRPr sz="2400">
                <a:latin typeface="Instrument Sans Medium"/>
                <a:ea typeface="Instrument Sans Medium"/>
                <a:cs typeface="Instrument Sans Medium"/>
                <a:sym typeface="Instrument Sans Medium"/>
              </a:defRPr>
            </a:lvl9pPr>
          </a:lstStyle>
          <a:p/>
        </p:txBody>
      </p:sp>
      <p:sp>
        <p:nvSpPr>
          <p:cNvPr id="749" name="Google Shape;749;p74"/>
          <p:cNvSpPr txBox="1"/>
          <p:nvPr>
            <p:ph idx="8" type="subTitle"/>
          </p:nvPr>
        </p:nvSpPr>
        <p:spPr>
          <a:xfrm>
            <a:off x="6084175" y="2787750"/>
            <a:ext cx="2772600" cy="192000"/>
          </a:xfrm>
          <a:prstGeom prst="rect">
            <a:avLst/>
          </a:prstGeom>
        </p:spPr>
        <p:txBody>
          <a:bodyPr anchorCtr="0" anchor="t" bIns="0" lIns="182875" spcFirstLastPara="1" rIns="182875" wrap="square" tIns="0">
            <a:noAutofit/>
          </a:bodyPr>
          <a:lstStyle>
            <a:lvl1pPr lvl="0">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1pPr>
            <a:lvl2pPr lvl="1">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2pPr>
            <a:lvl3pPr lvl="2">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3pPr>
            <a:lvl4pPr lvl="3">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4pPr>
            <a:lvl5pPr lvl="4">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5pPr>
            <a:lvl6pPr lvl="5">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6pPr>
            <a:lvl7pPr lvl="6">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7pPr>
            <a:lvl8pPr lvl="7">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8pPr>
            <a:lvl9pPr lvl="8">
              <a:lnSpc>
                <a:spcPct val="90000"/>
              </a:lnSpc>
              <a:spcBef>
                <a:spcPts val="0"/>
              </a:spcBef>
              <a:spcAft>
                <a:spcPts val="0"/>
              </a:spcAft>
              <a:buClr>
                <a:schemeClr val="lt1"/>
              </a:buClr>
              <a:buSzPts val="1200"/>
              <a:buFont typeface="Instrument Sans SemiBold"/>
              <a:buNone/>
              <a:defRPr sz="1200">
                <a:latin typeface="Instrument Sans SemiBold"/>
                <a:ea typeface="Instrument Sans SemiBold"/>
                <a:cs typeface="Instrument Sans SemiBold"/>
                <a:sym typeface="Instrument Sans SemiBold"/>
              </a:defRPr>
            </a:lvl9pPr>
          </a:lstStyle>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 w/ left box">
  <p:cSld name="BLANK_1_1_1_1_1_1_1_1_1_1_1_1_1_1_1_1_1_1_1_1_2">
    <p:spTree>
      <p:nvGrpSpPr>
        <p:cNvPr id="750" name="Shape 750"/>
        <p:cNvGrpSpPr/>
        <p:nvPr/>
      </p:nvGrpSpPr>
      <p:grpSpPr>
        <a:xfrm>
          <a:off x="0" y="0"/>
          <a:ext cx="0" cy="0"/>
          <a:chOff x="0" y="0"/>
          <a:chExt cx="0" cy="0"/>
        </a:xfrm>
      </p:grpSpPr>
      <p:sp>
        <p:nvSpPr>
          <p:cNvPr id="751" name="Google Shape;751;p75"/>
          <p:cNvSpPr/>
          <p:nvPr>
            <p:ph idx="2" type="pic"/>
          </p:nvPr>
        </p:nvSpPr>
        <p:spPr>
          <a:xfrm>
            <a:off x="-10475" y="0"/>
            <a:ext cx="9167700" cy="5143500"/>
          </a:xfrm>
          <a:prstGeom prst="rect">
            <a:avLst/>
          </a:prstGeom>
          <a:noFill/>
          <a:ln>
            <a:noFill/>
          </a:ln>
        </p:spPr>
      </p:sp>
      <p:sp>
        <p:nvSpPr>
          <p:cNvPr id="752" name="Google Shape;752;p75"/>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53" name="Google Shape;753;p75"/>
          <p:cNvSpPr txBox="1"/>
          <p:nvPr>
            <p:ph idx="3"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54" name="Google Shape;754;p75"/>
          <p:cNvSpPr txBox="1"/>
          <p:nvPr>
            <p:ph idx="4" type="body"/>
          </p:nvPr>
        </p:nvSpPr>
        <p:spPr>
          <a:xfrm>
            <a:off x="284800" y="3713250"/>
            <a:ext cx="4227300" cy="955200"/>
          </a:xfrm>
          <a:prstGeom prst="rect">
            <a:avLst/>
          </a:prstGeom>
        </p:spPr>
        <p:txBody>
          <a:bodyPr anchorCtr="0" anchor="b" bIns="182875" lIns="182875" spcFirstLastPara="1" rIns="182875"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
        <p:nvSpPr>
          <p:cNvPr id="755" name="Google Shape;755;p75"/>
          <p:cNvSpPr txBox="1"/>
          <p:nvPr>
            <p:ph type="title"/>
          </p:nvPr>
        </p:nvSpPr>
        <p:spPr>
          <a:xfrm>
            <a:off x="284700" y="474750"/>
            <a:ext cx="4227300" cy="965400"/>
          </a:xfrm>
          <a:prstGeom prst="rect">
            <a:avLst/>
          </a:prstGeom>
        </p:spPr>
        <p:txBody>
          <a:bodyPr anchorCtr="0" anchor="t"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vl2pPr>
            <a:lvl3pPr lvl="2">
              <a:lnSpc>
                <a:spcPct val="115000"/>
              </a:lnSpc>
              <a:spcBef>
                <a:spcPts val="0"/>
              </a:spcBef>
              <a:spcAft>
                <a:spcPts val="0"/>
              </a:spcAft>
              <a:buNone/>
              <a:defRPr sz="2400"/>
            </a:lvl3pPr>
            <a:lvl4pPr lvl="3">
              <a:lnSpc>
                <a:spcPct val="115000"/>
              </a:lnSpc>
              <a:spcBef>
                <a:spcPts val="0"/>
              </a:spcBef>
              <a:spcAft>
                <a:spcPts val="0"/>
              </a:spcAft>
              <a:buNone/>
              <a:defRPr sz="2400"/>
            </a:lvl4pPr>
            <a:lvl5pPr lvl="4">
              <a:lnSpc>
                <a:spcPct val="115000"/>
              </a:lnSpc>
              <a:spcBef>
                <a:spcPts val="0"/>
              </a:spcBef>
              <a:spcAft>
                <a:spcPts val="0"/>
              </a:spcAft>
              <a:buNone/>
              <a:defRPr sz="2400"/>
            </a:lvl5pPr>
            <a:lvl6pPr lvl="5">
              <a:lnSpc>
                <a:spcPct val="115000"/>
              </a:lnSpc>
              <a:spcBef>
                <a:spcPts val="0"/>
              </a:spcBef>
              <a:spcAft>
                <a:spcPts val="0"/>
              </a:spcAft>
              <a:buNone/>
              <a:defRPr sz="2400"/>
            </a:lvl6pPr>
            <a:lvl7pPr lvl="6">
              <a:lnSpc>
                <a:spcPct val="115000"/>
              </a:lnSpc>
              <a:spcBef>
                <a:spcPts val="0"/>
              </a:spcBef>
              <a:spcAft>
                <a:spcPts val="0"/>
              </a:spcAft>
              <a:buNone/>
              <a:defRPr sz="2400"/>
            </a:lvl7pPr>
            <a:lvl8pPr lvl="7">
              <a:lnSpc>
                <a:spcPct val="115000"/>
              </a:lnSpc>
              <a:spcBef>
                <a:spcPts val="0"/>
              </a:spcBef>
              <a:spcAft>
                <a:spcPts val="0"/>
              </a:spcAft>
              <a:buNone/>
              <a:defRPr sz="2400"/>
            </a:lvl8pPr>
            <a:lvl9pPr lvl="8">
              <a:lnSpc>
                <a:spcPct val="115000"/>
              </a:lnSpc>
              <a:spcBef>
                <a:spcPts val="0"/>
              </a:spcBef>
              <a:spcAft>
                <a:spcPts val="0"/>
              </a:spcAft>
              <a:buNone/>
              <a:defRPr sz="2400"/>
            </a:lvl9pPr>
          </a:lstStyle>
          <a:p/>
        </p:txBody>
      </p:sp>
      <p:sp>
        <p:nvSpPr>
          <p:cNvPr id="756" name="Google Shape;756;p75"/>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 w/ right box ">
  <p:cSld name="BLANK_1_1_1_1_1_1_1_1_1_1_1_1_1_1_1_1_1_1_1_1_2_1">
    <p:spTree>
      <p:nvGrpSpPr>
        <p:cNvPr id="757" name="Shape 757"/>
        <p:cNvGrpSpPr/>
        <p:nvPr/>
      </p:nvGrpSpPr>
      <p:grpSpPr>
        <a:xfrm>
          <a:off x="0" y="0"/>
          <a:ext cx="0" cy="0"/>
          <a:chOff x="0" y="0"/>
          <a:chExt cx="0" cy="0"/>
        </a:xfrm>
      </p:grpSpPr>
      <p:sp>
        <p:nvSpPr>
          <p:cNvPr id="758" name="Google Shape;758;p76"/>
          <p:cNvSpPr/>
          <p:nvPr>
            <p:ph idx="2" type="pic"/>
          </p:nvPr>
        </p:nvSpPr>
        <p:spPr>
          <a:xfrm>
            <a:off x="-10475" y="0"/>
            <a:ext cx="9167700" cy="5143500"/>
          </a:xfrm>
          <a:prstGeom prst="rect">
            <a:avLst/>
          </a:prstGeom>
          <a:noFill/>
          <a:ln>
            <a:noFill/>
          </a:ln>
        </p:spPr>
      </p:sp>
      <p:sp>
        <p:nvSpPr>
          <p:cNvPr id="759" name="Google Shape;759;p76"/>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60" name="Google Shape;760;p76"/>
          <p:cNvSpPr txBox="1"/>
          <p:nvPr>
            <p:ph idx="3"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61" name="Google Shape;761;p76"/>
          <p:cNvSpPr txBox="1"/>
          <p:nvPr>
            <p:ph idx="4" type="body"/>
          </p:nvPr>
        </p:nvSpPr>
        <p:spPr>
          <a:xfrm>
            <a:off x="5078626" y="3728550"/>
            <a:ext cx="3767400" cy="941700"/>
          </a:xfrm>
          <a:prstGeom prst="rect">
            <a:avLst/>
          </a:prstGeom>
        </p:spPr>
        <p:txBody>
          <a:bodyPr anchorCtr="0" anchor="b" bIns="182875" lIns="182875" spcFirstLastPara="1" rIns="182875"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
        <p:nvSpPr>
          <p:cNvPr id="762" name="Google Shape;762;p76"/>
          <p:cNvSpPr txBox="1"/>
          <p:nvPr>
            <p:ph type="title"/>
          </p:nvPr>
        </p:nvSpPr>
        <p:spPr>
          <a:xfrm>
            <a:off x="284700" y="474750"/>
            <a:ext cx="4344900" cy="965400"/>
          </a:xfrm>
          <a:prstGeom prst="rect">
            <a:avLst/>
          </a:prstGeom>
        </p:spPr>
        <p:txBody>
          <a:bodyPr anchorCtr="0" anchor="t"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vl2pPr>
            <a:lvl3pPr lvl="2">
              <a:lnSpc>
                <a:spcPct val="115000"/>
              </a:lnSpc>
              <a:spcBef>
                <a:spcPts val="0"/>
              </a:spcBef>
              <a:spcAft>
                <a:spcPts val="0"/>
              </a:spcAft>
              <a:buNone/>
              <a:defRPr sz="2400"/>
            </a:lvl3pPr>
            <a:lvl4pPr lvl="3">
              <a:lnSpc>
                <a:spcPct val="115000"/>
              </a:lnSpc>
              <a:spcBef>
                <a:spcPts val="0"/>
              </a:spcBef>
              <a:spcAft>
                <a:spcPts val="0"/>
              </a:spcAft>
              <a:buNone/>
              <a:defRPr sz="2400"/>
            </a:lvl4pPr>
            <a:lvl5pPr lvl="4">
              <a:lnSpc>
                <a:spcPct val="115000"/>
              </a:lnSpc>
              <a:spcBef>
                <a:spcPts val="0"/>
              </a:spcBef>
              <a:spcAft>
                <a:spcPts val="0"/>
              </a:spcAft>
              <a:buNone/>
              <a:defRPr sz="2400"/>
            </a:lvl5pPr>
            <a:lvl6pPr lvl="5">
              <a:lnSpc>
                <a:spcPct val="115000"/>
              </a:lnSpc>
              <a:spcBef>
                <a:spcPts val="0"/>
              </a:spcBef>
              <a:spcAft>
                <a:spcPts val="0"/>
              </a:spcAft>
              <a:buNone/>
              <a:defRPr sz="2400"/>
            </a:lvl6pPr>
            <a:lvl7pPr lvl="6">
              <a:lnSpc>
                <a:spcPct val="115000"/>
              </a:lnSpc>
              <a:spcBef>
                <a:spcPts val="0"/>
              </a:spcBef>
              <a:spcAft>
                <a:spcPts val="0"/>
              </a:spcAft>
              <a:buNone/>
              <a:defRPr sz="2400"/>
            </a:lvl7pPr>
            <a:lvl8pPr lvl="7">
              <a:lnSpc>
                <a:spcPct val="115000"/>
              </a:lnSpc>
              <a:spcBef>
                <a:spcPts val="0"/>
              </a:spcBef>
              <a:spcAft>
                <a:spcPts val="0"/>
              </a:spcAft>
              <a:buNone/>
              <a:defRPr sz="2400"/>
            </a:lvl8pPr>
            <a:lvl9pPr lvl="8">
              <a:lnSpc>
                <a:spcPct val="115000"/>
              </a:lnSpc>
              <a:spcBef>
                <a:spcPts val="0"/>
              </a:spcBef>
              <a:spcAft>
                <a:spcPts val="0"/>
              </a:spcAft>
              <a:buNone/>
              <a:defRPr sz="2400"/>
            </a:lvl9pPr>
          </a:lstStyle>
          <a:p/>
        </p:txBody>
      </p:sp>
      <p:sp>
        <p:nvSpPr>
          <p:cNvPr id="763" name="Google Shape;763;p76"/>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images and blocks">
  <p:cSld name="CUSTOM_7">
    <p:bg>
      <p:bgPr>
        <a:blipFill>
          <a:blip r:embed="rId2">
            <a:alphaModFix/>
          </a:blip>
          <a:stretch>
            <a:fillRect/>
          </a:stretch>
        </a:blipFill>
      </p:bgPr>
    </p:bg>
    <p:spTree>
      <p:nvGrpSpPr>
        <p:cNvPr id="764" name="Shape 764"/>
        <p:cNvGrpSpPr/>
        <p:nvPr/>
      </p:nvGrpSpPr>
      <p:grpSpPr>
        <a:xfrm>
          <a:off x="0" y="0"/>
          <a:ext cx="0" cy="0"/>
          <a:chOff x="0" y="0"/>
          <a:chExt cx="0" cy="0"/>
        </a:xfrm>
      </p:grpSpPr>
      <p:sp>
        <p:nvSpPr>
          <p:cNvPr id="765" name="Google Shape;765;p77"/>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766" name="Google Shape;766;p77"/>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67" name="Google Shape;767;p77"/>
          <p:cNvSpPr txBox="1"/>
          <p:nvPr>
            <p:ph idx="2"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68" name="Google Shape;768;p77"/>
          <p:cNvSpPr txBox="1"/>
          <p:nvPr>
            <p:ph idx="3" type="body"/>
          </p:nvPr>
        </p:nvSpPr>
        <p:spPr>
          <a:xfrm>
            <a:off x="284700" y="1862325"/>
            <a:ext cx="4219200" cy="512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
        <p:nvSpPr>
          <p:cNvPr id="769" name="Google Shape;769;p77"/>
          <p:cNvSpPr/>
          <p:nvPr>
            <p:ph idx="4" type="pic"/>
          </p:nvPr>
        </p:nvSpPr>
        <p:spPr>
          <a:xfrm>
            <a:off x="4623425" y="672675"/>
            <a:ext cx="4247100" cy="1839300"/>
          </a:xfrm>
          <a:prstGeom prst="roundRect">
            <a:avLst>
              <a:gd fmla="val 14674" name="adj"/>
            </a:avLst>
          </a:prstGeom>
          <a:noFill/>
          <a:ln>
            <a:noFill/>
          </a:ln>
        </p:spPr>
      </p:sp>
      <p:sp>
        <p:nvSpPr>
          <p:cNvPr id="770" name="Google Shape;770;p77"/>
          <p:cNvSpPr/>
          <p:nvPr>
            <p:ph idx="5" type="pic"/>
          </p:nvPr>
        </p:nvSpPr>
        <p:spPr>
          <a:xfrm>
            <a:off x="4623425" y="2629425"/>
            <a:ext cx="4227600" cy="1074000"/>
          </a:xfrm>
          <a:prstGeom prst="roundRect">
            <a:avLst>
              <a:gd fmla="val 50000" name="adj"/>
            </a:avLst>
          </a:prstGeom>
          <a:noFill/>
          <a:ln>
            <a:noFill/>
          </a:ln>
        </p:spPr>
      </p:sp>
      <p:sp>
        <p:nvSpPr>
          <p:cNvPr id="771" name="Google Shape;771;p77"/>
          <p:cNvSpPr txBox="1"/>
          <p:nvPr>
            <p:ph idx="6" type="body"/>
          </p:nvPr>
        </p:nvSpPr>
        <p:spPr>
          <a:xfrm>
            <a:off x="4627625" y="4055988"/>
            <a:ext cx="4219200" cy="612600"/>
          </a:xfrm>
          <a:prstGeom prst="rect">
            <a:avLst/>
          </a:prstGeom>
        </p:spPr>
        <p:txBody>
          <a:bodyPr anchorCtr="0" anchor="t" bIns="91425" lIns="0" spcFirstLastPara="1" rIns="91425" wrap="square" tIns="91425">
            <a:noAutofit/>
          </a:bodyPr>
          <a:lstStyle>
            <a:lvl1pPr indent="-292100" lvl="0" marL="457200">
              <a:spcBef>
                <a:spcPts val="0"/>
              </a:spcBef>
              <a:spcAft>
                <a:spcPts val="0"/>
              </a:spcAft>
              <a:buSzPts val="1000"/>
              <a:buFont typeface="Instrument Sans"/>
              <a:buChar char="●"/>
              <a:defRPr/>
            </a:lvl1pPr>
            <a:lvl2pPr indent="-292100" lvl="1" marL="914400">
              <a:spcBef>
                <a:spcPts val="800"/>
              </a:spcBef>
              <a:spcAft>
                <a:spcPts val="0"/>
              </a:spcAft>
              <a:buSzPts val="1000"/>
              <a:buFont typeface="Instrument Sans"/>
              <a:buChar char="○"/>
              <a:defRPr/>
            </a:lvl2pPr>
            <a:lvl3pPr indent="-292100" lvl="2" marL="1371600">
              <a:spcBef>
                <a:spcPts val="800"/>
              </a:spcBef>
              <a:spcAft>
                <a:spcPts val="0"/>
              </a:spcAft>
              <a:buSzPts val="1000"/>
              <a:buFont typeface="Instrument Sans"/>
              <a:buChar char="■"/>
              <a:defRPr/>
            </a:lvl3pPr>
            <a:lvl4pPr indent="-292100" lvl="3" marL="1828800">
              <a:spcBef>
                <a:spcPts val="800"/>
              </a:spcBef>
              <a:spcAft>
                <a:spcPts val="0"/>
              </a:spcAft>
              <a:buSzPts val="1000"/>
              <a:buFont typeface="Instrument Sans"/>
              <a:buChar char="●"/>
              <a:defRPr/>
            </a:lvl4pPr>
            <a:lvl5pPr indent="-292100" lvl="4" marL="2286000">
              <a:spcBef>
                <a:spcPts val="800"/>
              </a:spcBef>
              <a:spcAft>
                <a:spcPts val="0"/>
              </a:spcAft>
              <a:buSzPts val="1000"/>
              <a:buFont typeface="Instrument Sans"/>
              <a:buChar char="○"/>
              <a:defRPr/>
            </a:lvl5pPr>
            <a:lvl6pPr indent="-292100" lvl="5" marL="2743200">
              <a:spcBef>
                <a:spcPts val="800"/>
              </a:spcBef>
              <a:spcAft>
                <a:spcPts val="0"/>
              </a:spcAft>
              <a:buSzPts val="1000"/>
              <a:buFont typeface="Instrument Sans"/>
              <a:buChar char="■"/>
              <a:defRPr/>
            </a:lvl6pPr>
            <a:lvl7pPr indent="-292100" lvl="6" marL="3200400">
              <a:spcBef>
                <a:spcPts val="800"/>
              </a:spcBef>
              <a:spcAft>
                <a:spcPts val="0"/>
              </a:spcAft>
              <a:buSzPts val="1000"/>
              <a:buFont typeface="Instrument Sans"/>
              <a:buChar char="●"/>
              <a:defRPr/>
            </a:lvl7pPr>
            <a:lvl8pPr indent="-292100" lvl="7" marL="3657600">
              <a:spcBef>
                <a:spcPts val="800"/>
              </a:spcBef>
              <a:spcAft>
                <a:spcPts val="0"/>
              </a:spcAft>
              <a:buSzPts val="1000"/>
              <a:buFont typeface="Instrument Sans"/>
              <a:buChar char="○"/>
              <a:defRPr/>
            </a:lvl8pPr>
            <a:lvl9pPr indent="-292100" lvl="8" marL="4114800">
              <a:spcBef>
                <a:spcPts val="800"/>
              </a:spcBef>
              <a:spcAft>
                <a:spcPts val="800"/>
              </a:spcAft>
              <a:buSzPts val="1000"/>
              <a:buFont typeface="Instrument Sans"/>
              <a:buChar char="■"/>
              <a:defRPr/>
            </a:lvl9pPr>
          </a:lstStyle>
          <a:p/>
        </p:txBody>
      </p:sp>
      <p:sp>
        <p:nvSpPr>
          <p:cNvPr id="772" name="Google Shape;772;p77"/>
          <p:cNvSpPr txBox="1"/>
          <p:nvPr>
            <p:ph idx="7" type="body"/>
          </p:nvPr>
        </p:nvSpPr>
        <p:spPr>
          <a:xfrm>
            <a:off x="2450475" y="3154450"/>
            <a:ext cx="2055000" cy="546000"/>
          </a:xfrm>
          <a:prstGeom prst="rect">
            <a:avLst/>
          </a:prstGeom>
        </p:spPr>
        <p:txBody>
          <a:bodyPr anchorCtr="0" anchor="t" bIns="182875" lIns="182875" spcFirstLastPara="1" rIns="182875"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
        <p:nvSpPr>
          <p:cNvPr id="773" name="Google Shape;773;p77"/>
          <p:cNvSpPr txBox="1"/>
          <p:nvPr>
            <p:ph idx="8" type="body"/>
          </p:nvPr>
        </p:nvSpPr>
        <p:spPr>
          <a:xfrm>
            <a:off x="284700" y="3154450"/>
            <a:ext cx="2051400" cy="549000"/>
          </a:xfrm>
          <a:prstGeom prst="rect">
            <a:avLst/>
          </a:prstGeom>
        </p:spPr>
        <p:txBody>
          <a:bodyPr anchorCtr="0" anchor="t" bIns="182875" lIns="182875" spcFirstLastPara="1" rIns="182875" wrap="square" tIns="0">
            <a:noAutofit/>
          </a:bodyPr>
          <a:lstStyle>
            <a:lvl1pPr indent="-292100" lvl="0" marL="457200">
              <a:spcBef>
                <a:spcPts val="0"/>
              </a:spcBef>
              <a:spcAft>
                <a:spcPts val="0"/>
              </a:spcAft>
              <a:buClr>
                <a:schemeClr val="lt1"/>
              </a:buClr>
              <a:buSzPts val="1000"/>
              <a:buFont typeface="Instrument Sans"/>
              <a:buChar char="●"/>
              <a:defRPr/>
            </a:lvl1pPr>
            <a:lvl2pPr indent="-292100" lvl="1" marL="914400">
              <a:spcBef>
                <a:spcPts val="0"/>
              </a:spcBef>
              <a:spcAft>
                <a:spcPts val="0"/>
              </a:spcAft>
              <a:buClr>
                <a:schemeClr val="lt1"/>
              </a:buClr>
              <a:buSzPts val="1000"/>
              <a:buFont typeface="Instrument Sans"/>
              <a:buChar char="○"/>
              <a:defRPr/>
            </a:lvl2pPr>
            <a:lvl3pPr indent="-292100" lvl="2" marL="1371600">
              <a:spcBef>
                <a:spcPts val="0"/>
              </a:spcBef>
              <a:spcAft>
                <a:spcPts val="0"/>
              </a:spcAft>
              <a:buClr>
                <a:schemeClr val="lt1"/>
              </a:buClr>
              <a:buSzPts val="1000"/>
              <a:buFont typeface="Instrument Sans"/>
              <a:buChar char="■"/>
              <a:defRPr/>
            </a:lvl3pPr>
            <a:lvl4pPr indent="-292100" lvl="3" marL="1828800">
              <a:spcBef>
                <a:spcPts val="0"/>
              </a:spcBef>
              <a:spcAft>
                <a:spcPts val="0"/>
              </a:spcAft>
              <a:buClr>
                <a:schemeClr val="lt1"/>
              </a:buClr>
              <a:buSzPts val="1000"/>
              <a:buFont typeface="Instrument Sans"/>
              <a:buChar char="●"/>
              <a:defRPr/>
            </a:lvl4pPr>
            <a:lvl5pPr indent="-292100" lvl="4" marL="2286000">
              <a:spcBef>
                <a:spcPts val="0"/>
              </a:spcBef>
              <a:spcAft>
                <a:spcPts val="0"/>
              </a:spcAft>
              <a:buClr>
                <a:schemeClr val="lt1"/>
              </a:buClr>
              <a:buSzPts val="1000"/>
              <a:buFont typeface="Instrument Sans"/>
              <a:buChar char="○"/>
              <a:defRPr/>
            </a:lvl5pPr>
            <a:lvl6pPr indent="-292100" lvl="5" marL="2743200">
              <a:spcBef>
                <a:spcPts val="0"/>
              </a:spcBef>
              <a:spcAft>
                <a:spcPts val="0"/>
              </a:spcAft>
              <a:buClr>
                <a:schemeClr val="lt1"/>
              </a:buClr>
              <a:buSzPts val="1000"/>
              <a:buFont typeface="Instrument Sans"/>
              <a:buChar char="■"/>
              <a:defRPr/>
            </a:lvl6pPr>
            <a:lvl7pPr indent="-292100" lvl="6" marL="3200400">
              <a:spcBef>
                <a:spcPts val="0"/>
              </a:spcBef>
              <a:spcAft>
                <a:spcPts val="0"/>
              </a:spcAft>
              <a:buClr>
                <a:schemeClr val="lt1"/>
              </a:buClr>
              <a:buSzPts val="1000"/>
              <a:buFont typeface="Instrument Sans"/>
              <a:buChar char="●"/>
              <a:defRPr/>
            </a:lvl7pPr>
            <a:lvl8pPr indent="-292100" lvl="7" marL="3657600">
              <a:spcBef>
                <a:spcPts val="0"/>
              </a:spcBef>
              <a:spcAft>
                <a:spcPts val="0"/>
              </a:spcAft>
              <a:buClr>
                <a:schemeClr val="lt1"/>
              </a:buClr>
              <a:buSzPts val="1000"/>
              <a:buFont typeface="Instrument Sans"/>
              <a:buChar char="○"/>
              <a:defRPr/>
            </a:lvl8pPr>
            <a:lvl9pPr indent="-292100" lvl="8" marL="4114800">
              <a:spcBef>
                <a:spcPts val="0"/>
              </a:spcBef>
              <a:spcAft>
                <a:spcPts val="0"/>
              </a:spcAft>
              <a:buClr>
                <a:schemeClr val="lt1"/>
              </a:buClr>
              <a:buSzPts val="1000"/>
              <a:buFont typeface="Instrument Sans"/>
              <a:buChar char="■"/>
              <a:defRPr/>
            </a:lvl9pPr>
          </a:lstStyle>
          <a:p/>
        </p:txBody>
      </p:sp>
      <p:sp>
        <p:nvSpPr>
          <p:cNvPr id="774" name="Google Shape;774;p77"/>
          <p:cNvSpPr txBox="1"/>
          <p:nvPr>
            <p:ph type="title"/>
          </p:nvPr>
        </p:nvSpPr>
        <p:spPr>
          <a:xfrm>
            <a:off x="284700" y="672675"/>
            <a:ext cx="4219200" cy="767400"/>
          </a:xfrm>
          <a:prstGeom prst="rect">
            <a:avLst/>
          </a:prstGeom>
        </p:spPr>
        <p:txBody>
          <a:bodyPr anchorCtr="0" anchor="t" bIns="0" lIns="0" spcFirstLastPara="1" rIns="0" wrap="square" tIns="0">
            <a:noAutofit/>
          </a:bodyPr>
          <a:lstStyle>
            <a:lvl1pPr lvl="0">
              <a:lnSpc>
                <a:spcPct val="90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115000"/>
              </a:lnSpc>
              <a:spcBef>
                <a:spcPts val="0"/>
              </a:spcBef>
              <a:spcAft>
                <a:spcPts val="0"/>
              </a:spcAft>
              <a:buNone/>
              <a:defRPr sz="2400"/>
            </a:lvl2pPr>
            <a:lvl3pPr lvl="2">
              <a:lnSpc>
                <a:spcPct val="115000"/>
              </a:lnSpc>
              <a:spcBef>
                <a:spcPts val="0"/>
              </a:spcBef>
              <a:spcAft>
                <a:spcPts val="0"/>
              </a:spcAft>
              <a:buNone/>
              <a:defRPr sz="2400"/>
            </a:lvl3pPr>
            <a:lvl4pPr lvl="3">
              <a:lnSpc>
                <a:spcPct val="115000"/>
              </a:lnSpc>
              <a:spcBef>
                <a:spcPts val="0"/>
              </a:spcBef>
              <a:spcAft>
                <a:spcPts val="0"/>
              </a:spcAft>
              <a:buNone/>
              <a:defRPr sz="2400"/>
            </a:lvl4pPr>
            <a:lvl5pPr lvl="4">
              <a:lnSpc>
                <a:spcPct val="115000"/>
              </a:lnSpc>
              <a:spcBef>
                <a:spcPts val="0"/>
              </a:spcBef>
              <a:spcAft>
                <a:spcPts val="0"/>
              </a:spcAft>
              <a:buNone/>
              <a:defRPr sz="2400"/>
            </a:lvl5pPr>
            <a:lvl6pPr lvl="5">
              <a:lnSpc>
                <a:spcPct val="115000"/>
              </a:lnSpc>
              <a:spcBef>
                <a:spcPts val="0"/>
              </a:spcBef>
              <a:spcAft>
                <a:spcPts val="0"/>
              </a:spcAft>
              <a:buNone/>
              <a:defRPr sz="2400"/>
            </a:lvl6pPr>
            <a:lvl7pPr lvl="6">
              <a:lnSpc>
                <a:spcPct val="115000"/>
              </a:lnSpc>
              <a:spcBef>
                <a:spcPts val="0"/>
              </a:spcBef>
              <a:spcAft>
                <a:spcPts val="0"/>
              </a:spcAft>
              <a:buNone/>
              <a:defRPr sz="2400"/>
            </a:lvl7pPr>
            <a:lvl8pPr lvl="7">
              <a:lnSpc>
                <a:spcPct val="115000"/>
              </a:lnSpc>
              <a:spcBef>
                <a:spcPts val="0"/>
              </a:spcBef>
              <a:spcAft>
                <a:spcPts val="0"/>
              </a:spcAft>
              <a:buNone/>
              <a:defRPr sz="2400"/>
            </a:lvl8pPr>
            <a:lvl9pPr lvl="8">
              <a:lnSpc>
                <a:spcPct val="115000"/>
              </a:lnSpc>
              <a:spcBef>
                <a:spcPts val="0"/>
              </a:spcBef>
              <a:spcAft>
                <a:spcPts val="0"/>
              </a:spcAft>
              <a:buNone/>
              <a:defRPr sz="2400"/>
            </a:lvl9pPr>
          </a:lstStyle>
          <a:p/>
        </p:txBody>
      </p:sp>
      <p:sp>
        <p:nvSpPr>
          <p:cNvPr id="775" name="Google Shape;775;p77"/>
          <p:cNvSpPr txBox="1"/>
          <p:nvPr>
            <p:ph idx="9" type="subTitle"/>
          </p:nvPr>
        </p:nvSpPr>
        <p:spPr>
          <a:xfrm>
            <a:off x="284700" y="2630400"/>
            <a:ext cx="2051400" cy="498900"/>
          </a:xfrm>
          <a:prstGeom prst="rect">
            <a:avLst/>
          </a:prstGeom>
        </p:spPr>
        <p:txBody>
          <a:bodyPr anchorCtr="0" anchor="t" bIns="0" lIns="182875" spcFirstLastPara="1" rIns="182875" wrap="square" tIns="182875">
            <a:noAutofit/>
          </a:bodyPr>
          <a:lstStyle>
            <a:lvl1pPr lvl="0">
              <a:lnSpc>
                <a:spcPct val="85000"/>
              </a:lnSpc>
              <a:spcBef>
                <a:spcPts val="0"/>
              </a:spcBef>
              <a:spcAft>
                <a:spcPts val="0"/>
              </a:spcAft>
              <a:buClr>
                <a:schemeClr val="lt1"/>
              </a:buClr>
              <a:buSzPts val="1800"/>
              <a:buFont typeface="Instrument Sans SemiBold"/>
              <a:buNone/>
              <a:defRPr sz="1800">
                <a:latin typeface="Instrument Sans SemiBold"/>
                <a:ea typeface="Instrument Sans SemiBold"/>
                <a:cs typeface="Instrument Sans SemiBold"/>
                <a:sym typeface="Instrument Sans SemiBold"/>
              </a:defRPr>
            </a:lvl1pPr>
            <a:lvl2pPr lvl="1">
              <a:lnSpc>
                <a:spcPct val="85000"/>
              </a:lnSpc>
              <a:spcBef>
                <a:spcPts val="0"/>
              </a:spcBef>
              <a:spcAft>
                <a:spcPts val="0"/>
              </a:spcAft>
              <a:buNone/>
              <a:defRPr sz="1200"/>
            </a:lvl2pPr>
            <a:lvl3pPr lvl="2">
              <a:lnSpc>
                <a:spcPct val="85000"/>
              </a:lnSpc>
              <a:spcBef>
                <a:spcPts val="0"/>
              </a:spcBef>
              <a:spcAft>
                <a:spcPts val="0"/>
              </a:spcAft>
              <a:buNone/>
              <a:defRPr sz="1200"/>
            </a:lvl3pPr>
            <a:lvl4pPr lvl="3">
              <a:lnSpc>
                <a:spcPct val="85000"/>
              </a:lnSpc>
              <a:spcBef>
                <a:spcPts val="0"/>
              </a:spcBef>
              <a:spcAft>
                <a:spcPts val="0"/>
              </a:spcAft>
              <a:buNone/>
              <a:defRPr sz="1200"/>
            </a:lvl4pPr>
            <a:lvl5pPr lvl="4">
              <a:lnSpc>
                <a:spcPct val="85000"/>
              </a:lnSpc>
              <a:spcBef>
                <a:spcPts val="0"/>
              </a:spcBef>
              <a:spcAft>
                <a:spcPts val="0"/>
              </a:spcAft>
              <a:buNone/>
              <a:defRPr sz="1200"/>
            </a:lvl5pPr>
            <a:lvl6pPr lvl="5">
              <a:lnSpc>
                <a:spcPct val="85000"/>
              </a:lnSpc>
              <a:spcBef>
                <a:spcPts val="0"/>
              </a:spcBef>
              <a:spcAft>
                <a:spcPts val="0"/>
              </a:spcAft>
              <a:buNone/>
              <a:defRPr sz="1200"/>
            </a:lvl6pPr>
            <a:lvl7pPr lvl="6">
              <a:lnSpc>
                <a:spcPct val="85000"/>
              </a:lnSpc>
              <a:spcBef>
                <a:spcPts val="0"/>
              </a:spcBef>
              <a:spcAft>
                <a:spcPts val="0"/>
              </a:spcAft>
              <a:buNone/>
              <a:defRPr sz="1200"/>
            </a:lvl7pPr>
            <a:lvl8pPr lvl="7">
              <a:lnSpc>
                <a:spcPct val="85000"/>
              </a:lnSpc>
              <a:spcBef>
                <a:spcPts val="0"/>
              </a:spcBef>
              <a:spcAft>
                <a:spcPts val="0"/>
              </a:spcAft>
              <a:buNone/>
              <a:defRPr sz="1200"/>
            </a:lvl8pPr>
            <a:lvl9pPr lvl="8">
              <a:lnSpc>
                <a:spcPct val="85000"/>
              </a:lnSpc>
              <a:spcBef>
                <a:spcPts val="0"/>
              </a:spcBef>
              <a:spcAft>
                <a:spcPts val="0"/>
              </a:spcAft>
              <a:buNone/>
              <a:defRPr sz="1200"/>
            </a:lvl9pPr>
          </a:lstStyle>
          <a:p/>
        </p:txBody>
      </p:sp>
      <p:sp>
        <p:nvSpPr>
          <p:cNvPr id="776" name="Google Shape;776;p77"/>
          <p:cNvSpPr txBox="1"/>
          <p:nvPr>
            <p:ph idx="13" type="subTitle"/>
          </p:nvPr>
        </p:nvSpPr>
        <p:spPr>
          <a:xfrm>
            <a:off x="2454069" y="2630400"/>
            <a:ext cx="2051400" cy="498900"/>
          </a:xfrm>
          <a:prstGeom prst="rect">
            <a:avLst/>
          </a:prstGeom>
        </p:spPr>
        <p:txBody>
          <a:bodyPr anchorCtr="0" anchor="t" bIns="0" lIns="182875" spcFirstLastPara="1" rIns="182875" wrap="square" tIns="182875">
            <a:noAutofit/>
          </a:bodyPr>
          <a:lstStyle>
            <a:lvl1pPr lvl="0">
              <a:lnSpc>
                <a:spcPct val="85000"/>
              </a:lnSpc>
              <a:spcBef>
                <a:spcPts val="0"/>
              </a:spcBef>
              <a:spcAft>
                <a:spcPts val="0"/>
              </a:spcAft>
              <a:buClr>
                <a:schemeClr val="lt1"/>
              </a:buClr>
              <a:buSzPts val="1800"/>
              <a:buFont typeface="Instrument Sans SemiBold"/>
              <a:buNone/>
              <a:defRPr sz="1800">
                <a:latin typeface="Instrument Sans SemiBold"/>
                <a:ea typeface="Instrument Sans SemiBold"/>
                <a:cs typeface="Instrument Sans SemiBold"/>
                <a:sym typeface="Instrument Sans SemiBold"/>
              </a:defRPr>
            </a:lvl1pPr>
            <a:lvl2pPr lvl="1">
              <a:lnSpc>
                <a:spcPct val="85000"/>
              </a:lnSpc>
              <a:spcBef>
                <a:spcPts val="0"/>
              </a:spcBef>
              <a:spcAft>
                <a:spcPts val="0"/>
              </a:spcAft>
              <a:buNone/>
              <a:defRPr sz="1200"/>
            </a:lvl2pPr>
            <a:lvl3pPr lvl="2">
              <a:lnSpc>
                <a:spcPct val="85000"/>
              </a:lnSpc>
              <a:spcBef>
                <a:spcPts val="0"/>
              </a:spcBef>
              <a:spcAft>
                <a:spcPts val="0"/>
              </a:spcAft>
              <a:buNone/>
              <a:defRPr sz="1200"/>
            </a:lvl3pPr>
            <a:lvl4pPr lvl="3">
              <a:lnSpc>
                <a:spcPct val="85000"/>
              </a:lnSpc>
              <a:spcBef>
                <a:spcPts val="0"/>
              </a:spcBef>
              <a:spcAft>
                <a:spcPts val="0"/>
              </a:spcAft>
              <a:buNone/>
              <a:defRPr sz="1200"/>
            </a:lvl4pPr>
            <a:lvl5pPr lvl="4">
              <a:lnSpc>
                <a:spcPct val="85000"/>
              </a:lnSpc>
              <a:spcBef>
                <a:spcPts val="0"/>
              </a:spcBef>
              <a:spcAft>
                <a:spcPts val="0"/>
              </a:spcAft>
              <a:buNone/>
              <a:defRPr sz="1200"/>
            </a:lvl5pPr>
            <a:lvl6pPr lvl="5">
              <a:lnSpc>
                <a:spcPct val="85000"/>
              </a:lnSpc>
              <a:spcBef>
                <a:spcPts val="0"/>
              </a:spcBef>
              <a:spcAft>
                <a:spcPts val="0"/>
              </a:spcAft>
              <a:buNone/>
              <a:defRPr sz="1200"/>
            </a:lvl6pPr>
            <a:lvl7pPr lvl="6">
              <a:lnSpc>
                <a:spcPct val="85000"/>
              </a:lnSpc>
              <a:spcBef>
                <a:spcPts val="0"/>
              </a:spcBef>
              <a:spcAft>
                <a:spcPts val="0"/>
              </a:spcAft>
              <a:buNone/>
              <a:defRPr sz="1200"/>
            </a:lvl7pPr>
            <a:lvl8pPr lvl="7">
              <a:lnSpc>
                <a:spcPct val="85000"/>
              </a:lnSpc>
              <a:spcBef>
                <a:spcPts val="0"/>
              </a:spcBef>
              <a:spcAft>
                <a:spcPts val="0"/>
              </a:spcAft>
              <a:buNone/>
              <a:defRPr sz="1200"/>
            </a:lvl8pPr>
            <a:lvl9pPr lvl="8">
              <a:lnSpc>
                <a:spcPct val="85000"/>
              </a:lnSpc>
              <a:spcBef>
                <a:spcPts val="0"/>
              </a:spcBef>
              <a:spcAft>
                <a:spcPts val="0"/>
              </a:spcAft>
              <a:buNone/>
              <a:defRPr sz="1200"/>
            </a:lvl9pPr>
          </a:lstStyle>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details">
  <p:cSld name="CUSTOM_8">
    <p:spTree>
      <p:nvGrpSpPr>
        <p:cNvPr id="777" name="Shape 777"/>
        <p:cNvGrpSpPr/>
        <p:nvPr/>
      </p:nvGrpSpPr>
      <p:grpSpPr>
        <a:xfrm>
          <a:off x="0" y="0"/>
          <a:ext cx="0" cy="0"/>
          <a:chOff x="0" y="0"/>
          <a:chExt cx="0" cy="0"/>
        </a:xfrm>
      </p:grpSpPr>
      <p:sp>
        <p:nvSpPr>
          <p:cNvPr id="778" name="Google Shape;778;p78"/>
          <p:cNvSpPr/>
          <p:nvPr/>
        </p:nvSpPr>
        <p:spPr>
          <a:xfrm>
            <a:off x="288400" y="474900"/>
            <a:ext cx="8568300" cy="4193700"/>
          </a:xfrm>
          <a:prstGeom prst="roundRect">
            <a:avLst>
              <a:gd fmla="val 5525"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strument Sans"/>
              <a:ea typeface="Instrument Sans"/>
              <a:cs typeface="Instrument Sans"/>
              <a:sym typeface="Instrument Sans"/>
            </a:endParaRPr>
          </a:p>
        </p:txBody>
      </p:sp>
      <p:sp>
        <p:nvSpPr>
          <p:cNvPr id="779" name="Google Shape;779;p78"/>
          <p:cNvSpPr txBox="1"/>
          <p:nvPr>
            <p:ph idx="1" type="body"/>
          </p:nvPr>
        </p:nvSpPr>
        <p:spPr>
          <a:xfrm>
            <a:off x="617750" y="775450"/>
            <a:ext cx="728100" cy="302100"/>
          </a:xfrm>
          <a:prstGeom prst="rect">
            <a:avLst/>
          </a:prstGeom>
        </p:spPr>
        <p:txBody>
          <a:bodyPr anchorCtr="0" anchor="t" bIns="0" lIns="0" spcFirstLastPara="1" rIns="0" wrap="square" tIns="0">
            <a:noAutofit/>
          </a:bodyPr>
          <a:lstStyle>
            <a:lvl1pPr indent="-228600" lvl="0" marL="457200">
              <a:spcBef>
                <a:spcPts val="0"/>
              </a:spcBef>
              <a:spcAft>
                <a:spcPts val="0"/>
              </a:spcAft>
              <a:buNone/>
              <a:defRPr/>
            </a:lvl1pPr>
            <a:lvl2pPr indent="-228600" lvl="1" marL="914400">
              <a:spcBef>
                <a:spcPts val="0"/>
              </a:spcBef>
              <a:spcAft>
                <a:spcPts val="0"/>
              </a:spcAft>
              <a:buNone/>
              <a:defRPr/>
            </a:lvl2pPr>
            <a:lvl3pPr indent="-228600" lvl="2" marL="1371600">
              <a:spcBef>
                <a:spcPts val="0"/>
              </a:spcBef>
              <a:spcAft>
                <a:spcPts val="0"/>
              </a:spcAft>
              <a:buNone/>
              <a:defRPr/>
            </a:lvl3pPr>
            <a:lvl4pPr indent="-228600" lvl="3" marL="1828800">
              <a:spcBef>
                <a:spcPts val="0"/>
              </a:spcBef>
              <a:spcAft>
                <a:spcPts val="0"/>
              </a:spcAft>
              <a:buNone/>
              <a:defRPr/>
            </a:lvl4pPr>
            <a:lvl5pPr indent="-228600" lvl="4" marL="2286000">
              <a:spcBef>
                <a:spcPts val="0"/>
              </a:spcBef>
              <a:spcAft>
                <a:spcPts val="0"/>
              </a:spcAft>
              <a:buNone/>
              <a:defRPr/>
            </a:lvl5pPr>
            <a:lvl6pPr indent="-228600" lvl="5" marL="2743200">
              <a:spcBef>
                <a:spcPts val="0"/>
              </a:spcBef>
              <a:spcAft>
                <a:spcPts val="0"/>
              </a:spcAft>
              <a:buNone/>
              <a:defRPr/>
            </a:lvl6pPr>
            <a:lvl7pPr indent="-228600" lvl="6" marL="3200400">
              <a:spcBef>
                <a:spcPts val="0"/>
              </a:spcBef>
              <a:spcAft>
                <a:spcPts val="0"/>
              </a:spcAft>
              <a:buNone/>
              <a:defRPr/>
            </a:lvl7pPr>
            <a:lvl8pPr indent="-228600" lvl="7" marL="3657600">
              <a:spcBef>
                <a:spcPts val="0"/>
              </a:spcBef>
              <a:spcAft>
                <a:spcPts val="0"/>
              </a:spcAft>
              <a:buNone/>
              <a:defRPr/>
            </a:lvl8pPr>
            <a:lvl9pPr indent="-228600" lvl="8" marL="4114800">
              <a:spcBef>
                <a:spcPts val="0"/>
              </a:spcBef>
              <a:spcAft>
                <a:spcPts val="0"/>
              </a:spcAft>
              <a:buNone/>
              <a:defRPr/>
            </a:lvl9pPr>
          </a:lstStyle>
          <a:p/>
        </p:txBody>
      </p:sp>
      <p:sp>
        <p:nvSpPr>
          <p:cNvPr id="780" name="Google Shape;780;p78"/>
          <p:cNvSpPr txBox="1"/>
          <p:nvPr>
            <p:ph idx="2" type="body"/>
          </p:nvPr>
        </p:nvSpPr>
        <p:spPr>
          <a:xfrm>
            <a:off x="617750" y="2630400"/>
            <a:ext cx="3889500" cy="1809600"/>
          </a:xfrm>
          <a:prstGeom prst="rect">
            <a:avLst/>
          </a:prstGeom>
        </p:spPr>
        <p:txBody>
          <a:bodyPr anchorCtr="0" anchor="b" bIns="0" lIns="0" spcFirstLastPara="1" rIns="0" wrap="square" tIns="0">
            <a:noAutofit/>
          </a:bodyPr>
          <a:lstStyle>
            <a:lvl1pPr indent="-228600" lvl="0" marL="457200">
              <a:spcBef>
                <a:spcPts val="0"/>
              </a:spcBef>
              <a:spcAft>
                <a:spcPts val="0"/>
              </a:spcAft>
              <a:buNone/>
              <a:defRPr/>
            </a:lvl1pPr>
            <a:lvl2pPr indent="-228600" lvl="1" marL="914400">
              <a:spcBef>
                <a:spcPts val="0"/>
              </a:spcBef>
              <a:spcAft>
                <a:spcPts val="0"/>
              </a:spcAft>
              <a:buNone/>
              <a:defRPr/>
            </a:lvl2pPr>
            <a:lvl3pPr indent="-228600" lvl="2" marL="1371600">
              <a:spcBef>
                <a:spcPts val="0"/>
              </a:spcBef>
              <a:spcAft>
                <a:spcPts val="0"/>
              </a:spcAft>
              <a:buNone/>
              <a:defRPr/>
            </a:lvl3pPr>
            <a:lvl4pPr indent="-228600" lvl="3" marL="1828800">
              <a:spcBef>
                <a:spcPts val="0"/>
              </a:spcBef>
              <a:spcAft>
                <a:spcPts val="0"/>
              </a:spcAft>
              <a:buNone/>
              <a:defRPr/>
            </a:lvl4pPr>
            <a:lvl5pPr indent="-228600" lvl="4" marL="2286000">
              <a:spcBef>
                <a:spcPts val="0"/>
              </a:spcBef>
              <a:spcAft>
                <a:spcPts val="0"/>
              </a:spcAft>
              <a:buNone/>
              <a:defRPr/>
            </a:lvl5pPr>
            <a:lvl6pPr indent="-228600" lvl="5" marL="2743200">
              <a:spcBef>
                <a:spcPts val="0"/>
              </a:spcBef>
              <a:spcAft>
                <a:spcPts val="0"/>
              </a:spcAft>
              <a:buNone/>
              <a:defRPr/>
            </a:lvl6pPr>
            <a:lvl7pPr indent="-228600" lvl="6" marL="3200400">
              <a:spcBef>
                <a:spcPts val="0"/>
              </a:spcBef>
              <a:spcAft>
                <a:spcPts val="0"/>
              </a:spcAft>
              <a:buNone/>
              <a:defRPr/>
            </a:lvl7pPr>
            <a:lvl8pPr indent="-228600" lvl="7" marL="3657600">
              <a:spcBef>
                <a:spcPts val="0"/>
              </a:spcBef>
              <a:spcAft>
                <a:spcPts val="0"/>
              </a:spcAft>
              <a:buNone/>
              <a:defRPr/>
            </a:lvl8pPr>
            <a:lvl9pPr indent="-228600" lvl="8" marL="4114800">
              <a:spcBef>
                <a:spcPts val="0"/>
              </a:spcBef>
              <a:spcAft>
                <a:spcPts val="0"/>
              </a:spcAft>
              <a:buNone/>
              <a:defRPr/>
            </a:lvl9pPr>
          </a:lstStyle>
          <a:p/>
        </p:txBody>
      </p:sp>
      <p:sp>
        <p:nvSpPr>
          <p:cNvPr id="781" name="Google Shape;781;p78"/>
          <p:cNvSpPr/>
          <p:nvPr>
            <p:ph idx="3" type="pic"/>
          </p:nvPr>
        </p:nvSpPr>
        <p:spPr>
          <a:xfrm>
            <a:off x="6806700" y="1335775"/>
            <a:ext cx="1821600" cy="2563500"/>
          </a:xfrm>
          <a:prstGeom prst="roundRect">
            <a:avLst>
              <a:gd fmla="val 13098" name="adj"/>
            </a:avLst>
          </a:prstGeom>
          <a:noFill/>
          <a:ln>
            <a:noFill/>
          </a:ln>
        </p:spPr>
      </p:sp>
      <p:sp>
        <p:nvSpPr>
          <p:cNvPr id="782" name="Google Shape;782;p78"/>
          <p:cNvSpPr txBox="1"/>
          <p:nvPr>
            <p:ph type="title"/>
          </p:nvPr>
        </p:nvSpPr>
        <p:spPr>
          <a:xfrm>
            <a:off x="622700" y="1323975"/>
            <a:ext cx="3889500" cy="965400"/>
          </a:xfrm>
          <a:prstGeom prst="rect">
            <a:avLst/>
          </a:prstGeom>
        </p:spPr>
        <p:txBody>
          <a:bodyPr anchorCtr="0" anchor="t" bIns="0" lIns="0" spcFirstLastPara="1" rIns="0" wrap="square" tIns="0">
            <a:noAutofit/>
          </a:bodyPr>
          <a:lstStyle>
            <a:lvl1pPr lvl="0">
              <a:lnSpc>
                <a:spcPct val="85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85000"/>
              </a:lnSpc>
              <a:spcBef>
                <a:spcPts val="0"/>
              </a:spcBef>
              <a:spcAft>
                <a:spcPts val="0"/>
              </a:spcAft>
              <a:buNone/>
              <a:defRPr sz="2400"/>
            </a:lvl2pPr>
            <a:lvl3pPr lvl="2">
              <a:lnSpc>
                <a:spcPct val="85000"/>
              </a:lnSpc>
              <a:spcBef>
                <a:spcPts val="0"/>
              </a:spcBef>
              <a:spcAft>
                <a:spcPts val="0"/>
              </a:spcAft>
              <a:buNone/>
              <a:defRPr sz="2400"/>
            </a:lvl3pPr>
            <a:lvl4pPr lvl="3">
              <a:lnSpc>
                <a:spcPct val="85000"/>
              </a:lnSpc>
              <a:spcBef>
                <a:spcPts val="0"/>
              </a:spcBef>
              <a:spcAft>
                <a:spcPts val="0"/>
              </a:spcAft>
              <a:buNone/>
              <a:defRPr sz="2400"/>
            </a:lvl4pPr>
            <a:lvl5pPr lvl="4">
              <a:lnSpc>
                <a:spcPct val="85000"/>
              </a:lnSpc>
              <a:spcBef>
                <a:spcPts val="0"/>
              </a:spcBef>
              <a:spcAft>
                <a:spcPts val="0"/>
              </a:spcAft>
              <a:buNone/>
              <a:defRPr sz="2400"/>
            </a:lvl5pPr>
            <a:lvl6pPr lvl="5">
              <a:lnSpc>
                <a:spcPct val="85000"/>
              </a:lnSpc>
              <a:spcBef>
                <a:spcPts val="0"/>
              </a:spcBef>
              <a:spcAft>
                <a:spcPts val="0"/>
              </a:spcAft>
              <a:buNone/>
              <a:defRPr sz="2400"/>
            </a:lvl6pPr>
            <a:lvl7pPr lvl="6">
              <a:lnSpc>
                <a:spcPct val="85000"/>
              </a:lnSpc>
              <a:spcBef>
                <a:spcPts val="0"/>
              </a:spcBef>
              <a:spcAft>
                <a:spcPts val="0"/>
              </a:spcAft>
              <a:buNone/>
              <a:defRPr sz="2400"/>
            </a:lvl7pPr>
            <a:lvl8pPr lvl="7">
              <a:lnSpc>
                <a:spcPct val="85000"/>
              </a:lnSpc>
              <a:spcBef>
                <a:spcPts val="0"/>
              </a:spcBef>
              <a:spcAft>
                <a:spcPts val="0"/>
              </a:spcAft>
              <a:buNone/>
              <a:defRPr sz="2400"/>
            </a:lvl8pPr>
            <a:lvl9pPr lvl="8">
              <a:lnSpc>
                <a:spcPct val="85000"/>
              </a:lnSpc>
              <a:spcBef>
                <a:spcPts val="0"/>
              </a:spcBef>
              <a:spcAft>
                <a:spcPts val="0"/>
              </a:spcAft>
              <a:buNone/>
              <a:defRPr sz="2400"/>
            </a:lvl9pPr>
          </a:lstStyle>
          <a:p/>
        </p:txBody>
      </p:sp>
      <p:sp>
        <p:nvSpPr>
          <p:cNvPr id="783" name="Google Shape;783;p78"/>
          <p:cNvSpPr txBox="1"/>
          <p:nvPr>
            <p:ph idx="4"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84" name="Google Shape;784;p78"/>
          <p:cNvSpPr txBox="1"/>
          <p:nvPr>
            <p:ph idx="5"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85" name="Google Shape;785;p78"/>
          <p:cNvSpPr txBox="1"/>
          <p:nvPr>
            <p:ph idx="6" type="body"/>
          </p:nvPr>
        </p:nvSpPr>
        <p:spPr>
          <a:xfrm>
            <a:off x="4629475" y="2513100"/>
            <a:ext cx="2055000" cy="1926600"/>
          </a:xfrm>
          <a:prstGeom prst="rect">
            <a:avLst/>
          </a:prstGeom>
        </p:spPr>
        <p:txBody>
          <a:bodyPr anchorCtr="0" anchor="b" bIns="91425" lIns="91425" spcFirstLastPara="1" rIns="91425" wrap="square" tIns="91425">
            <a:noAutofit/>
          </a:bodyPr>
          <a:lstStyle>
            <a:lvl1pPr indent="-228600" lvl="0" marL="457200">
              <a:lnSpc>
                <a:spcPct val="115000"/>
              </a:lnSpc>
              <a:spcBef>
                <a:spcPts val="0"/>
              </a:spcBef>
              <a:spcAft>
                <a:spcPts val="0"/>
              </a:spcAft>
              <a:buSzPts val="1000"/>
              <a:buNone/>
              <a:defRPr/>
            </a:lvl1pPr>
            <a:lvl2pPr indent="-228600" lvl="1" marL="914400">
              <a:lnSpc>
                <a:spcPct val="115000"/>
              </a:lnSpc>
              <a:spcBef>
                <a:spcPts val="0"/>
              </a:spcBef>
              <a:spcAft>
                <a:spcPts val="0"/>
              </a:spcAft>
              <a:buSzPts val="1000"/>
              <a:buNone/>
              <a:defRPr/>
            </a:lvl2pPr>
            <a:lvl3pPr indent="-228600" lvl="2" marL="1371600">
              <a:lnSpc>
                <a:spcPct val="115000"/>
              </a:lnSpc>
              <a:spcBef>
                <a:spcPts val="0"/>
              </a:spcBef>
              <a:spcAft>
                <a:spcPts val="0"/>
              </a:spcAft>
              <a:buSzPts val="1000"/>
              <a:buNone/>
              <a:defRPr/>
            </a:lvl3pPr>
            <a:lvl4pPr indent="-228600" lvl="3" marL="1828800">
              <a:lnSpc>
                <a:spcPct val="115000"/>
              </a:lnSpc>
              <a:spcBef>
                <a:spcPts val="0"/>
              </a:spcBef>
              <a:spcAft>
                <a:spcPts val="0"/>
              </a:spcAft>
              <a:buSzPts val="1000"/>
              <a:buNone/>
              <a:defRPr/>
            </a:lvl4pPr>
            <a:lvl5pPr indent="-228600" lvl="4" marL="2286000">
              <a:lnSpc>
                <a:spcPct val="115000"/>
              </a:lnSpc>
              <a:spcBef>
                <a:spcPts val="0"/>
              </a:spcBef>
              <a:spcAft>
                <a:spcPts val="0"/>
              </a:spcAft>
              <a:buSzPts val="1000"/>
              <a:buNone/>
              <a:defRPr/>
            </a:lvl5pPr>
            <a:lvl6pPr indent="-228600" lvl="5" marL="2743200">
              <a:lnSpc>
                <a:spcPct val="115000"/>
              </a:lnSpc>
              <a:spcBef>
                <a:spcPts val="0"/>
              </a:spcBef>
              <a:spcAft>
                <a:spcPts val="0"/>
              </a:spcAft>
              <a:buSzPts val="1000"/>
              <a:buNone/>
              <a:defRPr/>
            </a:lvl6pPr>
            <a:lvl7pPr indent="-228600" lvl="6" marL="3200400">
              <a:lnSpc>
                <a:spcPct val="115000"/>
              </a:lnSpc>
              <a:spcBef>
                <a:spcPts val="0"/>
              </a:spcBef>
              <a:spcAft>
                <a:spcPts val="0"/>
              </a:spcAft>
              <a:buSzPts val="1000"/>
              <a:buNone/>
              <a:defRPr/>
            </a:lvl7pPr>
            <a:lvl8pPr indent="-228600" lvl="7" marL="3657600">
              <a:lnSpc>
                <a:spcPct val="115000"/>
              </a:lnSpc>
              <a:spcBef>
                <a:spcPts val="0"/>
              </a:spcBef>
              <a:spcAft>
                <a:spcPts val="0"/>
              </a:spcAft>
              <a:buSzPts val="1000"/>
              <a:buNone/>
              <a:defRPr/>
            </a:lvl8pPr>
            <a:lvl9pPr indent="-228600" lvl="8" marL="4114800">
              <a:lnSpc>
                <a:spcPct val="115000"/>
              </a:lnSpc>
              <a:spcBef>
                <a:spcPts val="0"/>
              </a:spcBef>
              <a:spcAft>
                <a:spcPts val="0"/>
              </a:spcAft>
              <a:buSzPts val="1000"/>
              <a:buNone/>
              <a:defRPr/>
            </a:lvl9pPr>
          </a:lstStyle>
          <a:p/>
        </p:txBody>
      </p:sp>
      <p:sp>
        <p:nvSpPr>
          <p:cNvPr id="786" name="Google Shape;786;p78"/>
          <p:cNvSpPr txBox="1"/>
          <p:nvPr>
            <p:ph idx="7" type="subTitle"/>
          </p:nvPr>
        </p:nvSpPr>
        <p:spPr>
          <a:xfrm>
            <a:off x="4783900" y="1539225"/>
            <a:ext cx="1821600" cy="568500"/>
          </a:xfrm>
          <a:prstGeom prst="rect">
            <a:avLst/>
          </a:prstGeom>
        </p:spPr>
        <p:txBody>
          <a:bodyPr anchorCtr="0" anchor="t" bIns="91425" lIns="91425" spcFirstLastPara="1" rIns="91425" wrap="square" tIns="91425">
            <a:noAutofit/>
          </a:bodyPr>
          <a:lstStyle>
            <a:lvl1pPr lvl="0">
              <a:spcBef>
                <a:spcPts val="0"/>
              </a:spcBef>
              <a:spcAft>
                <a:spcPts val="0"/>
              </a:spcAft>
              <a:buNone/>
              <a:defRPr b="1" sz="1200"/>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p:txBody>
      </p:sp>
      <p:sp>
        <p:nvSpPr>
          <p:cNvPr id="787" name="Google Shape;787;p78"/>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details 2">
  <p:cSld name="CUSTOM_8_1">
    <p:spTree>
      <p:nvGrpSpPr>
        <p:cNvPr id="788" name="Shape 788"/>
        <p:cNvGrpSpPr/>
        <p:nvPr/>
      </p:nvGrpSpPr>
      <p:grpSpPr>
        <a:xfrm>
          <a:off x="0" y="0"/>
          <a:ext cx="0" cy="0"/>
          <a:chOff x="0" y="0"/>
          <a:chExt cx="0" cy="0"/>
        </a:xfrm>
      </p:grpSpPr>
      <p:sp>
        <p:nvSpPr>
          <p:cNvPr id="789" name="Google Shape;789;p79"/>
          <p:cNvSpPr/>
          <p:nvPr/>
        </p:nvSpPr>
        <p:spPr>
          <a:xfrm>
            <a:off x="288400" y="474900"/>
            <a:ext cx="8568300" cy="4193700"/>
          </a:xfrm>
          <a:prstGeom prst="roundRect">
            <a:avLst>
              <a:gd fmla="val 5525"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strument Sans"/>
              <a:ea typeface="Instrument Sans"/>
              <a:cs typeface="Instrument Sans"/>
              <a:sym typeface="Instrument Sans"/>
            </a:endParaRPr>
          </a:p>
        </p:txBody>
      </p:sp>
      <p:sp>
        <p:nvSpPr>
          <p:cNvPr id="790" name="Google Shape;790;p79"/>
          <p:cNvSpPr txBox="1"/>
          <p:nvPr>
            <p:ph idx="1" type="body"/>
          </p:nvPr>
        </p:nvSpPr>
        <p:spPr>
          <a:xfrm>
            <a:off x="617750" y="775450"/>
            <a:ext cx="728100" cy="302100"/>
          </a:xfrm>
          <a:prstGeom prst="rect">
            <a:avLst/>
          </a:prstGeom>
        </p:spPr>
        <p:txBody>
          <a:bodyPr anchorCtr="0" anchor="t" bIns="0" lIns="0" spcFirstLastPara="1" rIns="0" wrap="square" tIns="0">
            <a:noAutofit/>
          </a:bodyPr>
          <a:lstStyle>
            <a:lvl1pPr indent="-228600" lvl="0" marL="457200">
              <a:spcBef>
                <a:spcPts val="0"/>
              </a:spcBef>
              <a:spcAft>
                <a:spcPts val="0"/>
              </a:spcAft>
              <a:buNone/>
              <a:defRPr/>
            </a:lvl1pPr>
            <a:lvl2pPr indent="-228600" lvl="1" marL="914400">
              <a:spcBef>
                <a:spcPts val="0"/>
              </a:spcBef>
              <a:spcAft>
                <a:spcPts val="0"/>
              </a:spcAft>
              <a:buNone/>
              <a:defRPr/>
            </a:lvl2pPr>
            <a:lvl3pPr indent="-228600" lvl="2" marL="1371600">
              <a:spcBef>
                <a:spcPts val="0"/>
              </a:spcBef>
              <a:spcAft>
                <a:spcPts val="0"/>
              </a:spcAft>
              <a:buNone/>
              <a:defRPr/>
            </a:lvl3pPr>
            <a:lvl4pPr indent="-228600" lvl="3" marL="1828800">
              <a:spcBef>
                <a:spcPts val="0"/>
              </a:spcBef>
              <a:spcAft>
                <a:spcPts val="0"/>
              </a:spcAft>
              <a:buNone/>
              <a:defRPr/>
            </a:lvl4pPr>
            <a:lvl5pPr indent="-228600" lvl="4" marL="2286000">
              <a:spcBef>
                <a:spcPts val="0"/>
              </a:spcBef>
              <a:spcAft>
                <a:spcPts val="0"/>
              </a:spcAft>
              <a:buNone/>
              <a:defRPr/>
            </a:lvl5pPr>
            <a:lvl6pPr indent="-228600" lvl="5" marL="2743200">
              <a:spcBef>
                <a:spcPts val="0"/>
              </a:spcBef>
              <a:spcAft>
                <a:spcPts val="0"/>
              </a:spcAft>
              <a:buNone/>
              <a:defRPr/>
            </a:lvl6pPr>
            <a:lvl7pPr indent="-228600" lvl="6" marL="3200400">
              <a:spcBef>
                <a:spcPts val="0"/>
              </a:spcBef>
              <a:spcAft>
                <a:spcPts val="0"/>
              </a:spcAft>
              <a:buNone/>
              <a:defRPr/>
            </a:lvl7pPr>
            <a:lvl8pPr indent="-228600" lvl="7" marL="3657600">
              <a:spcBef>
                <a:spcPts val="0"/>
              </a:spcBef>
              <a:spcAft>
                <a:spcPts val="0"/>
              </a:spcAft>
              <a:buNone/>
              <a:defRPr/>
            </a:lvl8pPr>
            <a:lvl9pPr indent="-228600" lvl="8" marL="4114800">
              <a:spcBef>
                <a:spcPts val="0"/>
              </a:spcBef>
              <a:spcAft>
                <a:spcPts val="0"/>
              </a:spcAft>
              <a:buNone/>
              <a:defRPr/>
            </a:lvl9pPr>
          </a:lstStyle>
          <a:p/>
        </p:txBody>
      </p:sp>
      <p:sp>
        <p:nvSpPr>
          <p:cNvPr id="791" name="Google Shape;791;p79"/>
          <p:cNvSpPr txBox="1"/>
          <p:nvPr>
            <p:ph idx="2" type="body"/>
          </p:nvPr>
        </p:nvSpPr>
        <p:spPr>
          <a:xfrm>
            <a:off x="617750" y="2630400"/>
            <a:ext cx="3889500" cy="1809600"/>
          </a:xfrm>
          <a:prstGeom prst="rect">
            <a:avLst/>
          </a:prstGeom>
        </p:spPr>
        <p:txBody>
          <a:bodyPr anchorCtr="0" anchor="b" bIns="0" lIns="0" spcFirstLastPara="1" rIns="0" wrap="square" tIns="0">
            <a:noAutofit/>
          </a:bodyPr>
          <a:lstStyle>
            <a:lvl1pPr indent="-228600" lvl="0" marL="457200">
              <a:spcBef>
                <a:spcPts val="0"/>
              </a:spcBef>
              <a:spcAft>
                <a:spcPts val="0"/>
              </a:spcAft>
              <a:buNone/>
              <a:defRPr/>
            </a:lvl1pPr>
            <a:lvl2pPr indent="-228600" lvl="1" marL="914400">
              <a:spcBef>
                <a:spcPts val="0"/>
              </a:spcBef>
              <a:spcAft>
                <a:spcPts val="0"/>
              </a:spcAft>
              <a:buNone/>
              <a:defRPr/>
            </a:lvl2pPr>
            <a:lvl3pPr indent="-228600" lvl="2" marL="1371600">
              <a:spcBef>
                <a:spcPts val="0"/>
              </a:spcBef>
              <a:spcAft>
                <a:spcPts val="0"/>
              </a:spcAft>
              <a:buNone/>
              <a:defRPr/>
            </a:lvl3pPr>
            <a:lvl4pPr indent="-228600" lvl="3" marL="1828800">
              <a:spcBef>
                <a:spcPts val="0"/>
              </a:spcBef>
              <a:spcAft>
                <a:spcPts val="0"/>
              </a:spcAft>
              <a:buNone/>
              <a:defRPr/>
            </a:lvl4pPr>
            <a:lvl5pPr indent="-228600" lvl="4" marL="2286000">
              <a:spcBef>
                <a:spcPts val="0"/>
              </a:spcBef>
              <a:spcAft>
                <a:spcPts val="0"/>
              </a:spcAft>
              <a:buNone/>
              <a:defRPr/>
            </a:lvl5pPr>
            <a:lvl6pPr indent="-228600" lvl="5" marL="2743200">
              <a:spcBef>
                <a:spcPts val="0"/>
              </a:spcBef>
              <a:spcAft>
                <a:spcPts val="0"/>
              </a:spcAft>
              <a:buNone/>
              <a:defRPr/>
            </a:lvl6pPr>
            <a:lvl7pPr indent="-228600" lvl="6" marL="3200400">
              <a:spcBef>
                <a:spcPts val="0"/>
              </a:spcBef>
              <a:spcAft>
                <a:spcPts val="0"/>
              </a:spcAft>
              <a:buNone/>
              <a:defRPr/>
            </a:lvl7pPr>
            <a:lvl8pPr indent="-228600" lvl="7" marL="3657600">
              <a:spcBef>
                <a:spcPts val="0"/>
              </a:spcBef>
              <a:spcAft>
                <a:spcPts val="0"/>
              </a:spcAft>
              <a:buNone/>
              <a:defRPr/>
            </a:lvl8pPr>
            <a:lvl9pPr indent="-228600" lvl="8" marL="4114800">
              <a:spcBef>
                <a:spcPts val="0"/>
              </a:spcBef>
              <a:spcAft>
                <a:spcPts val="0"/>
              </a:spcAft>
              <a:buNone/>
              <a:defRPr/>
            </a:lvl9pPr>
          </a:lstStyle>
          <a:p/>
        </p:txBody>
      </p:sp>
      <p:sp>
        <p:nvSpPr>
          <p:cNvPr id="792" name="Google Shape;792;p79"/>
          <p:cNvSpPr txBox="1"/>
          <p:nvPr>
            <p:ph type="title"/>
          </p:nvPr>
        </p:nvSpPr>
        <p:spPr>
          <a:xfrm>
            <a:off x="622700" y="1323975"/>
            <a:ext cx="3889500" cy="965400"/>
          </a:xfrm>
          <a:prstGeom prst="rect">
            <a:avLst/>
          </a:prstGeom>
        </p:spPr>
        <p:txBody>
          <a:bodyPr anchorCtr="0" anchor="t" bIns="0" lIns="0" spcFirstLastPara="1" rIns="0" wrap="square" tIns="0">
            <a:noAutofit/>
          </a:bodyPr>
          <a:lstStyle>
            <a:lvl1pPr lvl="0">
              <a:lnSpc>
                <a:spcPct val="85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85000"/>
              </a:lnSpc>
              <a:spcBef>
                <a:spcPts val="0"/>
              </a:spcBef>
              <a:spcAft>
                <a:spcPts val="0"/>
              </a:spcAft>
              <a:buNone/>
              <a:defRPr sz="2400"/>
            </a:lvl2pPr>
            <a:lvl3pPr lvl="2">
              <a:lnSpc>
                <a:spcPct val="85000"/>
              </a:lnSpc>
              <a:spcBef>
                <a:spcPts val="0"/>
              </a:spcBef>
              <a:spcAft>
                <a:spcPts val="0"/>
              </a:spcAft>
              <a:buNone/>
              <a:defRPr sz="2400"/>
            </a:lvl3pPr>
            <a:lvl4pPr lvl="3">
              <a:lnSpc>
                <a:spcPct val="85000"/>
              </a:lnSpc>
              <a:spcBef>
                <a:spcPts val="0"/>
              </a:spcBef>
              <a:spcAft>
                <a:spcPts val="0"/>
              </a:spcAft>
              <a:buNone/>
              <a:defRPr sz="2400"/>
            </a:lvl4pPr>
            <a:lvl5pPr lvl="4">
              <a:lnSpc>
                <a:spcPct val="85000"/>
              </a:lnSpc>
              <a:spcBef>
                <a:spcPts val="0"/>
              </a:spcBef>
              <a:spcAft>
                <a:spcPts val="0"/>
              </a:spcAft>
              <a:buNone/>
              <a:defRPr sz="2400"/>
            </a:lvl5pPr>
            <a:lvl6pPr lvl="5">
              <a:lnSpc>
                <a:spcPct val="85000"/>
              </a:lnSpc>
              <a:spcBef>
                <a:spcPts val="0"/>
              </a:spcBef>
              <a:spcAft>
                <a:spcPts val="0"/>
              </a:spcAft>
              <a:buNone/>
              <a:defRPr sz="2400"/>
            </a:lvl6pPr>
            <a:lvl7pPr lvl="6">
              <a:lnSpc>
                <a:spcPct val="85000"/>
              </a:lnSpc>
              <a:spcBef>
                <a:spcPts val="0"/>
              </a:spcBef>
              <a:spcAft>
                <a:spcPts val="0"/>
              </a:spcAft>
              <a:buNone/>
              <a:defRPr sz="2400"/>
            </a:lvl7pPr>
            <a:lvl8pPr lvl="7">
              <a:lnSpc>
                <a:spcPct val="85000"/>
              </a:lnSpc>
              <a:spcBef>
                <a:spcPts val="0"/>
              </a:spcBef>
              <a:spcAft>
                <a:spcPts val="0"/>
              </a:spcAft>
              <a:buNone/>
              <a:defRPr sz="2400"/>
            </a:lvl8pPr>
            <a:lvl9pPr lvl="8">
              <a:lnSpc>
                <a:spcPct val="85000"/>
              </a:lnSpc>
              <a:spcBef>
                <a:spcPts val="0"/>
              </a:spcBef>
              <a:spcAft>
                <a:spcPts val="0"/>
              </a:spcAft>
              <a:buNone/>
              <a:defRPr sz="2400"/>
            </a:lvl9pPr>
          </a:lstStyle>
          <a:p/>
        </p:txBody>
      </p:sp>
      <p:sp>
        <p:nvSpPr>
          <p:cNvPr id="793" name="Google Shape;793;p79"/>
          <p:cNvSpPr txBox="1"/>
          <p:nvPr>
            <p:ph idx="3"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94" name="Google Shape;794;p79"/>
          <p:cNvSpPr txBox="1"/>
          <p:nvPr>
            <p:ph idx="4"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795" name="Google Shape;795;p79"/>
          <p:cNvSpPr txBox="1"/>
          <p:nvPr>
            <p:ph idx="5" type="body"/>
          </p:nvPr>
        </p:nvSpPr>
        <p:spPr>
          <a:xfrm>
            <a:off x="4629475" y="2513100"/>
            <a:ext cx="2055000" cy="1926600"/>
          </a:xfrm>
          <a:prstGeom prst="rect">
            <a:avLst/>
          </a:prstGeom>
        </p:spPr>
        <p:txBody>
          <a:bodyPr anchorCtr="0" anchor="b" bIns="91425" lIns="91425" spcFirstLastPara="1" rIns="91425" wrap="square" tIns="91425">
            <a:noAutofit/>
          </a:bodyPr>
          <a:lstStyle>
            <a:lvl1pPr indent="-228600" lvl="0" marL="457200">
              <a:lnSpc>
                <a:spcPct val="115000"/>
              </a:lnSpc>
              <a:spcBef>
                <a:spcPts val="0"/>
              </a:spcBef>
              <a:spcAft>
                <a:spcPts val="0"/>
              </a:spcAft>
              <a:buSzPts val="1000"/>
              <a:buNone/>
              <a:defRPr/>
            </a:lvl1pPr>
            <a:lvl2pPr indent="-228600" lvl="1" marL="914400">
              <a:lnSpc>
                <a:spcPct val="115000"/>
              </a:lnSpc>
              <a:spcBef>
                <a:spcPts val="0"/>
              </a:spcBef>
              <a:spcAft>
                <a:spcPts val="0"/>
              </a:spcAft>
              <a:buSzPts val="1000"/>
              <a:buNone/>
              <a:defRPr/>
            </a:lvl2pPr>
            <a:lvl3pPr indent="-228600" lvl="2" marL="1371600">
              <a:lnSpc>
                <a:spcPct val="115000"/>
              </a:lnSpc>
              <a:spcBef>
                <a:spcPts val="0"/>
              </a:spcBef>
              <a:spcAft>
                <a:spcPts val="0"/>
              </a:spcAft>
              <a:buSzPts val="1000"/>
              <a:buNone/>
              <a:defRPr/>
            </a:lvl3pPr>
            <a:lvl4pPr indent="-228600" lvl="3" marL="1828800">
              <a:lnSpc>
                <a:spcPct val="115000"/>
              </a:lnSpc>
              <a:spcBef>
                <a:spcPts val="0"/>
              </a:spcBef>
              <a:spcAft>
                <a:spcPts val="0"/>
              </a:spcAft>
              <a:buSzPts val="1000"/>
              <a:buNone/>
              <a:defRPr/>
            </a:lvl4pPr>
            <a:lvl5pPr indent="-228600" lvl="4" marL="2286000">
              <a:lnSpc>
                <a:spcPct val="115000"/>
              </a:lnSpc>
              <a:spcBef>
                <a:spcPts val="0"/>
              </a:spcBef>
              <a:spcAft>
                <a:spcPts val="0"/>
              </a:spcAft>
              <a:buSzPts val="1000"/>
              <a:buNone/>
              <a:defRPr/>
            </a:lvl5pPr>
            <a:lvl6pPr indent="-228600" lvl="5" marL="2743200">
              <a:lnSpc>
                <a:spcPct val="115000"/>
              </a:lnSpc>
              <a:spcBef>
                <a:spcPts val="0"/>
              </a:spcBef>
              <a:spcAft>
                <a:spcPts val="0"/>
              </a:spcAft>
              <a:buSzPts val="1000"/>
              <a:buNone/>
              <a:defRPr/>
            </a:lvl6pPr>
            <a:lvl7pPr indent="-228600" lvl="6" marL="3200400">
              <a:lnSpc>
                <a:spcPct val="115000"/>
              </a:lnSpc>
              <a:spcBef>
                <a:spcPts val="0"/>
              </a:spcBef>
              <a:spcAft>
                <a:spcPts val="0"/>
              </a:spcAft>
              <a:buSzPts val="1000"/>
              <a:buNone/>
              <a:defRPr/>
            </a:lvl7pPr>
            <a:lvl8pPr indent="-228600" lvl="7" marL="3657600">
              <a:lnSpc>
                <a:spcPct val="115000"/>
              </a:lnSpc>
              <a:spcBef>
                <a:spcPts val="0"/>
              </a:spcBef>
              <a:spcAft>
                <a:spcPts val="0"/>
              </a:spcAft>
              <a:buSzPts val="1000"/>
              <a:buNone/>
              <a:defRPr/>
            </a:lvl8pPr>
            <a:lvl9pPr indent="-228600" lvl="8" marL="4114800">
              <a:lnSpc>
                <a:spcPct val="115000"/>
              </a:lnSpc>
              <a:spcBef>
                <a:spcPts val="0"/>
              </a:spcBef>
              <a:spcAft>
                <a:spcPts val="0"/>
              </a:spcAft>
              <a:buSzPts val="1000"/>
              <a:buNone/>
              <a:defRPr/>
            </a:lvl9pPr>
          </a:lstStyle>
          <a:p/>
        </p:txBody>
      </p:sp>
      <p:sp>
        <p:nvSpPr>
          <p:cNvPr id="796" name="Google Shape;796;p79"/>
          <p:cNvSpPr txBox="1"/>
          <p:nvPr>
            <p:ph idx="6" type="subTitle"/>
          </p:nvPr>
        </p:nvSpPr>
        <p:spPr>
          <a:xfrm>
            <a:off x="4783900" y="1539225"/>
            <a:ext cx="1821600" cy="568500"/>
          </a:xfrm>
          <a:prstGeom prst="rect">
            <a:avLst/>
          </a:prstGeom>
        </p:spPr>
        <p:txBody>
          <a:bodyPr anchorCtr="0" anchor="t" bIns="91425" lIns="91425" spcFirstLastPara="1" rIns="91425" wrap="square" tIns="91425">
            <a:noAutofit/>
          </a:bodyPr>
          <a:lstStyle>
            <a:lvl1pPr lvl="0">
              <a:spcBef>
                <a:spcPts val="0"/>
              </a:spcBef>
              <a:spcAft>
                <a:spcPts val="0"/>
              </a:spcAft>
              <a:buNone/>
              <a:defRPr b="1" sz="1200"/>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p:txBody>
      </p:sp>
      <p:sp>
        <p:nvSpPr>
          <p:cNvPr id="797" name="Google Shape;797;p79"/>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oxes and image">
  <p:cSld name="CUSTOM">
    <p:spTree>
      <p:nvGrpSpPr>
        <p:cNvPr id="798" name="Shape 798"/>
        <p:cNvGrpSpPr/>
        <p:nvPr/>
      </p:nvGrpSpPr>
      <p:grpSpPr>
        <a:xfrm>
          <a:off x="0" y="0"/>
          <a:ext cx="0" cy="0"/>
          <a:chOff x="0" y="0"/>
          <a:chExt cx="0" cy="0"/>
        </a:xfrm>
      </p:grpSpPr>
      <p:sp>
        <p:nvSpPr>
          <p:cNvPr id="799" name="Google Shape;799;p80"/>
          <p:cNvSpPr/>
          <p:nvPr/>
        </p:nvSpPr>
        <p:spPr>
          <a:xfrm>
            <a:off x="6084175" y="474900"/>
            <a:ext cx="2771400" cy="4193700"/>
          </a:xfrm>
          <a:prstGeom prst="roundRect">
            <a:avLst>
              <a:gd fmla="val 7333"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strument Sans"/>
              <a:ea typeface="Instrument Sans"/>
              <a:cs typeface="Instrument Sans"/>
              <a:sym typeface="Instrument Sans"/>
            </a:endParaRPr>
          </a:p>
        </p:txBody>
      </p:sp>
      <p:sp>
        <p:nvSpPr>
          <p:cNvPr id="800" name="Google Shape;800;p80"/>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
        <p:nvSpPr>
          <p:cNvPr id="801" name="Google Shape;801;p80"/>
          <p:cNvSpPr/>
          <p:nvPr/>
        </p:nvSpPr>
        <p:spPr>
          <a:xfrm>
            <a:off x="288400" y="474900"/>
            <a:ext cx="5670000" cy="4193700"/>
          </a:xfrm>
          <a:prstGeom prst="roundRect">
            <a:avLst>
              <a:gd fmla="val 4076"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Instrument Sans"/>
              <a:ea typeface="Instrument Sans"/>
              <a:cs typeface="Instrument Sans"/>
              <a:sym typeface="Instrument Sans"/>
            </a:endParaRPr>
          </a:p>
        </p:txBody>
      </p:sp>
      <p:sp>
        <p:nvSpPr>
          <p:cNvPr id="802" name="Google Shape;802;p80"/>
          <p:cNvSpPr/>
          <p:nvPr/>
        </p:nvSpPr>
        <p:spPr>
          <a:xfrm>
            <a:off x="567700" y="4089150"/>
            <a:ext cx="1112100" cy="350700"/>
          </a:xfrm>
          <a:prstGeom prst="round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800">
              <a:solidFill>
                <a:schemeClr val="lt1"/>
              </a:solidFill>
              <a:latin typeface="Instrument Sans Medium"/>
              <a:ea typeface="Instrument Sans Medium"/>
              <a:cs typeface="Instrument Sans Medium"/>
              <a:sym typeface="Instrument Sans Medium"/>
            </a:endParaRPr>
          </a:p>
        </p:txBody>
      </p:sp>
      <p:sp>
        <p:nvSpPr>
          <p:cNvPr id="803" name="Google Shape;803;p80"/>
          <p:cNvSpPr/>
          <p:nvPr/>
        </p:nvSpPr>
        <p:spPr>
          <a:xfrm>
            <a:off x="1679742" y="4089150"/>
            <a:ext cx="1112100" cy="350700"/>
          </a:xfrm>
          <a:prstGeom prst="round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800">
              <a:solidFill>
                <a:schemeClr val="lt1"/>
              </a:solidFill>
              <a:latin typeface="Instrument Sans Medium"/>
              <a:ea typeface="Instrument Sans Medium"/>
              <a:cs typeface="Instrument Sans Medium"/>
              <a:sym typeface="Instrument Sans Medium"/>
            </a:endParaRPr>
          </a:p>
        </p:txBody>
      </p:sp>
      <p:sp>
        <p:nvSpPr>
          <p:cNvPr id="804" name="Google Shape;804;p80"/>
          <p:cNvSpPr/>
          <p:nvPr/>
        </p:nvSpPr>
        <p:spPr>
          <a:xfrm>
            <a:off x="2791783" y="4089150"/>
            <a:ext cx="1112100" cy="350700"/>
          </a:xfrm>
          <a:prstGeom prst="round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800">
              <a:solidFill>
                <a:schemeClr val="lt1"/>
              </a:solidFill>
              <a:latin typeface="Instrument Sans Medium"/>
              <a:ea typeface="Instrument Sans Medium"/>
              <a:cs typeface="Instrument Sans Medium"/>
              <a:sym typeface="Instrument Sans Medium"/>
            </a:endParaRPr>
          </a:p>
        </p:txBody>
      </p:sp>
      <p:sp>
        <p:nvSpPr>
          <p:cNvPr id="805" name="Google Shape;805;p80"/>
          <p:cNvSpPr txBox="1"/>
          <p:nvPr>
            <p:ph type="title"/>
          </p:nvPr>
        </p:nvSpPr>
        <p:spPr>
          <a:xfrm>
            <a:off x="586125" y="745875"/>
            <a:ext cx="4471200" cy="942000"/>
          </a:xfrm>
          <a:prstGeom prst="rect">
            <a:avLst/>
          </a:prstGeom>
        </p:spPr>
        <p:txBody>
          <a:bodyPr anchorCtr="0" anchor="t" bIns="0" lIns="0" spcFirstLastPara="1" rIns="0" wrap="square" tIns="0">
            <a:noAutofit/>
          </a:bodyPr>
          <a:lstStyle>
            <a:lvl1pPr lvl="0">
              <a:lnSpc>
                <a:spcPct val="85000"/>
              </a:lnSpc>
              <a:spcBef>
                <a:spcPts val="0"/>
              </a:spcBef>
              <a:spcAft>
                <a:spcPts val="0"/>
              </a:spcAft>
              <a:buNone/>
              <a:defRPr sz="3600">
                <a:latin typeface="Instrument Sans Medium"/>
                <a:ea typeface="Instrument Sans Medium"/>
                <a:cs typeface="Instrument Sans Medium"/>
                <a:sym typeface="Instrument Sans Medium"/>
              </a:defRPr>
            </a:lvl1pPr>
            <a:lvl2pPr lvl="1">
              <a:lnSpc>
                <a:spcPct val="85000"/>
              </a:lnSpc>
              <a:spcBef>
                <a:spcPts val="0"/>
              </a:spcBef>
              <a:spcAft>
                <a:spcPts val="0"/>
              </a:spcAft>
              <a:buNone/>
              <a:defRPr sz="3600">
                <a:latin typeface="Instrument Sans Medium"/>
                <a:ea typeface="Instrument Sans Medium"/>
                <a:cs typeface="Instrument Sans Medium"/>
                <a:sym typeface="Instrument Sans Medium"/>
              </a:defRPr>
            </a:lvl2pPr>
            <a:lvl3pPr lvl="2">
              <a:lnSpc>
                <a:spcPct val="85000"/>
              </a:lnSpc>
              <a:spcBef>
                <a:spcPts val="0"/>
              </a:spcBef>
              <a:spcAft>
                <a:spcPts val="0"/>
              </a:spcAft>
              <a:buNone/>
              <a:defRPr sz="3600">
                <a:latin typeface="Instrument Sans Medium"/>
                <a:ea typeface="Instrument Sans Medium"/>
                <a:cs typeface="Instrument Sans Medium"/>
                <a:sym typeface="Instrument Sans Medium"/>
              </a:defRPr>
            </a:lvl3pPr>
            <a:lvl4pPr lvl="3">
              <a:lnSpc>
                <a:spcPct val="85000"/>
              </a:lnSpc>
              <a:spcBef>
                <a:spcPts val="0"/>
              </a:spcBef>
              <a:spcAft>
                <a:spcPts val="0"/>
              </a:spcAft>
              <a:buNone/>
              <a:defRPr sz="3600">
                <a:latin typeface="Instrument Sans Medium"/>
                <a:ea typeface="Instrument Sans Medium"/>
                <a:cs typeface="Instrument Sans Medium"/>
                <a:sym typeface="Instrument Sans Medium"/>
              </a:defRPr>
            </a:lvl4pPr>
            <a:lvl5pPr lvl="4">
              <a:lnSpc>
                <a:spcPct val="85000"/>
              </a:lnSpc>
              <a:spcBef>
                <a:spcPts val="0"/>
              </a:spcBef>
              <a:spcAft>
                <a:spcPts val="0"/>
              </a:spcAft>
              <a:buNone/>
              <a:defRPr sz="3600">
                <a:latin typeface="Instrument Sans Medium"/>
                <a:ea typeface="Instrument Sans Medium"/>
                <a:cs typeface="Instrument Sans Medium"/>
                <a:sym typeface="Instrument Sans Medium"/>
              </a:defRPr>
            </a:lvl5pPr>
            <a:lvl6pPr lvl="5">
              <a:lnSpc>
                <a:spcPct val="85000"/>
              </a:lnSpc>
              <a:spcBef>
                <a:spcPts val="0"/>
              </a:spcBef>
              <a:spcAft>
                <a:spcPts val="0"/>
              </a:spcAft>
              <a:buNone/>
              <a:defRPr sz="3600">
                <a:latin typeface="Instrument Sans Medium"/>
                <a:ea typeface="Instrument Sans Medium"/>
                <a:cs typeface="Instrument Sans Medium"/>
                <a:sym typeface="Instrument Sans Medium"/>
              </a:defRPr>
            </a:lvl6pPr>
            <a:lvl7pPr lvl="6">
              <a:lnSpc>
                <a:spcPct val="85000"/>
              </a:lnSpc>
              <a:spcBef>
                <a:spcPts val="0"/>
              </a:spcBef>
              <a:spcAft>
                <a:spcPts val="0"/>
              </a:spcAft>
              <a:buNone/>
              <a:defRPr sz="3600">
                <a:latin typeface="Instrument Sans Medium"/>
                <a:ea typeface="Instrument Sans Medium"/>
                <a:cs typeface="Instrument Sans Medium"/>
                <a:sym typeface="Instrument Sans Medium"/>
              </a:defRPr>
            </a:lvl7pPr>
            <a:lvl8pPr lvl="7">
              <a:lnSpc>
                <a:spcPct val="85000"/>
              </a:lnSpc>
              <a:spcBef>
                <a:spcPts val="0"/>
              </a:spcBef>
              <a:spcAft>
                <a:spcPts val="0"/>
              </a:spcAft>
              <a:buNone/>
              <a:defRPr sz="3600">
                <a:latin typeface="Instrument Sans Medium"/>
                <a:ea typeface="Instrument Sans Medium"/>
                <a:cs typeface="Instrument Sans Medium"/>
                <a:sym typeface="Instrument Sans Medium"/>
              </a:defRPr>
            </a:lvl8pPr>
            <a:lvl9pPr lvl="8">
              <a:lnSpc>
                <a:spcPct val="85000"/>
              </a:lnSpc>
              <a:spcBef>
                <a:spcPts val="0"/>
              </a:spcBef>
              <a:spcAft>
                <a:spcPts val="0"/>
              </a:spcAft>
              <a:buNone/>
              <a:defRPr sz="3600">
                <a:latin typeface="Instrument Sans Medium"/>
                <a:ea typeface="Instrument Sans Medium"/>
                <a:cs typeface="Instrument Sans Medium"/>
                <a:sym typeface="Instrument Sans Medium"/>
              </a:defRPr>
            </a:lvl9pPr>
          </a:lstStyle>
          <a:p/>
        </p:txBody>
      </p:sp>
      <p:sp>
        <p:nvSpPr>
          <p:cNvPr id="806" name="Google Shape;806;p80"/>
          <p:cNvSpPr txBox="1"/>
          <p:nvPr>
            <p:ph idx="1" type="body"/>
          </p:nvPr>
        </p:nvSpPr>
        <p:spPr>
          <a:xfrm>
            <a:off x="6379950" y="3477525"/>
            <a:ext cx="2121300" cy="965100"/>
          </a:xfrm>
          <a:prstGeom prst="rect">
            <a:avLst/>
          </a:prstGeom>
        </p:spPr>
        <p:txBody>
          <a:bodyPr anchorCtr="0" anchor="b" bIns="0" lIns="0" spcFirstLastPara="1" rIns="0" wrap="square" tIns="0">
            <a:noAutofit/>
          </a:bodyPr>
          <a:lstStyle>
            <a:lvl1pPr indent="-228600" lvl="0" marL="457200">
              <a:spcBef>
                <a:spcPts val="0"/>
              </a:spcBef>
              <a:spcAft>
                <a:spcPts val="0"/>
              </a:spcAft>
              <a:buNone/>
              <a:defRPr/>
            </a:lvl1pPr>
            <a:lvl2pPr indent="-228600" lvl="1" marL="914400">
              <a:spcBef>
                <a:spcPts val="0"/>
              </a:spcBef>
              <a:spcAft>
                <a:spcPts val="0"/>
              </a:spcAft>
              <a:buNone/>
              <a:defRPr/>
            </a:lvl2pPr>
            <a:lvl3pPr indent="-228600" lvl="2" marL="1371600">
              <a:spcBef>
                <a:spcPts val="0"/>
              </a:spcBef>
              <a:spcAft>
                <a:spcPts val="0"/>
              </a:spcAft>
              <a:buNone/>
              <a:defRPr/>
            </a:lvl3pPr>
            <a:lvl4pPr indent="-228600" lvl="3" marL="1828800">
              <a:spcBef>
                <a:spcPts val="0"/>
              </a:spcBef>
              <a:spcAft>
                <a:spcPts val="0"/>
              </a:spcAft>
              <a:buNone/>
              <a:defRPr/>
            </a:lvl4pPr>
            <a:lvl5pPr indent="-228600" lvl="4" marL="2286000">
              <a:spcBef>
                <a:spcPts val="0"/>
              </a:spcBef>
              <a:spcAft>
                <a:spcPts val="0"/>
              </a:spcAft>
              <a:buNone/>
              <a:defRPr/>
            </a:lvl5pPr>
            <a:lvl6pPr indent="-228600" lvl="5" marL="2743200">
              <a:spcBef>
                <a:spcPts val="0"/>
              </a:spcBef>
              <a:spcAft>
                <a:spcPts val="0"/>
              </a:spcAft>
              <a:buNone/>
              <a:defRPr/>
            </a:lvl6pPr>
            <a:lvl7pPr indent="-228600" lvl="6" marL="3200400">
              <a:spcBef>
                <a:spcPts val="0"/>
              </a:spcBef>
              <a:spcAft>
                <a:spcPts val="0"/>
              </a:spcAft>
              <a:buNone/>
              <a:defRPr/>
            </a:lvl7pPr>
            <a:lvl8pPr indent="-228600" lvl="7" marL="3657600">
              <a:spcBef>
                <a:spcPts val="0"/>
              </a:spcBef>
              <a:spcAft>
                <a:spcPts val="0"/>
              </a:spcAft>
              <a:buNone/>
              <a:defRPr/>
            </a:lvl8pPr>
            <a:lvl9pPr indent="-228600" lvl="8" marL="4114800">
              <a:spcBef>
                <a:spcPts val="0"/>
              </a:spcBef>
              <a:spcAft>
                <a:spcPts val="0"/>
              </a:spcAft>
              <a:buNone/>
              <a:defRPr/>
            </a:lvl9pPr>
          </a:lstStyle>
          <a:p/>
        </p:txBody>
      </p:sp>
      <p:sp>
        <p:nvSpPr>
          <p:cNvPr id="807" name="Google Shape;807;p80"/>
          <p:cNvSpPr txBox="1"/>
          <p:nvPr>
            <p:ph idx="2"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808" name="Google Shape;808;p80"/>
          <p:cNvSpPr txBox="1"/>
          <p:nvPr>
            <p:ph idx="3"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Font typeface="Instrument Sans"/>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809" name="Google Shape;809;p80"/>
          <p:cNvSpPr/>
          <p:nvPr>
            <p:ph idx="4" type="pic"/>
          </p:nvPr>
        </p:nvSpPr>
        <p:spPr>
          <a:xfrm>
            <a:off x="6084175" y="474750"/>
            <a:ext cx="2771400" cy="1458300"/>
          </a:xfrm>
          <a:prstGeom prst="roundRect">
            <a:avLst>
              <a:gd fmla="val 11040" name="adj"/>
            </a:avLst>
          </a:prstGeom>
          <a:noFill/>
          <a:ln>
            <a:noFill/>
          </a:ln>
        </p:spPr>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ext steps 4 elements 1">
  <p:cSld name="CUSTOM_10_3">
    <p:bg>
      <p:bgPr>
        <a:solidFill>
          <a:schemeClr val="dk2"/>
        </a:solidFill>
      </p:bgPr>
    </p:bg>
    <p:spTree>
      <p:nvGrpSpPr>
        <p:cNvPr id="810" name="Shape 810"/>
        <p:cNvGrpSpPr/>
        <p:nvPr/>
      </p:nvGrpSpPr>
      <p:grpSpPr>
        <a:xfrm>
          <a:off x="0" y="0"/>
          <a:ext cx="0" cy="0"/>
          <a:chOff x="0" y="0"/>
          <a:chExt cx="0" cy="0"/>
        </a:xfrm>
      </p:grpSpPr>
      <p:pic>
        <p:nvPicPr>
          <p:cNvPr id="811" name="Google Shape;811;p81"/>
          <p:cNvPicPr preferRelativeResize="0"/>
          <p:nvPr/>
        </p:nvPicPr>
        <p:blipFill rotWithShape="1">
          <a:blip r:embed="rId2">
            <a:alphaModFix/>
          </a:blip>
          <a:srcRect b="31415" l="0" r="33444" t="12335"/>
          <a:stretch/>
        </p:blipFill>
        <p:spPr>
          <a:xfrm>
            <a:off x="3058325" y="0"/>
            <a:ext cx="6085676" cy="5143500"/>
          </a:xfrm>
          <a:prstGeom prst="rect">
            <a:avLst/>
          </a:prstGeom>
          <a:noFill/>
          <a:ln>
            <a:noFill/>
          </a:ln>
        </p:spPr>
      </p:pic>
      <p:sp>
        <p:nvSpPr>
          <p:cNvPr id="812" name="Google Shape;812;p81"/>
          <p:cNvSpPr txBox="1"/>
          <p:nvPr>
            <p:ph idx="1" type="subTitle"/>
          </p:nvPr>
        </p:nvSpPr>
        <p:spPr>
          <a:xfrm>
            <a:off x="284700" y="284400"/>
            <a:ext cx="1965900" cy="192000"/>
          </a:xfrm>
          <a:prstGeom prst="rect">
            <a:avLst/>
          </a:prstGeom>
        </p:spPr>
        <p:txBody>
          <a:bodyPr anchorCtr="0" anchor="t" bIns="0" lIns="0" spcFirstLastPara="1" rIns="0" wrap="square" tIns="0">
            <a:noAutofit/>
          </a:bodyPr>
          <a:lstStyle>
            <a:lvl1pPr lvl="0">
              <a:spcBef>
                <a:spcPts val="0"/>
              </a:spcBef>
              <a:spcAft>
                <a:spcPts val="0"/>
              </a:spcAft>
              <a:buClr>
                <a:schemeClr val="accent5"/>
              </a:buClr>
              <a:buSzPts val="700"/>
              <a:buFont typeface="Instrument Sans"/>
              <a:buNone/>
              <a:defRPr sz="700">
                <a:solidFill>
                  <a:schemeClr val="accent5"/>
                </a:solidFill>
              </a:defRPr>
            </a:lvl1pPr>
            <a:lvl2pPr lvl="1">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813" name="Google Shape;813;p81"/>
          <p:cNvSpPr txBox="1"/>
          <p:nvPr>
            <p:ph idx="2" type="subTitle"/>
          </p:nvPr>
        </p:nvSpPr>
        <p:spPr>
          <a:xfrm>
            <a:off x="6890875" y="284400"/>
            <a:ext cx="1965900" cy="192000"/>
          </a:xfrm>
          <a:prstGeom prst="rect">
            <a:avLst/>
          </a:prstGeom>
        </p:spPr>
        <p:txBody>
          <a:bodyPr anchorCtr="0" anchor="t" bIns="0" lIns="0" spcFirstLastPara="1" rIns="0" wrap="square" tIns="0">
            <a:noAutofit/>
          </a:bodyPr>
          <a:lstStyle>
            <a:lvl1pPr lvl="0" algn="r">
              <a:spcBef>
                <a:spcPts val="0"/>
              </a:spcBef>
              <a:spcAft>
                <a:spcPts val="0"/>
              </a:spcAft>
              <a:buClr>
                <a:schemeClr val="accent5"/>
              </a:buClr>
              <a:buSzPts val="700"/>
              <a:buNone/>
              <a:defRPr sz="700">
                <a:solidFill>
                  <a:schemeClr val="accent5"/>
                </a:solidFill>
              </a:defRPr>
            </a:lvl1pPr>
            <a:lvl2pPr lvl="1"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2pPr>
            <a:lvl3pPr lvl="2"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3pPr>
            <a:lvl4pPr lvl="3"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4pPr>
            <a:lvl5pPr lvl="4"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5pPr>
            <a:lvl6pPr lvl="5"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6pPr>
            <a:lvl7pPr lvl="6"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7pPr>
            <a:lvl8pPr lvl="7"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8pPr>
            <a:lvl9pPr lvl="8" algn="r">
              <a:spcBef>
                <a:spcPts val="0"/>
              </a:spcBef>
              <a:spcAft>
                <a:spcPts val="0"/>
              </a:spcAft>
              <a:buClr>
                <a:schemeClr val="accent5"/>
              </a:buClr>
              <a:buSzPts val="1000"/>
              <a:buFont typeface="Instrument Sans Medium"/>
              <a:buNone/>
              <a:defRPr sz="1000">
                <a:solidFill>
                  <a:schemeClr val="accent5"/>
                </a:solidFill>
                <a:latin typeface="Instrument Sans Medium"/>
                <a:ea typeface="Instrument Sans Medium"/>
                <a:cs typeface="Instrument Sans Medium"/>
                <a:sym typeface="Instrument Sans Medium"/>
              </a:defRPr>
            </a:lvl9pPr>
          </a:lstStyle>
          <a:p/>
        </p:txBody>
      </p:sp>
      <p:sp>
        <p:nvSpPr>
          <p:cNvPr id="814" name="Google Shape;814;p81"/>
          <p:cNvSpPr txBox="1"/>
          <p:nvPr>
            <p:ph type="title"/>
          </p:nvPr>
        </p:nvSpPr>
        <p:spPr>
          <a:xfrm>
            <a:off x="288400" y="476400"/>
            <a:ext cx="2769000" cy="496800"/>
          </a:xfrm>
          <a:prstGeom prst="rect">
            <a:avLst/>
          </a:prstGeom>
        </p:spPr>
        <p:txBody>
          <a:bodyPr anchorCtr="0" anchor="b" bIns="0" lIns="0" spcFirstLastPara="1" rIns="0" wrap="square" tIns="0">
            <a:noAutofit/>
          </a:bodyPr>
          <a:lstStyle>
            <a:lvl1pPr lvl="0">
              <a:lnSpc>
                <a:spcPct val="85000"/>
              </a:lnSpc>
              <a:spcBef>
                <a:spcPts val="0"/>
              </a:spcBef>
              <a:spcAft>
                <a:spcPts val="0"/>
              </a:spcAft>
              <a:buNone/>
              <a:defRPr sz="2400">
                <a:latin typeface="Instrument Sans Medium"/>
                <a:ea typeface="Instrument Sans Medium"/>
                <a:cs typeface="Instrument Sans Medium"/>
                <a:sym typeface="Instrument Sans Medium"/>
              </a:defRPr>
            </a:lvl1pPr>
            <a:lvl2pPr lvl="1">
              <a:lnSpc>
                <a:spcPct val="85000"/>
              </a:lnSpc>
              <a:spcBef>
                <a:spcPts val="0"/>
              </a:spcBef>
              <a:spcAft>
                <a:spcPts val="0"/>
              </a:spcAft>
              <a:buNone/>
              <a:defRPr sz="3600">
                <a:latin typeface="Instrument Sans Medium"/>
                <a:ea typeface="Instrument Sans Medium"/>
                <a:cs typeface="Instrument Sans Medium"/>
                <a:sym typeface="Instrument Sans Medium"/>
              </a:defRPr>
            </a:lvl2pPr>
            <a:lvl3pPr lvl="2">
              <a:lnSpc>
                <a:spcPct val="85000"/>
              </a:lnSpc>
              <a:spcBef>
                <a:spcPts val="0"/>
              </a:spcBef>
              <a:spcAft>
                <a:spcPts val="0"/>
              </a:spcAft>
              <a:buNone/>
              <a:defRPr sz="3600">
                <a:latin typeface="Instrument Sans Medium"/>
                <a:ea typeface="Instrument Sans Medium"/>
                <a:cs typeface="Instrument Sans Medium"/>
                <a:sym typeface="Instrument Sans Medium"/>
              </a:defRPr>
            </a:lvl3pPr>
            <a:lvl4pPr lvl="3">
              <a:lnSpc>
                <a:spcPct val="85000"/>
              </a:lnSpc>
              <a:spcBef>
                <a:spcPts val="0"/>
              </a:spcBef>
              <a:spcAft>
                <a:spcPts val="0"/>
              </a:spcAft>
              <a:buNone/>
              <a:defRPr sz="3600">
                <a:latin typeface="Instrument Sans Medium"/>
                <a:ea typeface="Instrument Sans Medium"/>
                <a:cs typeface="Instrument Sans Medium"/>
                <a:sym typeface="Instrument Sans Medium"/>
              </a:defRPr>
            </a:lvl4pPr>
            <a:lvl5pPr lvl="4">
              <a:lnSpc>
                <a:spcPct val="85000"/>
              </a:lnSpc>
              <a:spcBef>
                <a:spcPts val="0"/>
              </a:spcBef>
              <a:spcAft>
                <a:spcPts val="0"/>
              </a:spcAft>
              <a:buNone/>
              <a:defRPr sz="3600">
                <a:latin typeface="Instrument Sans Medium"/>
                <a:ea typeface="Instrument Sans Medium"/>
                <a:cs typeface="Instrument Sans Medium"/>
                <a:sym typeface="Instrument Sans Medium"/>
              </a:defRPr>
            </a:lvl5pPr>
            <a:lvl6pPr lvl="5">
              <a:lnSpc>
                <a:spcPct val="85000"/>
              </a:lnSpc>
              <a:spcBef>
                <a:spcPts val="0"/>
              </a:spcBef>
              <a:spcAft>
                <a:spcPts val="0"/>
              </a:spcAft>
              <a:buNone/>
              <a:defRPr sz="3600">
                <a:latin typeface="Instrument Sans Medium"/>
                <a:ea typeface="Instrument Sans Medium"/>
                <a:cs typeface="Instrument Sans Medium"/>
                <a:sym typeface="Instrument Sans Medium"/>
              </a:defRPr>
            </a:lvl6pPr>
            <a:lvl7pPr lvl="6">
              <a:lnSpc>
                <a:spcPct val="85000"/>
              </a:lnSpc>
              <a:spcBef>
                <a:spcPts val="0"/>
              </a:spcBef>
              <a:spcAft>
                <a:spcPts val="0"/>
              </a:spcAft>
              <a:buNone/>
              <a:defRPr sz="3600">
                <a:latin typeface="Instrument Sans Medium"/>
                <a:ea typeface="Instrument Sans Medium"/>
                <a:cs typeface="Instrument Sans Medium"/>
                <a:sym typeface="Instrument Sans Medium"/>
              </a:defRPr>
            </a:lvl7pPr>
            <a:lvl8pPr lvl="7">
              <a:lnSpc>
                <a:spcPct val="85000"/>
              </a:lnSpc>
              <a:spcBef>
                <a:spcPts val="0"/>
              </a:spcBef>
              <a:spcAft>
                <a:spcPts val="0"/>
              </a:spcAft>
              <a:buNone/>
              <a:defRPr sz="3600">
                <a:latin typeface="Instrument Sans Medium"/>
                <a:ea typeface="Instrument Sans Medium"/>
                <a:cs typeface="Instrument Sans Medium"/>
                <a:sym typeface="Instrument Sans Medium"/>
              </a:defRPr>
            </a:lvl8pPr>
            <a:lvl9pPr lvl="8">
              <a:lnSpc>
                <a:spcPct val="85000"/>
              </a:lnSpc>
              <a:spcBef>
                <a:spcPts val="0"/>
              </a:spcBef>
              <a:spcAft>
                <a:spcPts val="0"/>
              </a:spcAft>
              <a:buNone/>
              <a:defRPr sz="3600">
                <a:latin typeface="Instrument Sans Medium"/>
                <a:ea typeface="Instrument Sans Medium"/>
                <a:cs typeface="Instrument Sans Medium"/>
                <a:sym typeface="Instrument Sans Medium"/>
              </a:defRPr>
            </a:lvl9pPr>
          </a:lstStyle>
          <a:p/>
        </p:txBody>
      </p:sp>
      <p:sp>
        <p:nvSpPr>
          <p:cNvPr id="815" name="Google Shape;815;p81"/>
          <p:cNvSpPr txBox="1"/>
          <p:nvPr>
            <p:ph idx="3" type="subTitle"/>
          </p:nvPr>
        </p:nvSpPr>
        <p:spPr>
          <a:xfrm>
            <a:off x="284701" y="1716225"/>
            <a:ext cx="854700" cy="646200"/>
          </a:xfrm>
          <a:prstGeom prst="rect">
            <a:avLst/>
          </a:prstGeom>
        </p:spPr>
        <p:txBody>
          <a:bodyPr anchorCtr="0" anchor="ctr" bIns="91425" lIns="182875" spcFirstLastPara="1" rIns="91425" wrap="square" tIns="91425">
            <a:noAutofit/>
          </a:bodyPr>
          <a:lstStyle>
            <a:lvl1pPr lvl="0">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p:txBody>
      </p:sp>
      <p:sp>
        <p:nvSpPr>
          <p:cNvPr id="816" name="Google Shape;816;p81"/>
          <p:cNvSpPr txBox="1"/>
          <p:nvPr>
            <p:ph idx="4" type="subTitle"/>
          </p:nvPr>
        </p:nvSpPr>
        <p:spPr>
          <a:xfrm>
            <a:off x="1148000" y="1713825"/>
            <a:ext cx="2448600" cy="646200"/>
          </a:xfrm>
          <a:prstGeom prst="rect">
            <a:avLst/>
          </a:prstGeom>
        </p:spPr>
        <p:txBody>
          <a:bodyPr anchorCtr="0" anchor="ctr" bIns="91425" lIns="91425" spcFirstLastPara="1" rIns="91425" wrap="square" tIns="91425">
            <a:noAutofit/>
          </a:bodyPr>
          <a:lstStyle>
            <a:lvl1pPr lvl="0">
              <a:spcBef>
                <a:spcPts val="0"/>
              </a:spcBef>
              <a:spcAft>
                <a:spcPts val="0"/>
              </a:spcAft>
              <a:buNone/>
              <a:defRPr sz="12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p:txBody>
      </p:sp>
      <p:sp>
        <p:nvSpPr>
          <p:cNvPr id="817" name="Google Shape;817;p81"/>
          <p:cNvSpPr txBox="1"/>
          <p:nvPr>
            <p:ph idx="5" type="subTitle"/>
          </p:nvPr>
        </p:nvSpPr>
        <p:spPr>
          <a:xfrm>
            <a:off x="5842012" y="1713825"/>
            <a:ext cx="2448600" cy="646200"/>
          </a:xfrm>
          <a:prstGeom prst="rect">
            <a:avLst/>
          </a:prstGeom>
        </p:spPr>
        <p:txBody>
          <a:bodyPr anchorCtr="0" anchor="ctr" bIns="91425" lIns="91425" spcFirstLastPara="1" rIns="91425" wrap="square" tIns="91425">
            <a:noAutofit/>
          </a:bodyPr>
          <a:lstStyle>
            <a:lvl1pPr lvl="0" algn="r">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p:txBody>
      </p:sp>
      <p:sp>
        <p:nvSpPr>
          <p:cNvPr id="818" name="Google Shape;818;p81"/>
          <p:cNvSpPr txBox="1"/>
          <p:nvPr>
            <p:ph idx="6" type="subTitle"/>
          </p:nvPr>
        </p:nvSpPr>
        <p:spPr>
          <a:xfrm>
            <a:off x="284701" y="2506919"/>
            <a:ext cx="854700" cy="646200"/>
          </a:xfrm>
          <a:prstGeom prst="rect">
            <a:avLst/>
          </a:prstGeom>
        </p:spPr>
        <p:txBody>
          <a:bodyPr anchorCtr="0" anchor="ctr" bIns="91425" lIns="182875" spcFirstLastPara="1" rIns="91425" wrap="square" tIns="91425">
            <a:noAutofit/>
          </a:bodyPr>
          <a:lstStyle>
            <a:lvl1pPr lvl="0">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p:txBody>
      </p:sp>
      <p:sp>
        <p:nvSpPr>
          <p:cNvPr id="819" name="Google Shape;819;p81"/>
          <p:cNvSpPr txBox="1"/>
          <p:nvPr>
            <p:ph idx="7" type="subTitle"/>
          </p:nvPr>
        </p:nvSpPr>
        <p:spPr>
          <a:xfrm>
            <a:off x="1148000" y="2504519"/>
            <a:ext cx="2448600" cy="646200"/>
          </a:xfrm>
          <a:prstGeom prst="rect">
            <a:avLst/>
          </a:prstGeom>
        </p:spPr>
        <p:txBody>
          <a:bodyPr anchorCtr="0" anchor="ctr" bIns="91425" lIns="91425" spcFirstLastPara="1" rIns="91425" wrap="square" tIns="91425">
            <a:noAutofit/>
          </a:bodyPr>
          <a:lstStyle>
            <a:lvl1pPr lvl="0">
              <a:spcBef>
                <a:spcPts val="0"/>
              </a:spcBef>
              <a:spcAft>
                <a:spcPts val="0"/>
              </a:spcAft>
              <a:buNone/>
              <a:defRPr sz="12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p:txBody>
      </p:sp>
      <p:sp>
        <p:nvSpPr>
          <p:cNvPr id="820" name="Google Shape;820;p81"/>
          <p:cNvSpPr txBox="1"/>
          <p:nvPr>
            <p:ph idx="8" type="subTitle"/>
          </p:nvPr>
        </p:nvSpPr>
        <p:spPr>
          <a:xfrm>
            <a:off x="5842012" y="2504519"/>
            <a:ext cx="2448600" cy="646200"/>
          </a:xfrm>
          <a:prstGeom prst="rect">
            <a:avLst/>
          </a:prstGeom>
        </p:spPr>
        <p:txBody>
          <a:bodyPr anchorCtr="0" anchor="ctr" bIns="91425" lIns="91425" spcFirstLastPara="1" rIns="91425" wrap="square" tIns="91425">
            <a:noAutofit/>
          </a:bodyPr>
          <a:lstStyle>
            <a:lvl1pPr lvl="0" algn="r">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p:txBody>
      </p:sp>
      <p:sp>
        <p:nvSpPr>
          <p:cNvPr id="821" name="Google Shape;821;p81"/>
          <p:cNvSpPr txBox="1"/>
          <p:nvPr>
            <p:ph idx="9" type="subTitle"/>
          </p:nvPr>
        </p:nvSpPr>
        <p:spPr>
          <a:xfrm>
            <a:off x="284701" y="3255713"/>
            <a:ext cx="854700" cy="646200"/>
          </a:xfrm>
          <a:prstGeom prst="rect">
            <a:avLst/>
          </a:prstGeom>
        </p:spPr>
        <p:txBody>
          <a:bodyPr anchorCtr="0" anchor="ctr" bIns="91425" lIns="182875" spcFirstLastPara="1" rIns="91425" wrap="square" tIns="91425">
            <a:noAutofit/>
          </a:bodyPr>
          <a:lstStyle>
            <a:lvl1pPr lvl="0">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p:txBody>
      </p:sp>
      <p:sp>
        <p:nvSpPr>
          <p:cNvPr id="822" name="Google Shape;822;p81"/>
          <p:cNvSpPr txBox="1"/>
          <p:nvPr>
            <p:ph idx="13" type="subTitle"/>
          </p:nvPr>
        </p:nvSpPr>
        <p:spPr>
          <a:xfrm>
            <a:off x="1148000" y="3253313"/>
            <a:ext cx="2448600" cy="646200"/>
          </a:xfrm>
          <a:prstGeom prst="rect">
            <a:avLst/>
          </a:prstGeom>
        </p:spPr>
        <p:txBody>
          <a:bodyPr anchorCtr="0" anchor="ctr" bIns="91425" lIns="91425" spcFirstLastPara="1" rIns="91425" wrap="square" tIns="91425">
            <a:noAutofit/>
          </a:bodyPr>
          <a:lstStyle>
            <a:lvl1pPr lvl="0">
              <a:spcBef>
                <a:spcPts val="0"/>
              </a:spcBef>
              <a:spcAft>
                <a:spcPts val="0"/>
              </a:spcAft>
              <a:buNone/>
              <a:defRPr sz="12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p:txBody>
      </p:sp>
      <p:sp>
        <p:nvSpPr>
          <p:cNvPr id="823" name="Google Shape;823;p81"/>
          <p:cNvSpPr txBox="1"/>
          <p:nvPr>
            <p:ph idx="14" type="subTitle"/>
          </p:nvPr>
        </p:nvSpPr>
        <p:spPr>
          <a:xfrm>
            <a:off x="5842012" y="3253313"/>
            <a:ext cx="2448600" cy="646200"/>
          </a:xfrm>
          <a:prstGeom prst="rect">
            <a:avLst/>
          </a:prstGeom>
        </p:spPr>
        <p:txBody>
          <a:bodyPr anchorCtr="0" anchor="ctr" bIns="91425" lIns="91425" spcFirstLastPara="1" rIns="91425" wrap="square" tIns="91425">
            <a:noAutofit/>
          </a:bodyPr>
          <a:lstStyle>
            <a:lvl1pPr lvl="0" algn="r">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p:txBody>
      </p:sp>
      <p:sp>
        <p:nvSpPr>
          <p:cNvPr id="824" name="Google Shape;824;p81"/>
          <p:cNvSpPr txBox="1"/>
          <p:nvPr>
            <p:ph idx="15" type="subTitle"/>
          </p:nvPr>
        </p:nvSpPr>
        <p:spPr>
          <a:xfrm>
            <a:off x="284701" y="4029675"/>
            <a:ext cx="854700" cy="646200"/>
          </a:xfrm>
          <a:prstGeom prst="rect">
            <a:avLst/>
          </a:prstGeom>
        </p:spPr>
        <p:txBody>
          <a:bodyPr anchorCtr="0" anchor="ctr" bIns="91425" lIns="182875" spcFirstLastPara="1" rIns="91425" wrap="square" tIns="91425">
            <a:noAutofit/>
          </a:bodyPr>
          <a:lstStyle>
            <a:lvl1pPr lvl="0">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Clr>
                <a:schemeClr val="lt1"/>
              </a:buClr>
              <a:buSzPts val="1400"/>
              <a:buFont typeface="Instrument Sans"/>
              <a:buNone/>
              <a:defRPr>
                <a:solidFill>
                  <a:schemeClr val="lt1"/>
                </a:solidFill>
              </a:defRPr>
            </a:lvl2pPr>
            <a:lvl3pPr lvl="2">
              <a:spcBef>
                <a:spcPts val="0"/>
              </a:spcBef>
              <a:spcAft>
                <a:spcPts val="0"/>
              </a:spcAft>
              <a:buClr>
                <a:schemeClr val="lt1"/>
              </a:buClr>
              <a:buSzPts val="1400"/>
              <a:buFont typeface="Instrument Sans"/>
              <a:buNone/>
              <a:defRPr>
                <a:solidFill>
                  <a:schemeClr val="lt1"/>
                </a:solidFill>
              </a:defRPr>
            </a:lvl3pPr>
            <a:lvl4pPr lvl="3">
              <a:spcBef>
                <a:spcPts val="0"/>
              </a:spcBef>
              <a:spcAft>
                <a:spcPts val="0"/>
              </a:spcAft>
              <a:buClr>
                <a:schemeClr val="lt1"/>
              </a:buClr>
              <a:buSzPts val="1400"/>
              <a:buFont typeface="Instrument Sans"/>
              <a:buNone/>
              <a:defRPr>
                <a:solidFill>
                  <a:schemeClr val="lt1"/>
                </a:solidFill>
              </a:defRPr>
            </a:lvl4pPr>
            <a:lvl5pPr lvl="4">
              <a:spcBef>
                <a:spcPts val="0"/>
              </a:spcBef>
              <a:spcAft>
                <a:spcPts val="0"/>
              </a:spcAft>
              <a:buClr>
                <a:schemeClr val="lt1"/>
              </a:buClr>
              <a:buSzPts val="1400"/>
              <a:buFont typeface="Instrument Sans"/>
              <a:buNone/>
              <a:defRPr>
                <a:solidFill>
                  <a:schemeClr val="lt1"/>
                </a:solidFill>
              </a:defRPr>
            </a:lvl5pPr>
            <a:lvl6pPr lvl="5">
              <a:spcBef>
                <a:spcPts val="0"/>
              </a:spcBef>
              <a:spcAft>
                <a:spcPts val="0"/>
              </a:spcAft>
              <a:buClr>
                <a:schemeClr val="lt1"/>
              </a:buClr>
              <a:buSzPts val="1400"/>
              <a:buFont typeface="Instrument Sans"/>
              <a:buNone/>
              <a:defRPr>
                <a:solidFill>
                  <a:schemeClr val="lt1"/>
                </a:solidFill>
              </a:defRPr>
            </a:lvl6pPr>
            <a:lvl7pPr lvl="6">
              <a:spcBef>
                <a:spcPts val="0"/>
              </a:spcBef>
              <a:spcAft>
                <a:spcPts val="0"/>
              </a:spcAft>
              <a:buClr>
                <a:schemeClr val="lt1"/>
              </a:buClr>
              <a:buSzPts val="1400"/>
              <a:buFont typeface="Instrument Sans"/>
              <a:buNone/>
              <a:defRPr>
                <a:solidFill>
                  <a:schemeClr val="lt1"/>
                </a:solidFill>
              </a:defRPr>
            </a:lvl7pPr>
            <a:lvl8pPr lvl="7">
              <a:spcBef>
                <a:spcPts val="0"/>
              </a:spcBef>
              <a:spcAft>
                <a:spcPts val="0"/>
              </a:spcAft>
              <a:buClr>
                <a:schemeClr val="lt1"/>
              </a:buClr>
              <a:buSzPts val="1400"/>
              <a:buFont typeface="Instrument Sans"/>
              <a:buNone/>
              <a:defRPr>
                <a:solidFill>
                  <a:schemeClr val="lt1"/>
                </a:solidFill>
              </a:defRPr>
            </a:lvl8pPr>
            <a:lvl9pPr lvl="8">
              <a:spcBef>
                <a:spcPts val="0"/>
              </a:spcBef>
              <a:spcAft>
                <a:spcPts val="0"/>
              </a:spcAft>
              <a:buClr>
                <a:schemeClr val="lt1"/>
              </a:buClr>
              <a:buSzPts val="1400"/>
              <a:buFont typeface="Instrument Sans"/>
              <a:buNone/>
              <a:defRPr>
                <a:solidFill>
                  <a:schemeClr val="lt1"/>
                </a:solidFill>
              </a:defRPr>
            </a:lvl9pPr>
          </a:lstStyle>
          <a:p/>
        </p:txBody>
      </p:sp>
      <p:sp>
        <p:nvSpPr>
          <p:cNvPr id="825" name="Google Shape;825;p81"/>
          <p:cNvSpPr txBox="1"/>
          <p:nvPr>
            <p:ph idx="16" type="subTitle"/>
          </p:nvPr>
        </p:nvSpPr>
        <p:spPr>
          <a:xfrm>
            <a:off x="1148000" y="4027275"/>
            <a:ext cx="2448600" cy="646200"/>
          </a:xfrm>
          <a:prstGeom prst="rect">
            <a:avLst/>
          </a:prstGeom>
        </p:spPr>
        <p:txBody>
          <a:bodyPr anchorCtr="0" anchor="ctr" bIns="91425" lIns="91425" spcFirstLastPara="1" rIns="91425" wrap="square" tIns="91425">
            <a:noAutofit/>
          </a:bodyPr>
          <a:lstStyle>
            <a:lvl1pPr lvl="0">
              <a:spcBef>
                <a:spcPts val="0"/>
              </a:spcBef>
              <a:spcAft>
                <a:spcPts val="0"/>
              </a:spcAft>
              <a:buNone/>
              <a:defRPr sz="12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p:txBody>
      </p:sp>
      <p:sp>
        <p:nvSpPr>
          <p:cNvPr id="826" name="Google Shape;826;p81"/>
          <p:cNvSpPr txBox="1"/>
          <p:nvPr>
            <p:ph idx="17" type="subTitle"/>
          </p:nvPr>
        </p:nvSpPr>
        <p:spPr>
          <a:xfrm>
            <a:off x="5842012" y="4027275"/>
            <a:ext cx="2448600" cy="646200"/>
          </a:xfrm>
          <a:prstGeom prst="rect">
            <a:avLst/>
          </a:prstGeom>
        </p:spPr>
        <p:txBody>
          <a:bodyPr anchorCtr="0" anchor="ctr" bIns="91425" lIns="91425" spcFirstLastPara="1" rIns="91425" wrap="square" tIns="91425">
            <a:noAutofit/>
          </a:bodyPr>
          <a:lstStyle>
            <a:lvl1pPr lvl="0" algn="r">
              <a:spcBef>
                <a:spcPts val="0"/>
              </a:spcBef>
              <a:spcAft>
                <a:spcPts val="0"/>
              </a:spcAft>
              <a:buNone/>
              <a:defRPr sz="1000">
                <a:latin typeface="Instrument Sans Medium"/>
                <a:ea typeface="Instrument Sans Medium"/>
                <a:cs typeface="Instrument Sans Medium"/>
                <a:sym typeface="Instrument Sans Medium"/>
              </a:defRPr>
            </a:lvl1pPr>
            <a:lvl2pPr lvl="1">
              <a:spcBef>
                <a:spcPts val="0"/>
              </a:spcBef>
              <a:spcAft>
                <a:spcPts val="0"/>
              </a:spcAft>
              <a:buNone/>
              <a:defRPr sz="1200"/>
            </a:lvl2pPr>
            <a:lvl3pPr lvl="2">
              <a:spcBef>
                <a:spcPts val="0"/>
              </a:spcBef>
              <a:spcAft>
                <a:spcPts val="0"/>
              </a:spcAft>
              <a:buNone/>
              <a:defRPr sz="1200"/>
            </a:lvl3pPr>
            <a:lvl4pPr lvl="3">
              <a:spcBef>
                <a:spcPts val="0"/>
              </a:spcBef>
              <a:spcAft>
                <a:spcPts val="0"/>
              </a:spcAft>
              <a:buNone/>
              <a:defRPr sz="1200"/>
            </a:lvl4pPr>
            <a:lvl5pPr lvl="4">
              <a:spcBef>
                <a:spcPts val="0"/>
              </a:spcBef>
              <a:spcAft>
                <a:spcPts val="0"/>
              </a:spcAft>
              <a:buNone/>
              <a:defRPr sz="1200"/>
            </a:lvl5pPr>
            <a:lvl6pPr lvl="5">
              <a:spcBef>
                <a:spcPts val="0"/>
              </a:spcBef>
              <a:spcAft>
                <a:spcPts val="0"/>
              </a:spcAft>
              <a:buNone/>
              <a:defRPr sz="1200"/>
            </a:lvl6pPr>
            <a:lvl7pPr lvl="6">
              <a:spcBef>
                <a:spcPts val="0"/>
              </a:spcBef>
              <a:spcAft>
                <a:spcPts val="0"/>
              </a:spcAft>
              <a:buNone/>
              <a:defRPr sz="1200"/>
            </a:lvl7pPr>
            <a:lvl8pPr lvl="7">
              <a:spcBef>
                <a:spcPts val="0"/>
              </a:spcBef>
              <a:spcAft>
                <a:spcPts val="0"/>
              </a:spcAft>
              <a:buNone/>
              <a:defRPr sz="1200"/>
            </a:lvl8pPr>
            <a:lvl9pPr lvl="8">
              <a:spcBef>
                <a:spcPts val="0"/>
              </a:spcBef>
              <a:spcAft>
                <a:spcPts val="0"/>
              </a:spcAft>
              <a:buNone/>
              <a:defRPr sz="1200"/>
            </a:lvl9pPr>
          </a:lstStyle>
          <a:p/>
        </p:txBody>
      </p:sp>
      <p:sp>
        <p:nvSpPr>
          <p:cNvPr id="827" name="Google Shape;827;p81"/>
          <p:cNvSpPr txBox="1"/>
          <p:nvPr>
            <p:ph idx="12" type="sldNum"/>
          </p:nvPr>
        </p:nvSpPr>
        <p:spPr>
          <a:xfrm>
            <a:off x="8556779" y="4668600"/>
            <a:ext cx="300000" cy="196800"/>
          </a:xfrm>
          <a:prstGeom prst="rect">
            <a:avLst/>
          </a:prstGeom>
          <a:noFill/>
          <a:ln>
            <a:noFill/>
          </a:ln>
        </p:spPr>
        <p:txBody>
          <a:bodyPr anchorCtr="0" anchor="b" bIns="0" lIns="0" spcFirstLastPara="1" rIns="0" wrap="square" tIns="0">
            <a:noAutofit/>
          </a:bodyPr>
          <a:lstStyle>
            <a:lvl1pPr lvl="0" algn="r">
              <a:buNone/>
              <a:defRPr sz="700">
                <a:solidFill>
                  <a:schemeClr val="accent6"/>
                </a:solidFill>
                <a:latin typeface="Instrument Sans"/>
                <a:ea typeface="Instrument Sans"/>
                <a:cs typeface="Instrument Sans"/>
                <a:sym typeface="Instrument Sans"/>
              </a:defRPr>
            </a:lvl1pPr>
            <a:lvl2pPr lvl="1" algn="r">
              <a:buNone/>
              <a:defRPr sz="700">
                <a:solidFill>
                  <a:schemeClr val="accent6"/>
                </a:solidFill>
                <a:latin typeface="Instrument Sans"/>
                <a:ea typeface="Instrument Sans"/>
                <a:cs typeface="Instrument Sans"/>
                <a:sym typeface="Instrument Sans"/>
              </a:defRPr>
            </a:lvl2pPr>
            <a:lvl3pPr lvl="2" algn="r">
              <a:buNone/>
              <a:defRPr sz="700">
                <a:solidFill>
                  <a:schemeClr val="accent6"/>
                </a:solidFill>
                <a:latin typeface="Instrument Sans"/>
                <a:ea typeface="Instrument Sans"/>
                <a:cs typeface="Instrument Sans"/>
                <a:sym typeface="Instrument Sans"/>
              </a:defRPr>
            </a:lvl3pPr>
            <a:lvl4pPr lvl="3" algn="r">
              <a:buNone/>
              <a:defRPr sz="700">
                <a:solidFill>
                  <a:schemeClr val="accent6"/>
                </a:solidFill>
                <a:latin typeface="Instrument Sans"/>
                <a:ea typeface="Instrument Sans"/>
                <a:cs typeface="Instrument Sans"/>
                <a:sym typeface="Instrument Sans"/>
              </a:defRPr>
            </a:lvl4pPr>
            <a:lvl5pPr lvl="4" algn="r">
              <a:buNone/>
              <a:defRPr sz="700">
                <a:solidFill>
                  <a:schemeClr val="accent6"/>
                </a:solidFill>
                <a:latin typeface="Instrument Sans"/>
                <a:ea typeface="Instrument Sans"/>
                <a:cs typeface="Instrument Sans"/>
                <a:sym typeface="Instrument Sans"/>
              </a:defRPr>
            </a:lvl5pPr>
            <a:lvl6pPr lvl="5" algn="r">
              <a:buNone/>
              <a:defRPr sz="700">
                <a:solidFill>
                  <a:schemeClr val="accent6"/>
                </a:solidFill>
                <a:latin typeface="Instrument Sans"/>
                <a:ea typeface="Instrument Sans"/>
                <a:cs typeface="Instrument Sans"/>
                <a:sym typeface="Instrument Sans"/>
              </a:defRPr>
            </a:lvl6pPr>
            <a:lvl7pPr lvl="6" algn="r">
              <a:buNone/>
              <a:defRPr sz="700">
                <a:solidFill>
                  <a:schemeClr val="accent6"/>
                </a:solidFill>
                <a:latin typeface="Instrument Sans"/>
                <a:ea typeface="Instrument Sans"/>
                <a:cs typeface="Instrument Sans"/>
                <a:sym typeface="Instrument Sans"/>
              </a:defRPr>
            </a:lvl7pPr>
            <a:lvl8pPr lvl="7" algn="r">
              <a:buNone/>
              <a:defRPr sz="700">
                <a:solidFill>
                  <a:schemeClr val="accent6"/>
                </a:solidFill>
                <a:latin typeface="Instrument Sans"/>
                <a:ea typeface="Instrument Sans"/>
                <a:cs typeface="Instrument Sans"/>
                <a:sym typeface="Instrument Sans"/>
              </a:defRPr>
            </a:lvl8pPr>
            <a:lvl9pPr lvl="8" algn="r">
              <a:buNone/>
              <a:defRPr sz="700">
                <a:solidFill>
                  <a:schemeClr val="accent6"/>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828" name="Shape 828"/>
        <p:cNvGrpSpPr/>
        <p:nvPr/>
      </p:nvGrpSpPr>
      <p:grpSpPr>
        <a:xfrm>
          <a:off x="0" y="0"/>
          <a:ext cx="0" cy="0"/>
          <a:chOff x="0" y="0"/>
          <a:chExt cx="0" cy="0"/>
        </a:xfrm>
      </p:grpSpPr>
      <p:sp>
        <p:nvSpPr>
          <p:cNvPr id="829" name="Google Shape;829;p82"/>
          <p:cNvSpPr txBox="1"/>
          <p:nvPr>
            <p:ph type="ctrTitle"/>
          </p:nvPr>
        </p:nvSpPr>
        <p:spPr>
          <a:xfrm>
            <a:off x="311708" y="744575"/>
            <a:ext cx="8520600" cy="2052600"/>
          </a:xfrm>
          <a:prstGeom prst="rect">
            <a:avLst/>
          </a:prstGeom>
        </p:spPr>
        <p:txBody>
          <a:bodyPr anchorCtr="0" anchor="b" bIns="0" lIns="0" spcFirstLastPara="1" rIns="91425" wrap="square" tIns="0">
            <a:sp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p:txBody>
      </p:sp>
      <p:sp>
        <p:nvSpPr>
          <p:cNvPr id="830" name="Google Shape;830;p82"/>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831" name="Shape 831"/>
        <p:cNvGrpSpPr/>
        <p:nvPr/>
      </p:nvGrpSpPr>
      <p:grpSpPr>
        <a:xfrm>
          <a:off x="0" y="0"/>
          <a:ext cx="0" cy="0"/>
          <a:chOff x="0" y="0"/>
          <a:chExt cx="0" cy="0"/>
        </a:xfrm>
      </p:grpSpPr>
      <p:sp>
        <p:nvSpPr>
          <p:cNvPr id="832" name="Google Shape;832;p83"/>
          <p:cNvSpPr txBox="1"/>
          <p:nvPr>
            <p:ph type="title"/>
          </p:nvPr>
        </p:nvSpPr>
        <p:spPr>
          <a:xfrm>
            <a:off x="311700" y="2150850"/>
            <a:ext cx="8520600" cy="841800"/>
          </a:xfrm>
          <a:prstGeom prst="rect">
            <a:avLst/>
          </a:prstGeom>
        </p:spPr>
        <p:txBody>
          <a:bodyPr anchorCtr="0" anchor="ctr" bIns="0" lIns="0" spcFirstLastPara="1" rIns="91425" wrap="square" tIns="0">
            <a:spAutoFit/>
          </a:bodyPr>
          <a:lstStyle>
            <a:lvl1pPr lvl="0" algn="ctr">
              <a:spcBef>
                <a:spcPts val="0"/>
              </a:spcBef>
              <a:spcAft>
                <a:spcPts val="0"/>
              </a:spcAft>
              <a:buSzPts val="3600"/>
              <a:buChar char="●"/>
              <a:defRPr sz="3600"/>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833" name="Shape 833"/>
        <p:cNvGrpSpPr/>
        <p:nvPr/>
      </p:nvGrpSpPr>
      <p:grpSpPr>
        <a:xfrm>
          <a:off x="0" y="0"/>
          <a:ext cx="0" cy="0"/>
          <a:chOff x="0" y="0"/>
          <a:chExt cx="0" cy="0"/>
        </a:xfrm>
      </p:grpSpPr>
      <p:sp>
        <p:nvSpPr>
          <p:cNvPr id="834" name="Google Shape;834;p84"/>
          <p:cNvSpPr txBox="1"/>
          <p:nvPr>
            <p:ph type="title"/>
          </p:nvPr>
        </p:nvSpPr>
        <p:spPr>
          <a:xfrm>
            <a:off x="311700" y="445025"/>
            <a:ext cx="8520600" cy="572700"/>
          </a:xfrm>
          <a:prstGeom prst="rect">
            <a:avLst/>
          </a:prstGeom>
        </p:spPr>
        <p:txBody>
          <a:bodyPr anchorCtr="0" anchor="t" bIns="0" lIns="0" spcFirstLastPara="1" rIns="91425" wrap="square" tIns="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835" name="Google Shape;835;p8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SzPts val="1000"/>
              <a:buChar char="●"/>
              <a:defRPr/>
            </a:lvl1pPr>
            <a:lvl2pPr indent="-292100" lvl="1" marL="914400">
              <a:spcBef>
                <a:spcPts val="0"/>
              </a:spcBef>
              <a:spcAft>
                <a:spcPts val="0"/>
              </a:spcAft>
              <a:buSzPts val="10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836" name="Shape 836"/>
        <p:cNvGrpSpPr/>
        <p:nvPr/>
      </p:nvGrpSpPr>
      <p:grpSpPr>
        <a:xfrm>
          <a:off x="0" y="0"/>
          <a:ext cx="0" cy="0"/>
          <a:chOff x="0" y="0"/>
          <a:chExt cx="0" cy="0"/>
        </a:xfrm>
      </p:grpSpPr>
      <p:sp>
        <p:nvSpPr>
          <p:cNvPr id="837" name="Google Shape;837;p85"/>
          <p:cNvSpPr txBox="1"/>
          <p:nvPr>
            <p:ph type="title"/>
          </p:nvPr>
        </p:nvSpPr>
        <p:spPr>
          <a:xfrm>
            <a:off x="311700" y="445025"/>
            <a:ext cx="8520600" cy="572700"/>
          </a:xfrm>
          <a:prstGeom prst="rect">
            <a:avLst/>
          </a:prstGeom>
        </p:spPr>
        <p:txBody>
          <a:bodyPr anchorCtr="0" anchor="t" bIns="0" lIns="0" spcFirstLastPara="1" rIns="91425" wrap="square" tIns="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838" name="Google Shape;838;p85"/>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839" name="Google Shape;839;p85"/>
          <p:cNvSpPr txBox="1"/>
          <p:nvPr>
            <p:ph idx="2" type="body"/>
          </p:nvPr>
        </p:nvSpPr>
        <p:spPr>
          <a:xfrm>
            <a:off x="4832400" y="1152475"/>
            <a:ext cx="3999900" cy="3416400"/>
          </a:xfrm>
          <a:prstGeom prst="rect">
            <a:avLst/>
          </a:prstGeom>
        </p:spPr>
        <p:txBody>
          <a:bodyPr anchorCtr="0" anchor="t" bIns="91425" lIns="0"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sz="1200"/>
            </a:lvl2pPr>
            <a:lvl3pPr indent="-304800" lvl="2" marL="1371600">
              <a:spcBef>
                <a:spcPts val="800"/>
              </a:spcBef>
              <a:spcAft>
                <a:spcPts val="0"/>
              </a:spcAft>
              <a:buSzPts val="1200"/>
              <a:buChar char="■"/>
              <a:defRPr sz="1200"/>
            </a:lvl3pPr>
            <a:lvl4pPr indent="-304800" lvl="3" marL="1828800">
              <a:spcBef>
                <a:spcPts val="800"/>
              </a:spcBef>
              <a:spcAft>
                <a:spcPts val="0"/>
              </a:spcAft>
              <a:buSzPts val="1200"/>
              <a:buChar char="●"/>
              <a:defRPr sz="1200"/>
            </a:lvl4pPr>
            <a:lvl5pPr indent="-304800" lvl="4" marL="2286000">
              <a:spcBef>
                <a:spcPts val="800"/>
              </a:spcBef>
              <a:spcAft>
                <a:spcPts val="0"/>
              </a:spcAft>
              <a:buSzPts val="1200"/>
              <a:buChar char="○"/>
              <a:defRPr sz="1200"/>
            </a:lvl5pPr>
            <a:lvl6pPr indent="-304800" lvl="5" marL="2743200">
              <a:spcBef>
                <a:spcPts val="800"/>
              </a:spcBef>
              <a:spcAft>
                <a:spcPts val="0"/>
              </a:spcAft>
              <a:buSzPts val="1200"/>
              <a:buChar char="■"/>
              <a:defRPr sz="1200"/>
            </a:lvl6pPr>
            <a:lvl7pPr indent="-304800" lvl="6" marL="3200400">
              <a:spcBef>
                <a:spcPts val="800"/>
              </a:spcBef>
              <a:spcAft>
                <a:spcPts val="0"/>
              </a:spcAft>
              <a:buSzPts val="1200"/>
              <a:buChar char="●"/>
              <a:defRPr sz="1200"/>
            </a:lvl7pPr>
            <a:lvl8pPr indent="-304800" lvl="7" marL="3657600">
              <a:spcBef>
                <a:spcPts val="800"/>
              </a:spcBef>
              <a:spcAft>
                <a:spcPts val="0"/>
              </a:spcAft>
              <a:buSzPts val="1200"/>
              <a:buChar char="○"/>
              <a:defRPr sz="1200"/>
            </a:lvl8pPr>
            <a:lvl9pPr indent="-304800" lvl="8" marL="4114800">
              <a:spcBef>
                <a:spcPts val="800"/>
              </a:spcBef>
              <a:spcAft>
                <a:spcPts val="800"/>
              </a:spcAft>
              <a:buSzPts val="1200"/>
              <a:buChar char="■"/>
              <a:defRPr sz="1200"/>
            </a:lvl9pPr>
          </a:lstStyle>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840" name="Shape 840"/>
        <p:cNvGrpSpPr/>
        <p:nvPr/>
      </p:nvGrpSpPr>
      <p:grpSpPr>
        <a:xfrm>
          <a:off x="0" y="0"/>
          <a:ext cx="0" cy="0"/>
          <a:chOff x="0" y="0"/>
          <a:chExt cx="0" cy="0"/>
        </a:xfrm>
      </p:grpSpPr>
      <p:sp>
        <p:nvSpPr>
          <p:cNvPr id="841" name="Google Shape;841;p86"/>
          <p:cNvSpPr txBox="1"/>
          <p:nvPr>
            <p:ph type="title"/>
          </p:nvPr>
        </p:nvSpPr>
        <p:spPr>
          <a:xfrm>
            <a:off x="311700" y="445025"/>
            <a:ext cx="8520600" cy="572700"/>
          </a:xfrm>
          <a:prstGeom prst="rect">
            <a:avLst/>
          </a:prstGeom>
        </p:spPr>
        <p:txBody>
          <a:bodyPr anchorCtr="0" anchor="t" bIns="0" lIns="0" spcFirstLastPara="1" rIns="91425" wrap="square" tIns="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842" name="Shape 842"/>
        <p:cNvGrpSpPr/>
        <p:nvPr/>
      </p:nvGrpSpPr>
      <p:grpSpPr>
        <a:xfrm>
          <a:off x="0" y="0"/>
          <a:ext cx="0" cy="0"/>
          <a:chOff x="0" y="0"/>
          <a:chExt cx="0" cy="0"/>
        </a:xfrm>
      </p:grpSpPr>
      <p:sp>
        <p:nvSpPr>
          <p:cNvPr id="843" name="Google Shape;843;p87"/>
          <p:cNvSpPr txBox="1"/>
          <p:nvPr>
            <p:ph type="title"/>
          </p:nvPr>
        </p:nvSpPr>
        <p:spPr>
          <a:xfrm>
            <a:off x="311700" y="555600"/>
            <a:ext cx="2808000" cy="755700"/>
          </a:xfrm>
          <a:prstGeom prst="rect">
            <a:avLst/>
          </a:prstGeom>
        </p:spPr>
        <p:txBody>
          <a:bodyPr anchorCtr="0" anchor="b" bIns="0" lIns="0" spcFirstLastPara="1" rIns="91425" wrap="square" tIns="0">
            <a:spAutoFit/>
          </a:bodyPr>
          <a:lstStyle>
            <a:lvl1pPr lvl="0">
              <a:spcBef>
                <a:spcPts val="0"/>
              </a:spcBef>
              <a:spcAft>
                <a:spcPts val="0"/>
              </a:spcAft>
              <a:buSzPts val="2400"/>
              <a:buChar char="●"/>
              <a:defRPr sz="2400"/>
            </a:lvl1pPr>
            <a:lvl2pPr lvl="1">
              <a:spcBef>
                <a:spcPts val="0"/>
              </a:spcBef>
              <a:spcAft>
                <a:spcPts val="0"/>
              </a:spcAft>
              <a:buSzPts val="2400"/>
              <a:buChar char="○"/>
              <a:defRPr sz="2400"/>
            </a:lvl2pPr>
            <a:lvl3pPr lvl="2">
              <a:spcBef>
                <a:spcPts val="0"/>
              </a:spcBef>
              <a:spcAft>
                <a:spcPts val="0"/>
              </a:spcAft>
              <a:buSzPts val="2400"/>
              <a:buChar char="■"/>
              <a:defRPr sz="2400"/>
            </a:lvl3pPr>
            <a:lvl4pPr lvl="3">
              <a:spcBef>
                <a:spcPts val="0"/>
              </a:spcBef>
              <a:spcAft>
                <a:spcPts val="0"/>
              </a:spcAft>
              <a:buSzPts val="2400"/>
              <a:buChar char="●"/>
              <a:defRPr sz="2400"/>
            </a:lvl4pPr>
            <a:lvl5pPr lvl="4">
              <a:spcBef>
                <a:spcPts val="0"/>
              </a:spcBef>
              <a:spcAft>
                <a:spcPts val="0"/>
              </a:spcAft>
              <a:buSzPts val="2400"/>
              <a:buChar char="○"/>
              <a:defRPr sz="2400"/>
            </a:lvl5pPr>
            <a:lvl6pPr lvl="5">
              <a:spcBef>
                <a:spcPts val="0"/>
              </a:spcBef>
              <a:spcAft>
                <a:spcPts val="0"/>
              </a:spcAft>
              <a:buSzPts val="2400"/>
              <a:buChar char="■"/>
              <a:defRPr sz="2400"/>
            </a:lvl6pPr>
            <a:lvl7pPr lvl="6">
              <a:spcBef>
                <a:spcPts val="0"/>
              </a:spcBef>
              <a:spcAft>
                <a:spcPts val="0"/>
              </a:spcAft>
              <a:buSzPts val="2400"/>
              <a:buChar char="●"/>
              <a:defRPr sz="2400"/>
            </a:lvl7pPr>
            <a:lvl8pPr lvl="7">
              <a:spcBef>
                <a:spcPts val="0"/>
              </a:spcBef>
              <a:spcAft>
                <a:spcPts val="0"/>
              </a:spcAft>
              <a:buSzPts val="2400"/>
              <a:buChar char="○"/>
              <a:defRPr sz="2400"/>
            </a:lvl8pPr>
            <a:lvl9pPr lvl="8">
              <a:spcBef>
                <a:spcPts val="0"/>
              </a:spcBef>
              <a:spcAft>
                <a:spcPts val="0"/>
              </a:spcAft>
              <a:buSzPts val="2400"/>
              <a:buChar char="■"/>
              <a:defRPr sz="2400"/>
            </a:lvl9pPr>
          </a:lstStyle>
          <a:p/>
        </p:txBody>
      </p:sp>
      <p:sp>
        <p:nvSpPr>
          <p:cNvPr id="844" name="Google Shape;844;p8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845" name="Shape 845"/>
        <p:cNvGrpSpPr/>
        <p:nvPr/>
      </p:nvGrpSpPr>
      <p:grpSpPr>
        <a:xfrm>
          <a:off x="0" y="0"/>
          <a:ext cx="0" cy="0"/>
          <a:chOff x="0" y="0"/>
          <a:chExt cx="0" cy="0"/>
        </a:xfrm>
      </p:grpSpPr>
      <p:sp>
        <p:nvSpPr>
          <p:cNvPr id="846" name="Google Shape;846;p88"/>
          <p:cNvSpPr txBox="1"/>
          <p:nvPr>
            <p:ph type="title"/>
          </p:nvPr>
        </p:nvSpPr>
        <p:spPr>
          <a:xfrm>
            <a:off x="490250" y="450150"/>
            <a:ext cx="6367800" cy="4090800"/>
          </a:xfrm>
          <a:prstGeom prst="rect">
            <a:avLst/>
          </a:prstGeom>
        </p:spPr>
        <p:txBody>
          <a:bodyPr anchorCtr="0" anchor="ctr" bIns="0" lIns="0" spcFirstLastPara="1" rIns="91425" wrap="square" tIns="0">
            <a:spAutoFit/>
          </a:bodyPr>
          <a:lstStyle>
            <a:lvl1pPr lvl="0">
              <a:spcBef>
                <a:spcPts val="0"/>
              </a:spcBef>
              <a:spcAft>
                <a:spcPts val="0"/>
              </a:spcAft>
              <a:buSzPts val="4800"/>
              <a:buChar char="●"/>
              <a:defRPr/>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847" name="Shape 847"/>
        <p:cNvGrpSpPr/>
        <p:nvPr/>
      </p:nvGrpSpPr>
      <p:grpSpPr>
        <a:xfrm>
          <a:off x="0" y="0"/>
          <a:ext cx="0" cy="0"/>
          <a:chOff x="0" y="0"/>
          <a:chExt cx="0" cy="0"/>
        </a:xfrm>
      </p:grpSpPr>
      <p:sp>
        <p:nvSpPr>
          <p:cNvPr id="848" name="Google Shape;848;p89"/>
          <p:cNvSpPr txBox="1"/>
          <p:nvPr>
            <p:ph type="title"/>
          </p:nvPr>
        </p:nvSpPr>
        <p:spPr>
          <a:xfrm>
            <a:off x="265500" y="1233175"/>
            <a:ext cx="4045200" cy="1482300"/>
          </a:xfrm>
          <a:prstGeom prst="rect">
            <a:avLst/>
          </a:prstGeom>
        </p:spPr>
        <p:txBody>
          <a:bodyPr anchorCtr="0" anchor="b" bIns="0" lIns="0" spcFirstLastPara="1" rIns="91425" wrap="square" tIns="0">
            <a:spAutoFit/>
          </a:bodyPr>
          <a:lstStyle>
            <a:lvl1pPr lvl="0" algn="ctr">
              <a:spcBef>
                <a:spcPts val="0"/>
              </a:spcBef>
              <a:spcAft>
                <a:spcPts val="0"/>
              </a:spcAft>
              <a:buSzPts val="4200"/>
              <a:buChar char="●"/>
              <a:defRPr sz="4200"/>
            </a:lvl1pPr>
            <a:lvl2pPr lvl="1" algn="ctr">
              <a:spcBef>
                <a:spcPts val="0"/>
              </a:spcBef>
              <a:spcAft>
                <a:spcPts val="0"/>
              </a:spcAft>
              <a:buSzPts val="4200"/>
              <a:buChar char="○"/>
              <a:defRPr sz="4200"/>
            </a:lvl2pPr>
            <a:lvl3pPr lvl="2" algn="ctr">
              <a:spcBef>
                <a:spcPts val="0"/>
              </a:spcBef>
              <a:spcAft>
                <a:spcPts val="0"/>
              </a:spcAft>
              <a:buSzPts val="4200"/>
              <a:buChar char="■"/>
              <a:defRPr sz="4200"/>
            </a:lvl3pPr>
            <a:lvl4pPr lvl="3" algn="ctr">
              <a:spcBef>
                <a:spcPts val="0"/>
              </a:spcBef>
              <a:spcAft>
                <a:spcPts val="0"/>
              </a:spcAft>
              <a:buSzPts val="4200"/>
              <a:buChar char="●"/>
              <a:defRPr sz="4200"/>
            </a:lvl4pPr>
            <a:lvl5pPr lvl="4" algn="ctr">
              <a:spcBef>
                <a:spcPts val="0"/>
              </a:spcBef>
              <a:spcAft>
                <a:spcPts val="0"/>
              </a:spcAft>
              <a:buSzPts val="4200"/>
              <a:buChar char="○"/>
              <a:defRPr sz="4200"/>
            </a:lvl5pPr>
            <a:lvl6pPr lvl="5" algn="ctr">
              <a:spcBef>
                <a:spcPts val="0"/>
              </a:spcBef>
              <a:spcAft>
                <a:spcPts val="0"/>
              </a:spcAft>
              <a:buSzPts val="4200"/>
              <a:buChar char="■"/>
              <a:defRPr sz="4200"/>
            </a:lvl6pPr>
            <a:lvl7pPr lvl="6" algn="ctr">
              <a:spcBef>
                <a:spcPts val="0"/>
              </a:spcBef>
              <a:spcAft>
                <a:spcPts val="0"/>
              </a:spcAft>
              <a:buSzPts val="4200"/>
              <a:buChar char="●"/>
              <a:defRPr sz="4200"/>
            </a:lvl7pPr>
            <a:lvl8pPr lvl="7" algn="ctr">
              <a:spcBef>
                <a:spcPts val="0"/>
              </a:spcBef>
              <a:spcAft>
                <a:spcPts val="0"/>
              </a:spcAft>
              <a:buSzPts val="4200"/>
              <a:buChar char="○"/>
              <a:defRPr sz="4200"/>
            </a:lvl8pPr>
            <a:lvl9pPr lvl="8" algn="ctr">
              <a:spcBef>
                <a:spcPts val="0"/>
              </a:spcBef>
              <a:spcAft>
                <a:spcPts val="0"/>
              </a:spcAft>
              <a:buSzPts val="4200"/>
              <a:buChar char="■"/>
              <a:defRPr sz="4200"/>
            </a:lvl9pPr>
          </a:lstStyle>
          <a:p/>
        </p:txBody>
      </p:sp>
      <p:sp>
        <p:nvSpPr>
          <p:cNvPr id="849" name="Google Shape;849;p8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850" name="Google Shape;850;p8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a:lvl1pPr>
            <a:lvl2pPr indent="-292100" lvl="1" marL="914400">
              <a:spcBef>
                <a:spcPts val="0"/>
              </a:spcBef>
              <a:spcAft>
                <a:spcPts val="0"/>
              </a:spcAft>
              <a:buSzPts val="10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851" name="Shape 851"/>
        <p:cNvGrpSpPr/>
        <p:nvPr/>
      </p:nvGrpSpPr>
      <p:grpSpPr>
        <a:xfrm>
          <a:off x="0" y="0"/>
          <a:ext cx="0" cy="0"/>
          <a:chOff x="0" y="0"/>
          <a:chExt cx="0" cy="0"/>
        </a:xfrm>
      </p:grpSpPr>
      <p:sp>
        <p:nvSpPr>
          <p:cNvPr id="852" name="Google Shape;852;p90"/>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spcBef>
                <a:spcPts val="0"/>
              </a:spcBef>
              <a:spcAft>
                <a:spcPts val="0"/>
              </a:spcAft>
              <a:buSzPts val="1000"/>
              <a:buNone/>
              <a:defRPr/>
            </a:lvl1pPr>
          </a:lstStyle>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853" name="Shape 853"/>
        <p:cNvGrpSpPr/>
        <p:nvPr/>
      </p:nvGrpSpPr>
      <p:grpSpPr>
        <a:xfrm>
          <a:off x="0" y="0"/>
          <a:ext cx="0" cy="0"/>
          <a:chOff x="0" y="0"/>
          <a:chExt cx="0" cy="0"/>
        </a:xfrm>
      </p:grpSpPr>
      <p:sp>
        <p:nvSpPr>
          <p:cNvPr id="854" name="Google Shape;854;p91"/>
          <p:cNvSpPr txBox="1"/>
          <p:nvPr>
            <p:ph hasCustomPrompt="1" type="title"/>
          </p:nvPr>
        </p:nvSpPr>
        <p:spPr>
          <a:xfrm>
            <a:off x="311700" y="1106125"/>
            <a:ext cx="8520600" cy="1963500"/>
          </a:xfrm>
          <a:prstGeom prst="rect">
            <a:avLst/>
          </a:prstGeom>
        </p:spPr>
        <p:txBody>
          <a:bodyPr anchorCtr="0" anchor="b" bIns="0" lIns="0" spcFirstLastPara="1" rIns="91425" wrap="square" tIns="0">
            <a:spAutoFit/>
          </a:bodyPr>
          <a:lstStyle>
            <a:lvl1pPr lvl="0" algn="ctr">
              <a:spcBef>
                <a:spcPts val="0"/>
              </a:spcBef>
              <a:spcAft>
                <a:spcPts val="0"/>
              </a:spcAft>
              <a:buSzPts val="12000"/>
              <a:buChar char="●"/>
              <a:defRPr sz="12000"/>
            </a:lvl1pPr>
            <a:lvl2pPr lvl="1" algn="ctr">
              <a:spcBef>
                <a:spcPts val="0"/>
              </a:spcBef>
              <a:spcAft>
                <a:spcPts val="0"/>
              </a:spcAft>
              <a:buSzPts val="12000"/>
              <a:buChar char="○"/>
              <a:defRPr sz="12000"/>
            </a:lvl2pPr>
            <a:lvl3pPr lvl="2" algn="ctr">
              <a:spcBef>
                <a:spcPts val="0"/>
              </a:spcBef>
              <a:spcAft>
                <a:spcPts val="0"/>
              </a:spcAft>
              <a:buSzPts val="12000"/>
              <a:buChar char="■"/>
              <a:defRPr sz="12000"/>
            </a:lvl3pPr>
            <a:lvl4pPr lvl="3" algn="ctr">
              <a:spcBef>
                <a:spcPts val="0"/>
              </a:spcBef>
              <a:spcAft>
                <a:spcPts val="0"/>
              </a:spcAft>
              <a:buSzPts val="12000"/>
              <a:buChar char="●"/>
              <a:defRPr sz="12000"/>
            </a:lvl4pPr>
            <a:lvl5pPr lvl="4" algn="ctr">
              <a:spcBef>
                <a:spcPts val="0"/>
              </a:spcBef>
              <a:spcAft>
                <a:spcPts val="0"/>
              </a:spcAft>
              <a:buSzPts val="12000"/>
              <a:buChar char="○"/>
              <a:defRPr sz="12000"/>
            </a:lvl5pPr>
            <a:lvl6pPr lvl="5" algn="ctr">
              <a:spcBef>
                <a:spcPts val="0"/>
              </a:spcBef>
              <a:spcAft>
                <a:spcPts val="0"/>
              </a:spcAft>
              <a:buSzPts val="12000"/>
              <a:buChar char="■"/>
              <a:defRPr sz="12000"/>
            </a:lvl6pPr>
            <a:lvl7pPr lvl="6" algn="ctr">
              <a:spcBef>
                <a:spcPts val="0"/>
              </a:spcBef>
              <a:spcAft>
                <a:spcPts val="0"/>
              </a:spcAft>
              <a:buSzPts val="12000"/>
              <a:buChar char="●"/>
              <a:defRPr sz="12000"/>
            </a:lvl7pPr>
            <a:lvl8pPr lvl="7" algn="ctr">
              <a:spcBef>
                <a:spcPts val="0"/>
              </a:spcBef>
              <a:spcAft>
                <a:spcPts val="0"/>
              </a:spcAft>
              <a:buSzPts val="12000"/>
              <a:buChar char="○"/>
              <a:defRPr sz="12000"/>
            </a:lvl8pPr>
            <a:lvl9pPr lvl="8" algn="ctr">
              <a:spcBef>
                <a:spcPts val="0"/>
              </a:spcBef>
              <a:spcAft>
                <a:spcPts val="0"/>
              </a:spcAft>
              <a:buSzPts val="12000"/>
              <a:buChar char="■"/>
              <a:defRPr sz="12000"/>
            </a:lvl9pPr>
          </a:lstStyle>
          <a:p>
            <a:r>
              <a:t>xx%</a:t>
            </a:r>
          </a:p>
        </p:txBody>
      </p:sp>
      <p:sp>
        <p:nvSpPr>
          <p:cNvPr id="855" name="Google Shape;855;p91"/>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292100" lvl="0" marL="457200" algn="ctr">
              <a:spcBef>
                <a:spcPts val="0"/>
              </a:spcBef>
              <a:spcAft>
                <a:spcPts val="0"/>
              </a:spcAft>
              <a:buSzPts val="1000"/>
              <a:buChar char="●"/>
              <a:defRPr/>
            </a:lvl1pPr>
            <a:lvl2pPr indent="-292100" lvl="1" marL="914400" algn="ctr">
              <a:spcBef>
                <a:spcPts val="0"/>
              </a:spcBef>
              <a:spcAft>
                <a:spcPts val="0"/>
              </a:spcAft>
              <a:buSzPts val="1000"/>
              <a:buChar char="○"/>
              <a:defRPr/>
            </a:lvl2pPr>
            <a:lvl3pPr indent="-292100" lvl="2" marL="1371600" algn="ctr">
              <a:spcBef>
                <a:spcPts val="0"/>
              </a:spcBef>
              <a:spcAft>
                <a:spcPts val="0"/>
              </a:spcAft>
              <a:buSzPts val="1000"/>
              <a:buChar char="■"/>
              <a:defRPr/>
            </a:lvl3pPr>
            <a:lvl4pPr indent="-292100" lvl="3" marL="1828800" algn="ctr">
              <a:spcBef>
                <a:spcPts val="0"/>
              </a:spcBef>
              <a:spcAft>
                <a:spcPts val="0"/>
              </a:spcAft>
              <a:buSzPts val="1000"/>
              <a:buChar char="●"/>
              <a:defRPr/>
            </a:lvl4pPr>
            <a:lvl5pPr indent="-292100" lvl="4" marL="2286000" algn="ctr">
              <a:spcBef>
                <a:spcPts val="0"/>
              </a:spcBef>
              <a:spcAft>
                <a:spcPts val="0"/>
              </a:spcAft>
              <a:buSzPts val="1000"/>
              <a:buChar char="○"/>
              <a:defRPr/>
            </a:lvl5pPr>
            <a:lvl6pPr indent="-292100" lvl="5" marL="2743200" algn="ctr">
              <a:spcBef>
                <a:spcPts val="0"/>
              </a:spcBef>
              <a:spcAft>
                <a:spcPts val="0"/>
              </a:spcAft>
              <a:buSzPts val="1000"/>
              <a:buChar char="■"/>
              <a:defRPr/>
            </a:lvl6pPr>
            <a:lvl7pPr indent="-292100" lvl="6" marL="3200400" algn="ctr">
              <a:spcBef>
                <a:spcPts val="0"/>
              </a:spcBef>
              <a:spcAft>
                <a:spcPts val="0"/>
              </a:spcAft>
              <a:buSzPts val="1000"/>
              <a:buChar char="●"/>
              <a:defRPr/>
            </a:lvl7pPr>
            <a:lvl8pPr indent="-292100" lvl="7" marL="3657600" algn="ctr">
              <a:spcBef>
                <a:spcPts val="0"/>
              </a:spcBef>
              <a:spcAft>
                <a:spcPts val="0"/>
              </a:spcAft>
              <a:buSzPts val="1000"/>
              <a:buChar char="○"/>
              <a:defRPr/>
            </a:lvl8pPr>
            <a:lvl9pPr indent="-292100" lvl="8" marL="4114800" algn="ctr">
              <a:spcBef>
                <a:spcPts val="0"/>
              </a:spcBef>
              <a:spcAft>
                <a:spcPts val="0"/>
              </a:spcAft>
              <a:buSzPts val="1000"/>
              <a:buChar char="■"/>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856" name="Shape 856"/>
        <p:cNvGrpSpPr/>
        <p:nvPr/>
      </p:nvGrpSpPr>
      <p:grpSpPr>
        <a:xfrm>
          <a:off x="0" y="0"/>
          <a:ext cx="0" cy="0"/>
          <a:chOff x="0" y="0"/>
          <a:chExt cx="0" cy="0"/>
        </a:xfrm>
      </p:grpSpPr>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857" name="Shape 857"/>
        <p:cNvGrpSpPr/>
        <p:nvPr/>
      </p:nvGrpSpPr>
      <p:grpSpPr>
        <a:xfrm>
          <a:off x="0" y="0"/>
          <a:ext cx="0" cy="0"/>
          <a:chOff x="0" y="0"/>
          <a:chExt cx="0" cy="0"/>
        </a:xfrm>
      </p:grpSpPr>
      <p:sp>
        <p:nvSpPr>
          <p:cNvPr id="858" name="Google Shape;858;p93"/>
          <p:cNvSpPr txBox="1"/>
          <p:nvPr>
            <p:ph type="title"/>
          </p:nvPr>
        </p:nvSpPr>
        <p:spPr>
          <a:xfrm>
            <a:off x="677325" y="1832775"/>
            <a:ext cx="3217200" cy="1484100"/>
          </a:xfrm>
          <a:prstGeom prst="rect">
            <a:avLst/>
          </a:prstGeom>
        </p:spPr>
        <p:txBody>
          <a:bodyPr anchorCtr="0" anchor="ctr" bIns="0" lIns="0" spcFirstLastPara="1" rIns="91425" wrap="square" tIns="0">
            <a:spAutoFit/>
          </a:bodyPr>
          <a:lstStyle>
            <a:lvl1pPr lvl="0">
              <a:spcBef>
                <a:spcPts val="0"/>
              </a:spcBef>
              <a:spcAft>
                <a:spcPts val="0"/>
              </a:spcAft>
              <a:buSzPts val="4200"/>
              <a:buNone/>
              <a:defRPr sz="4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59" name="Google Shape;859;p93"/>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60" name="Google Shape;860;p93"/>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61" name="Google Shape;861;p93"/>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62" name="Google Shape;862;p93"/>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63" name="Google Shape;863;p93"/>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64" name="Google Shape;864;p93"/>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865" name="Shape 865"/>
        <p:cNvGrpSpPr/>
        <p:nvPr/>
      </p:nvGrpSpPr>
      <p:grpSpPr>
        <a:xfrm>
          <a:off x="0" y="0"/>
          <a:ext cx="0" cy="0"/>
          <a:chOff x="0" y="0"/>
          <a:chExt cx="0" cy="0"/>
        </a:xfrm>
      </p:grpSpPr>
      <p:sp>
        <p:nvSpPr>
          <p:cNvPr id="866" name="Google Shape;866;p94"/>
          <p:cNvSpPr txBox="1"/>
          <p:nvPr>
            <p:ph type="title"/>
          </p:nvPr>
        </p:nvSpPr>
        <p:spPr>
          <a:xfrm>
            <a:off x="311700" y="445025"/>
            <a:ext cx="8520600" cy="572700"/>
          </a:xfrm>
          <a:prstGeom prst="rect">
            <a:avLst/>
          </a:prstGeom>
        </p:spPr>
        <p:txBody>
          <a:bodyPr anchorCtr="0" anchor="t" bIns="0" lIns="0" spcFirstLastPara="1" rIns="91425" wrap="square" tIns="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867" name="Google Shape;867;p94"/>
          <p:cNvSpPr txBox="1"/>
          <p:nvPr>
            <p:ph idx="1" type="body"/>
          </p:nvPr>
        </p:nvSpPr>
        <p:spPr>
          <a:xfrm>
            <a:off x="311700" y="1152475"/>
            <a:ext cx="4473900" cy="3416400"/>
          </a:xfrm>
          <a:prstGeom prst="rect">
            <a:avLst/>
          </a:prstGeom>
        </p:spPr>
        <p:txBody>
          <a:bodyPr anchorCtr="0" anchor="t" bIns="91425" lIns="0" spcFirstLastPara="1" rIns="91425" wrap="square" tIns="91425">
            <a:noAutofit/>
          </a:bodyPr>
          <a:lstStyle>
            <a:lvl1pPr indent="-292100" lvl="0" marL="457200">
              <a:spcBef>
                <a:spcPts val="0"/>
              </a:spcBef>
              <a:spcAft>
                <a:spcPts val="0"/>
              </a:spcAft>
              <a:buSzPts val="1000"/>
              <a:buChar char="●"/>
              <a:defRPr/>
            </a:lvl1pPr>
            <a:lvl2pPr indent="-292100" lvl="1" marL="914400">
              <a:spcBef>
                <a:spcPts val="800"/>
              </a:spcBef>
              <a:spcAft>
                <a:spcPts val="0"/>
              </a:spcAft>
              <a:buSzPts val="1000"/>
              <a:buChar char="○"/>
              <a:defRPr/>
            </a:lvl2pPr>
            <a:lvl3pPr indent="-292100" lvl="2" marL="1371600">
              <a:spcBef>
                <a:spcPts val="800"/>
              </a:spcBef>
              <a:spcAft>
                <a:spcPts val="0"/>
              </a:spcAft>
              <a:buSzPts val="1000"/>
              <a:buChar char="■"/>
              <a:defRPr/>
            </a:lvl3pPr>
            <a:lvl4pPr indent="-292100" lvl="3" marL="1828800">
              <a:spcBef>
                <a:spcPts val="800"/>
              </a:spcBef>
              <a:spcAft>
                <a:spcPts val="0"/>
              </a:spcAft>
              <a:buSzPts val="1000"/>
              <a:buChar char="●"/>
              <a:defRPr/>
            </a:lvl4pPr>
            <a:lvl5pPr indent="-292100" lvl="4" marL="2286000">
              <a:spcBef>
                <a:spcPts val="800"/>
              </a:spcBef>
              <a:spcAft>
                <a:spcPts val="0"/>
              </a:spcAft>
              <a:buSzPts val="1000"/>
              <a:buChar char="○"/>
              <a:defRPr/>
            </a:lvl5pPr>
            <a:lvl6pPr indent="-292100" lvl="5" marL="2743200">
              <a:spcBef>
                <a:spcPts val="800"/>
              </a:spcBef>
              <a:spcAft>
                <a:spcPts val="0"/>
              </a:spcAft>
              <a:buSzPts val="1000"/>
              <a:buChar char="■"/>
              <a:defRPr/>
            </a:lvl6pPr>
            <a:lvl7pPr indent="-292100" lvl="6" marL="3200400">
              <a:spcBef>
                <a:spcPts val="800"/>
              </a:spcBef>
              <a:spcAft>
                <a:spcPts val="0"/>
              </a:spcAft>
              <a:buSzPts val="1000"/>
              <a:buChar char="●"/>
              <a:defRPr/>
            </a:lvl7pPr>
            <a:lvl8pPr indent="-292100" lvl="7" marL="3657600">
              <a:spcBef>
                <a:spcPts val="800"/>
              </a:spcBef>
              <a:spcAft>
                <a:spcPts val="0"/>
              </a:spcAft>
              <a:buSzPts val="1000"/>
              <a:buChar char="○"/>
              <a:defRPr/>
            </a:lvl8pPr>
            <a:lvl9pPr indent="-292100" lvl="8" marL="4114800">
              <a:spcBef>
                <a:spcPts val="800"/>
              </a:spcBef>
              <a:spcAft>
                <a:spcPts val="800"/>
              </a:spcAft>
              <a:buSzPts val="1000"/>
              <a:buChar char="■"/>
              <a:defRPr/>
            </a:lvl9pPr>
          </a:lstStyle>
          <a:p/>
        </p:txBody>
      </p:sp>
      <p:sp>
        <p:nvSpPr>
          <p:cNvPr id="868" name="Google Shape;868;p94"/>
          <p:cNvSpPr/>
          <p:nvPr>
            <p:ph idx="2" type="pic"/>
          </p:nvPr>
        </p:nvSpPr>
        <p:spPr>
          <a:xfrm>
            <a:off x="4992024" y="1152775"/>
            <a:ext cx="3840300" cy="3416400"/>
          </a:xfrm>
          <a:prstGeom prst="rect">
            <a:avLst/>
          </a:prstGeom>
          <a:noFill/>
          <a:ln>
            <a:noFill/>
          </a:ln>
        </p:spPr>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869" name="Shape 869"/>
        <p:cNvGrpSpPr/>
        <p:nvPr/>
      </p:nvGrpSpPr>
      <p:grpSpPr>
        <a:xfrm>
          <a:off x="0" y="0"/>
          <a:ext cx="0" cy="0"/>
          <a:chOff x="0" y="0"/>
          <a:chExt cx="0" cy="0"/>
        </a:xfrm>
      </p:grpSpPr>
      <p:sp>
        <p:nvSpPr>
          <p:cNvPr id="870" name="Google Shape;870;p95"/>
          <p:cNvSpPr txBox="1"/>
          <p:nvPr>
            <p:ph type="title"/>
          </p:nvPr>
        </p:nvSpPr>
        <p:spPr>
          <a:xfrm>
            <a:off x="483175" y="450025"/>
            <a:ext cx="8184600" cy="758100"/>
          </a:xfrm>
          <a:prstGeom prst="rect">
            <a:avLst/>
          </a:prstGeom>
        </p:spPr>
        <p:txBody>
          <a:bodyPr anchorCtr="0" anchor="ctr" bIns="0" lIns="0" spcFirstLastPara="1" rIns="91425" wrap="square" tIns="0">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p:txBody>
      </p:sp>
      <p:sp>
        <p:nvSpPr>
          <p:cNvPr id="871" name="Google Shape;871;p95"/>
          <p:cNvSpPr txBox="1"/>
          <p:nvPr>
            <p:ph idx="1" type="body"/>
          </p:nvPr>
        </p:nvSpPr>
        <p:spPr>
          <a:xfrm>
            <a:off x="483150" y="2237788"/>
            <a:ext cx="3619800" cy="2373600"/>
          </a:xfrm>
          <a:prstGeom prst="rect">
            <a:avLst/>
          </a:prstGeom>
        </p:spPr>
        <p:txBody>
          <a:bodyPr anchorCtr="0" anchor="t" bIns="91425" lIns="0" spcFirstLastPara="1" rIns="91425" wrap="square" tIns="91425">
            <a:noAutofit/>
          </a:bodyPr>
          <a:lstStyle>
            <a:lvl1pPr indent="-292100" lvl="0" marL="457200">
              <a:spcBef>
                <a:spcPts val="0"/>
              </a:spcBef>
              <a:spcAft>
                <a:spcPts val="0"/>
              </a:spcAft>
              <a:buSzPts val="1000"/>
              <a:buChar char="●"/>
              <a:defRPr/>
            </a:lvl1pPr>
            <a:lvl2pPr indent="-292100" lvl="1" marL="914400">
              <a:spcBef>
                <a:spcPts val="800"/>
              </a:spcBef>
              <a:spcAft>
                <a:spcPts val="0"/>
              </a:spcAft>
              <a:buSzPts val="1000"/>
              <a:buChar char="○"/>
              <a:defRPr/>
            </a:lvl2pPr>
            <a:lvl3pPr indent="-292100" lvl="2" marL="1371600">
              <a:spcBef>
                <a:spcPts val="800"/>
              </a:spcBef>
              <a:spcAft>
                <a:spcPts val="0"/>
              </a:spcAft>
              <a:buSzPts val="1000"/>
              <a:buChar char="■"/>
              <a:defRPr/>
            </a:lvl3pPr>
            <a:lvl4pPr indent="-292100" lvl="3" marL="1828800">
              <a:spcBef>
                <a:spcPts val="800"/>
              </a:spcBef>
              <a:spcAft>
                <a:spcPts val="0"/>
              </a:spcAft>
              <a:buSzPts val="1000"/>
              <a:buChar char="●"/>
              <a:defRPr/>
            </a:lvl4pPr>
            <a:lvl5pPr indent="-292100" lvl="4" marL="2286000">
              <a:spcBef>
                <a:spcPts val="800"/>
              </a:spcBef>
              <a:spcAft>
                <a:spcPts val="0"/>
              </a:spcAft>
              <a:buSzPts val="1000"/>
              <a:buChar char="○"/>
              <a:defRPr/>
            </a:lvl5pPr>
            <a:lvl6pPr indent="-292100" lvl="5" marL="2743200">
              <a:spcBef>
                <a:spcPts val="800"/>
              </a:spcBef>
              <a:spcAft>
                <a:spcPts val="0"/>
              </a:spcAft>
              <a:buSzPts val="1000"/>
              <a:buChar char="■"/>
              <a:defRPr/>
            </a:lvl6pPr>
            <a:lvl7pPr indent="-292100" lvl="6" marL="3200400">
              <a:spcBef>
                <a:spcPts val="800"/>
              </a:spcBef>
              <a:spcAft>
                <a:spcPts val="0"/>
              </a:spcAft>
              <a:buSzPts val="1000"/>
              <a:buChar char="●"/>
              <a:defRPr/>
            </a:lvl7pPr>
            <a:lvl8pPr indent="-292100" lvl="7" marL="3657600">
              <a:spcBef>
                <a:spcPts val="800"/>
              </a:spcBef>
              <a:spcAft>
                <a:spcPts val="0"/>
              </a:spcAft>
              <a:buSzPts val="1000"/>
              <a:buChar char="○"/>
              <a:defRPr/>
            </a:lvl8pPr>
            <a:lvl9pPr indent="-292100" lvl="8" marL="4114800">
              <a:spcBef>
                <a:spcPts val="800"/>
              </a:spcBef>
              <a:spcAft>
                <a:spcPts val="800"/>
              </a:spcAft>
              <a:buSzPts val="1000"/>
              <a:buChar char="■"/>
              <a:defRPr/>
            </a:lvl9pPr>
          </a:lstStyle>
          <a:p/>
        </p:txBody>
      </p:sp>
      <p:sp>
        <p:nvSpPr>
          <p:cNvPr id="872" name="Google Shape;872;p95"/>
          <p:cNvSpPr txBox="1"/>
          <p:nvPr>
            <p:ph idx="2" type="body"/>
          </p:nvPr>
        </p:nvSpPr>
        <p:spPr>
          <a:xfrm>
            <a:off x="5048000" y="2237788"/>
            <a:ext cx="3619800" cy="23736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SzPts val="1000"/>
              <a:buChar char="●"/>
              <a:defRPr/>
            </a:lvl1pPr>
            <a:lvl2pPr indent="-292100" lvl="1" marL="914400">
              <a:spcBef>
                <a:spcPts val="0"/>
              </a:spcBef>
              <a:spcAft>
                <a:spcPts val="0"/>
              </a:spcAft>
              <a:buSzPts val="10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873" name="Google Shape;873;p95"/>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74" name="Google Shape;874;p95"/>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875" name="Shape 875"/>
        <p:cNvGrpSpPr/>
        <p:nvPr/>
      </p:nvGrpSpPr>
      <p:grpSpPr>
        <a:xfrm>
          <a:off x="0" y="0"/>
          <a:ext cx="0" cy="0"/>
          <a:chOff x="0" y="0"/>
          <a:chExt cx="0" cy="0"/>
        </a:xfrm>
      </p:grpSpPr>
      <p:sp>
        <p:nvSpPr>
          <p:cNvPr id="876" name="Google Shape;876;p96"/>
          <p:cNvSpPr txBox="1"/>
          <p:nvPr>
            <p:ph idx="1" type="body"/>
          </p:nvPr>
        </p:nvSpPr>
        <p:spPr>
          <a:xfrm>
            <a:off x="483175" y="2417500"/>
            <a:ext cx="2455500" cy="2373600"/>
          </a:xfrm>
          <a:prstGeom prst="rect">
            <a:avLst/>
          </a:prstGeom>
        </p:spPr>
        <p:txBody>
          <a:bodyPr anchorCtr="0" anchor="t" bIns="91425" lIns="0" spcFirstLastPara="1" rIns="91425" wrap="square" tIns="91425">
            <a:noAutofit/>
          </a:bodyPr>
          <a:lstStyle>
            <a:lvl1pPr indent="-292100" lvl="0" marL="457200">
              <a:spcBef>
                <a:spcPts val="0"/>
              </a:spcBef>
              <a:spcAft>
                <a:spcPts val="0"/>
              </a:spcAft>
              <a:buSzPts val="1000"/>
              <a:buChar char="●"/>
              <a:defRPr/>
            </a:lvl1pPr>
            <a:lvl2pPr indent="-292100" lvl="1" marL="914400">
              <a:spcBef>
                <a:spcPts val="800"/>
              </a:spcBef>
              <a:spcAft>
                <a:spcPts val="0"/>
              </a:spcAft>
              <a:buSzPts val="1000"/>
              <a:buChar char="○"/>
              <a:defRPr/>
            </a:lvl2pPr>
            <a:lvl3pPr indent="-292100" lvl="2" marL="1371600">
              <a:spcBef>
                <a:spcPts val="800"/>
              </a:spcBef>
              <a:spcAft>
                <a:spcPts val="0"/>
              </a:spcAft>
              <a:buSzPts val="1000"/>
              <a:buChar char="■"/>
              <a:defRPr/>
            </a:lvl3pPr>
            <a:lvl4pPr indent="-292100" lvl="3" marL="1828800">
              <a:spcBef>
                <a:spcPts val="800"/>
              </a:spcBef>
              <a:spcAft>
                <a:spcPts val="0"/>
              </a:spcAft>
              <a:buSzPts val="1000"/>
              <a:buChar char="●"/>
              <a:defRPr/>
            </a:lvl4pPr>
            <a:lvl5pPr indent="-292100" lvl="4" marL="2286000">
              <a:spcBef>
                <a:spcPts val="800"/>
              </a:spcBef>
              <a:spcAft>
                <a:spcPts val="0"/>
              </a:spcAft>
              <a:buSzPts val="1000"/>
              <a:buChar char="○"/>
              <a:defRPr/>
            </a:lvl5pPr>
            <a:lvl6pPr indent="-292100" lvl="5" marL="2743200">
              <a:spcBef>
                <a:spcPts val="800"/>
              </a:spcBef>
              <a:spcAft>
                <a:spcPts val="0"/>
              </a:spcAft>
              <a:buSzPts val="1000"/>
              <a:buChar char="■"/>
              <a:defRPr/>
            </a:lvl6pPr>
            <a:lvl7pPr indent="-292100" lvl="6" marL="3200400">
              <a:spcBef>
                <a:spcPts val="800"/>
              </a:spcBef>
              <a:spcAft>
                <a:spcPts val="0"/>
              </a:spcAft>
              <a:buSzPts val="1000"/>
              <a:buChar char="●"/>
              <a:defRPr/>
            </a:lvl7pPr>
            <a:lvl8pPr indent="-292100" lvl="7" marL="3657600">
              <a:spcBef>
                <a:spcPts val="800"/>
              </a:spcBef>
              <a:spcAft>
                <a:spcPts val="0"/>
              </a:spcAft>
              <a:buSzPts val="1000"/>
              <a:buChar char="○"/>
              <a:defRPr/>
            </a:lvl8pPr>
            <a:lvl9pPr indent="-292100" lvl="8" marL="4114800">
              <a:spcBef>
                <a:spcPts val="800"/>
              </a:spcBef>
              <a:spcAft>
                <a:spcPts val="800"/>
              </a:spcAft>
              <a:buSzPts val="1000"/>
              <a:buChar char="■"/>
              <a:defRPr/>
            </a:lvl9pPr>
          </a:lstStyle>
          <a:p/>
        </p:txBody>
      </p:sp>
      <p:sp>
        <p:nvSpPr>
          <p:cNvPr id="877" name="Google Shape;877;p96"/>
          <p:cNvSpPr txBox="1"/>
          <p:nvPr>
            <p:ph idx="2" type="body"/>
          </p:nvPr>
        </p:nvSpPr>
        <p:spPr>
          <a:xfrm>
            <a:off x="3347725" y="2417500"/>
            <a:ext cx="2455500" cy="23736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SzPts val="1000"/>
              <a:buChar char="●"/>
              <a:defRPr/>
            </a:lvl1pPr>
            <a:lvl2pPr indent="-292100" lvl="1" marL="914400">
              <a:spcBef>
                <a:spcPts val="0"/>
              </a:spcBef>
              <a:spcAft>
                <a:spcPts val="0"/>
              </a:spcAft>
              <a:buSzPts val="10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878" name="Google Shape;878;p96"/>
          <p:cNvSpPr txBox="1"/>
          <p:nvPr>
            <p:ph type="title"/>
          </p:nvPr>
        </p:nvSpPr>
        <p:spPr>
          <a:xfrm>
            <a:off x="483175" y="450025"/>
            <a:ext cx="8184600" cy="758100"/>
          </a:xfrm>
          <a:prstGeom prst="rect">
            <a:avLst/>
          </a:prstGeom>
        </p:spPr>
        <p:txBody>
          <a:bodyPr anchorCtr="0" anchor="ctr" bIns="0" lIns="0" spcFirstLastPara="1" rIns="91425" wrap="square" tIns="0">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p:txBody>
      </p:sp>
      <p:sp>
        <p:nvSpPr>
          <p:cNvPr id="879" name="Google Shape;879;p96"/>
          <p:cNvSpPr txBox="1"/>
          <p:nvPr>
            <p:ph idx="3"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80" name="Google Shape;880;p96"/>
          <p:cNvSpPr txBox="1"/>
          <p:nvPr>
            <p:ph idx="4"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81" name="Google Shape;881;p96"/>
          <p:cNvSpPr txBox="1"/>
          <p:nvPr>
            <p:ph idx="5"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82" name="Google Shape;882;p96"/>
          <p:cNvSpPr txBox="1"/>
          <p:nvPr>
            <p:ph idx="6" type="body"/>
          </p:nvPr>
        </p:nvSpPr>
        <p:spPr>
          <a:xfrm>
            <a:off x="6212275" y="2417500"/>
            <a:ext cx="2455500" cy="23736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SzPts val="1000"/>
              <a:buChar char="●"/>
              <a:defRPr/>
            </a:lvl1pPr>
            <a:lvl2pPr indent="-292100" lvl="1" marL="914400">
              <a:spcBef>
                <a:spcPts val="0"/>
              </a:spcBef>
              <a:spcAft>
                <a:spcPts val="0"/>
              </a:spcAft>
              <a:buSzPts val="10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883" name="Shape 883"/>
        <p:cNvGrpSpPr/>
        <p:nvPr/>
      </p:nvGrpSpPr>
      <p:grpSpPr>
        <a:xfrm>
          <a:off x="0" y="0"/>
          <a:ext cx="0" cy="0"/>
          <a:chOff x="0" y="0"/>
          <a:chExt cx="0" cy="0"/>
        </a:xfrm>
      </p:grpSpPr>
      <p:sp>
        <p:nvSpPr>
          <p:cNvPr id="884" name="Google Shape;884;p97"/>
          <p:cNvSpPr txBox="1"/>
          <p:nvPr>
            <p:ph idx="1" type="body"/>
          </p:nvPr>
        </p:nvSpPr>
        <p:spPr>
          <a:xfrm>
            <a:off x="366725" y="1759093"/>
            <a:ext cx="3838500" cy="1138500"/>
          </a:xfrm>
          <a:prstGeom prst="rect">
            <a:avLst/>
          </a:prstGeom>
        </p:spPr>
        <p:txBody>
          <a:bodyPr anchorCtr="0" anchor="t" bIns="91425" lIns="0" spcFirstLastPara="1" rIns="91425" wrap="square" tIns="91425">
            <a:noAutofit/>
          </a:bodyPr>
          <a:lstStyle>
            <a:lvl1pPr indent="-317500" lvl="0" marL="457200">
              <a:spcBef>
                <a:spcPts val="0"/>
              </a:spcBef>
              <a:spcAft>
                <a:spcPts val="0"/>
              </a:spcAft>
              <a:buSzPts val="1400"/>
              <a:buChar char="●"/>
              <a:defRPr sz="1400"/>
            </a:lvl1pPr>
            <a:lvl2pPr indent="-292100" lvl="1" marL="914400">
              <a:spcBef>
                <a:spcPts val="800"/>
              </a:spcBef>
              <a:spcAft>
                <a:spcPts val="0"/>
              </a:spcAft>
              <a:buSzPts val="1000"/>
              <a:buChar char="○"/>
              <a:defRPr/>
            </a:lvl2pPr>
            <a:lvl3pPr indent="-292100" lvl="2" marL="1371600">
              <a:spcBef>
                <a:spcPts val="800"/>
              </a:spcBef>
              <a:spcAft>
                <a:spcPts val="0"/>
              </a:spcAft>
              <a:buSzPts val="1000"/>
              <a:buChar char="■"/>
              <a:defRPr/>
            </a:lvl3pPr>
            <a:lvl4pPr indent="-292100" lvl="3" marL="1828800">
              <a:spcBef>
                <a:spcPts val="800"/>
              </a:spcBef>
              <a:spcAft>
                <a:spcPts val="0"/>
              </a:spcAft>
              <a:buSzPts val="1000"/>
              <a:buChar char="●"/>
              <a:defRPr/>
            </a:lvl4pPr>
            <a:lvl5pPr indent="-292100" lvl="4" marL="2286000">
              <a:spcBef>
                <a:spcPts val="800"/>
              </a:spcBef>
              <a:spcAft>
                <a:spcPts val="0"/>
              </a:spcAft>
              <a:buSzPts val="1000"/>
              <a:buChar char="○"/>
              <a:defRPr/>
            </a:lvl5pPr>
            <a:lvl6pPr indent="-292100" lvl="5" marL="2743200">
              <a:spcBef>
                <a:spcPts val="800"/>
              </a:spcBef>
              <a:spcAft>
                <a:spcPts val="0"/>
              </a:spcAft>
              <a:buSzPts val="1000"/>
              <a:buChar char="■"/>
              <a:defRPr/>
            </a:lvl6pPr>
            <a:lvl7pPr indent="-292100" lvl="6" marL="3200400">
              <a:spcBef>
                <a:spcPts val="800"/>
              </a:spcBef>
              <a:spcAft>
                <a:spcPts val="0"/>
              </a:spcAft>
              <a:buSzPts val="1000"/>
              <a:buChar char="●"/>
              <a:defRPr/>
            </a:lvl7pPr>
            <a:lvl8pPr indent="-292100" lvl="7" marL="3657600">
              <a:spcBef>
                <a:spcPts val="800"/>
              </a:spcBef>
              <a:spcAft>
                <a:spcPts val="0"/>
              </a:spcAft>
              <a:buSzPts val="1000"/>
              <a:buChar char="○"/>
              <a:defRPr/>
            </a:lvl8pPr>
            <a:lvl9pPr indent="-292100" lvl="8" marL="4114800">
              <a:spcBef>
                <a:spcPts val="800"/>
              </a:spcBef>
              <a:spcAft>
                <a:spcPts val="800"/>
              </a:spcAft>
              <a:buSzPts val="1000"/>
              <a:buChar char="■"/>
              <a:defRPr/>
            </a:lvl9pPr>
          </a:lstStyle>
          <a:p/>
        </p:txBody>
      </p:sp>
      <p:sp>
        <p:nvSpPr>
          <p:cNvPr id="885" name="Google Shape;885;p97"/>
          <p:cNvSpPr txBox="1"/>
          <p:nvPr>
            <p:ph idx="2" type="body"/>
          </p:nvPr>
        </p:nvSpPr>
        <p:spPr>
          <a:xfrm>
            <a:off x="4938725" y="1759093"/>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2100" lvl="1" marL="914400">
              <a:spcBef>
                <a:spcPts val="0"/>
              </a:spcBef>
              <a:spcAft>
                <a:spcPts val="0"/>
              </a:spcAft>
              <a:buSzPts val="10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886" name="Google Shape;886;p97"/>
          <p:cNvSpPr txBox="1"/>
          <p:nvPr>
            <p:ph idx="3" type="body"/>
          </p:nvPr>
        </p:nvSpPr>
        <p:spPr>
          <a:xfrm>
            <a:off x="366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2100" lvl="1" marL="914400">
              <a:spcBef>
                <a:spcPts val="0"/>
              </a:spcBef>
              <a:spcAft>
                <a:spcPts val="0"/>
              </a:spcAft>
              <a:buSzPts val="10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887" name="Google Shape;887;p97"/>
          <p:cNvSpPr txBox="1"/>
          <p:nvPr>
            <p:ph idx="4" type="body"/>
          </p:nvPr>
        </p:nvSpPr>
        <p:spPr>
          <a:xfrm>
            <a:off x="4938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2100" lvl="1" marL="914400">
              <a:spcBef>
                <a:spcPts val="0"/>
              </a:spcBef>
              <a:spcAft>
                <a:spcPts val="0"/>
              </a:spcAft>
              <a:buSzPts val="10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888" name="Google Shape;888;p97"/>
          <p:cNvSpPr txBox="1"/>
          <p:nvPr>
            <p:ph type="title"/>
          </p:nvPr>
        </p:nvSpPr>
        <p:spPr>
          <a:xfrm>
            <a:off x="366750" y="450025"/>
            <a:ext cx="8184600" cy="758100"/>
          </a:xfrm>
          <a:prstGeom prst="rect">
            <a:avLst/>
          </a:prstGeom>
        </p:spPr>
        <p:txBody>
          <a:bodyPr anchorCtr="0" anchor="ctr" bIns="0" lIns="0" spcFirstLastPara="1" rIns="91425" wrap="square" tIns="0">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p:txBody>
      </p:sp>
      <p:sp>
        <p:nvSpPr>
          <p:cNvPr id="889" name="Google Shape;889;p97"/>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0" name="Google Shape;890;p97"/>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1" name="Google Shape;891;p97"/>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2" name="Google Shape;892;p97"/>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893" name="Shape 893"/>
        <p:cNvGrpSpPr/>
        <p:nvPr/>
      </p:nvGrpSpPr>
      <p:grpSpPr>
        <a:xfrm>
          <a:off x="0" y="0"/>
          <a:ext cx="0" cy="0"/>
          <a:chOff x="0" y="0"/>
          <a:chExt cx="0" cy="0"/>
        </a:xfrm>
      </p:grpSpPr>
      <p:sp>
        <p:nvSpPr>
          <p:cNvPr id="894" name="Google Shape;894;p98"/>
          <p:cNvSpPr txBox="1"/>
          <p:nvPr>
            <p:ph type="title"/>
          </p:nvPr>
        </p:nvSpPr>
        <p:spPr>
          <a:xfrm>
            <a:off x="311700" y="445025"/>
            <a:ext cx="8520600" cy="572700"/>
          </a:xfrm>
          <a:prstGeom prst="rect">
            <a:avLst/>
          </a:prstGeom>
        </p:spPr>
        <p:txBody>
          <a:bodyPr anchorCtr="0" anchor="t" bIns="0" lIns="0" spcFirstLastPara="1" rIns="91425" wrap="square" tIns="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895" name="Google Shape;895;p98"/>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896" name="Shape 896"/>
        <p:cNvGrpSpPr/>
        <p:nvPr/>
      </p:nvGrpSpPr>
      <p:grpSpPr>
        <a:xfrm>
          <a:off x="0" y="0"/>
          <a:ext cx="0" cy="0"/>
          <a:chOff x="0" y="0"/>
          <a:chExt cx="0" cy="0"/>
        </a:xfrm>
      </p:grpSpPr>
      <p:sp>
        <p:nvSpPr>
          <p:cNvPr id="897" name="Google Shape;897;p99"/>
          <p:cNvSpPr txBox="1"/>
          <p:nvPr>
            <p:ph idx="1" type="body"/>
          </p:nvPr>
        </p:nvSpPr>
        <p:spPr>
          <a:xfrm>
            <a:off x="311700" y="4080225"/>
            <a:ext cx="4027500" cy="926100"/>
          </a:xfrm>
          <a:prstGeom prst="rect">
            <a:avLst/>
          </a:prstGeom>
        </p:spPr>
        <p:txBody>
          <a:bodyPr anchorCtr="0" anchor="t" bIns="91425" lIns="0"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800"/>
              </a:spcBef>
              <a:spcAft>
                <a:spcPts val="0"/>
              </a:spcAft>
              <a:buSzPts val="1200"/>
              <a:buChar char="○"/>
              <a:defRPr sz="1200"/>
            </a:lvl2pPr>
            <a:lvl3pPr indent="-304800" lvl="2" marL="1371600">
              <a:spcBef>
                <a:spcPts val="800"/>
              </a:spcBef>
              <a:spcAft>
                <a:spcPts val="0"/>
              </a:spcAft>
              <a:buSzPts val="1200"/>
              <a:buChar char="■"/>
              <a:defRPr sz="1200"/>
            </a:lvl3pPr>
            <a:lvl4pPr indent="-304800" lvl="3" marL="1828800">
              <a:spcBef>
                <a:spcPts val="800"/>
              </a:spcBef>
              <a:spcAft>
                <a:spcPts val="0"/>
              </a:spcAft>
              <a:buSzPts val="1200"/>
              <a:buChar char="●"/>
              <a:defRPr sz="1200"/>
            </a:lvl4pPr>
            <a:lvl5pPr indent="-304800" lvl="4" marL="2286000">
              <a:spcBef>
                <a:spcPts val="800"/>
              </a:spcBef>
              <a:spcAft>
                <a:spcPts val="0"/>
              </a:spcAft>
              <a:buSzPts val="1200"/>
              <a:buChar char="○"/>
              <a:defRPr sz="1200"/>
            </a:lvl5pPr>
            <a:lvl6pPr indent="-304800" lvl="5" marL="2743200">
              <a:spcBef>
                <a:spcPts val="800"/>
              </a:spcBef>
              <a:spcAft>
                <a:spcPts val="0"/>
              </a:spcAft>
              <a:buSzPts val="1200"/>
              <a:buChar char="■"/>
              <a:defRPr sz="1200"/>
            </a:lvl6pPr>
            <a:lvl7pPr indent="-304800" lvl="6" marL="3200400">
              <a:spcBef>
                <a:spcPts val="800"/>
              </a:spcBef>
              <a:spcAft>
                <a:spcPts val="0"/>
              </a:spcAft>
              <a:buSzPts val="1200"/>
              <a:buChar char="●"/>
              <a:defRPr sz="1200"/>
            </a:lvl7pPr>
            <a:lvl8pPr indent="-304800" lvl="7" marL="3657600">
              <a:spcBef>
                <a:spcPts val="800"/>
              </a:spcBef>
              <a:spcAft>
                <a:spcPts val="0"/>
              </a:spcAft>
              <a:buSzPts val="1200"/>
              <a:buChar char="○"/>
              <a:defRPr sz="1200"/>
            </a:lvl8pPr>
            <a:lvl9pPr indent="-304800" lvl="8" marL="4114800">
              <a:spcBef>
                <a:spcPts val="800"/>
              </a:spcBef>
              <a:spcAft>
                <a:spcPts val="800"/>
              </a:spcAft>
              <a:buSzPts val="1200"/>
              <a:buChar char="■"/>
              <a:defRPr sz="1200"/>
            </a:lvl9pPr>
          </a:lstStyle>
          <a:p/>
        </p:txBody>
      </p:sp>
      <p:sp>
        <p:nvSpPr>
          <p:cNvPr id="898" name="Google Shape;898;p99"/>
          <p:cNvSpPr/>
          <p:nvPr>
            <p:ph idx="2" type="pic"/>
          </p:nvPr>
        </p:nvSpPr>
        <p:spPr>
          <a:xfrm>
            <a:off x="4804825" y="1133300"/>
            <a:ext cx="4027500" cy="2392800"/>
          </a:xfrm>
          <a:prstGeom prst="rect">
            <a:avLst/>
          </a:prstGeom>
          <a:noFill/>
          <a:ln>
            <a:noFill/>
          </a:ln>
        </p:spPr>
      </p:sp>
      <p:sp>
        <p:nvSpPr>
          <p:cNvPr id="899" name="Google Shape;899;p99"/>
          <p:cNvSpPr/>
          <p:nvPr>
            <p:ph idx="3" type="pic"/>
          </p:nvPr>
        </p:nvSpPr>
        <p:spPr>
          <a:xfrm>
            <a:off x="311725" y="1133300"/>
            <a:ext cx="4027500" cy="2392800"/>
          </a:xfrm>
          <a:prstGeom prst="rect">
            <a:avLst/>
          </a:prstGeom>
          <a:noFill/>
          <a:ln>
            <a:noFill/>
          </a:ln>
        </p:spPr>
      </p:sp>
      <p:sp>
        <p:nvSpPr>
          <p:cNvPr id="900" name="Google Shape;900;p99"/>
          <p:cNvSpPr txBox="1"/>
          <p:nvPr>
            <p:ph idx="4" type="body"/>
          </p:nvPr>
        </p:nvSpPr>
        <p:spPr>
          <a:xfrm>
            <a:off x="4804825" y="4080225"/>
            <a:ext cx="4027500" cy="926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901" name="Google Shape;901;p99"/>
          <p:cNvSpPr txBox="1"/>
          <p:nvPr>
            <p:ph type="title"/>
          </p:nvPr>
        </p:nvSpPr>
        <p:spPr>
          <a:xfrm>
            <a:off x="311700" y="445025"/>
            <a:ext cx="8520600" cy="572700"/>
          </a:xfrm>
          <a:prstGeom prst="rect">
            <a:avLst/>
          </a:prstGeom>
        </p:spPr>
        <p:txBody>
          <a:bodyPr anchorCtr="0" anchor="t" bIns="0" lIns="0" spcFirstLastPara="1" rIns="91425" wrap="square" tIns="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902" name="Google Shape;902;p99"/>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903" name="Google Shape;903;p99"/>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904" name="Shape 904"/>
        <p:cNvGrpSpPr/>
        <p:nvPr/>
      </p:nvGrpSpPr>
      <p:grpSpPr>
        <a:xfrm>
          <a:off x="0" y="0"/>
          <a:ext cx="0" cy="0"/>
          <a:chOff x="0" y="0"/>
          <a:chExt cx="0" cy="0"/>
        </a:xfrm>
      </p:grpSpPr>
      <p:sp>
        <p:nvSpPr>
          <p:cNvPr id="905" name="Google Shape;905;p100"/>
          <p:cNvSpPr txBox="1"/>
          <p:nvPr>
            <p:ph idx="1" type="body"/>
          </p:nvPr>
        </p:nvSpPr>
        <p:spPr>
          <a:xfrm>
            <a:off x="311700" y="3911700"/>
            <a:ext cx="2627100" cy="1018500"/>
          </a:xfrm>
          <a:prstGeom prst="rect">
            <a:avLst/>
          </a:prstGeom>
        </p:spPr>
        <p:txBody>
          <a:bodyPr anchorCtr="0" anchor="t" bIns="91425" lIns="0"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800"/>
              </a:spcBef>
              <a:spcAft>
                <a:spcPts val="0"/>
              </a:spcAft>
              <a:buSzPts val="1200"/>
              <a:buChar char="○"/>
              <a:defRPr sz="1200"/>
            </a:lvl2pPr>
            <a:lvl3pPr indent="-304800" lvl="2" marL="1371600">
              <a:spcBef>
                <a:spcPts val="800"/>
              </a:spcBef>
              <a:spcAft>
                <a:spcPts val="0"/>
              </a:spcAft>
              <a:buSzPts val="1200"/>
              <a:buChar char="■"/>
              <a:defRPr sz="1200"/>
            </a:lvl3pPr>
            <a:lvl4pPr indent="-304800" lvl="3" marL="1828800">
              <a:spcBef>
                <a:spcPts val="800"/>
              </a:spcBef>
              <a:spcAft>
                <a:spcPts val="0"/>
              </a:spcAft>
              <a:buSzPts val="1200"/>
              <a:buChar char="●"/>
              <a:defRPr sz="1200"/>
            </a:lvl4pPr>
            <a:lvl5pPr indent="-304800" lvl="4" marL="2286000">
              <a:spcBef>
                <a:spcPts val="800"/>
              </a:spcBef>
              <a:spcAft>
                <a:spcPts val="0"/>
              </a:spcAft>
              <a:buSzPts val="1200"/>
              <a:buChar char="○"/>
              <a:defRPr sz="1200"/>
            </a:lvl5pPr>
            <a:lvl6pPr indent="-304800" lvl="5" marL="2743200">
              <a:spcBef>
                <a:spcPts val="800"/>
              </a:spcBef>
              <a:spcAft>
                <a:spcPts val="0"/>
              </a:spcAft>
              <a:buSzPts val="1200"/>
              <a:buChar char="■"/>
              <a:defRPr sz="1200"/>
            </a:lvl6pPr>
            <a:lvl7pPr indent="-304800" lvl="6" marL="3200400">
              <a:spcBef>
                <a:spcPts val="800"/>
              </a:spcBef>
              <a:spcAft>
                <a:spcPts val="0"/>
              </a:spcAft>
              <a:buSzPts val="1200"/>
              <a:buChar char="●"/>
              <a:defRPr sz="1200"/>
            </a:lvl7pPr>
            <a:lvl8pPr indent="-304800" lvl="7" marL="3657600">
              <a:spcBef>
                <a:spcPts val="800"/>
              </a:spcBef>
              <a:spcAft>
                <a:spcPts val="0"/>
              </a:spcAft>
              <a:buSzPts val="1200"/>
              <a:buChar char="○"/>
              <a:defRPr sz="1200"/>
            </a:lvl8pPr>
            <a:lvl9pPr indent="-304800" lvl="8" marL="4114800">
              <a:spcBef>
                <a:spcPts val="800"/>
              </a:spcBef>
              <a:spcAft>
                <a:spcPts val="800"/>
              </a:spcAft>
              <a:buSzPts val="1200"/>
              <a:buChar char="■"/>
              <a:defRPr sz="1200"/>
            </a:lvl9pPr>
          </a:lstStyle>
          <a:p/>
        </p:txBody>
      </p:sp>
      <p:sp>
        <p:nvSpPr>
          <p:cNvPr id="906" name="Google Shape;906;p100"/>
          <p:cNvSpPr/>
          <p:nvPr>
            <p:ph idx="2" type="pic"/>
          </p:nvPr>
        </p:nvSpPr>
        <p:spPr>
          <a:xfrm>
            <a:off x="6205225" y="1128325"/>
            <a:ext cx="2627100" cy="2273100"/>
          </a:xfrm>
          <a:prstGeom prst="rect">
            <a:avLst/>
          </a:prstGeom>
          <a:noFill/>
          <a:ln>
            <a:noFill/>
          </a:ln>
        </p:spPr>
      </p:sp>
      <p:sp>
        <p:nvSpPr>
          <p:cNvPr id="907" name="Google Shape;907;p100"/>
          <p:cNvSpPr/>
          <p:nvPr>
            <p:ph idx="3" type="pic"/>
          </p:nvPr>
        </p:nvSpPr>
        <p:spPr>
          <a:xfrm>
            <a:off x="311725" y="1128325"/>
            <a:ext cx="2627100" cy="2273100"/>
          </a:xfrm>
          <a:prstGeom prst="rect">
            <a:avLst/>
          </a:prstGeom>
          <a:noFill/>
          <a:ln>
            <a:noFill/>
          </a:ln>
        </p:spPr>
      </p:sp>
      <p:sp>
        <p:nvSpPr>
          <p:cNvPr id="908" name="Google Shape;908;p100"/>
          <p:cNvSpPr txBox="1"/>
          <p:nvPr>
            <p:ph idx="4" type="body"/>
          </p:nvPr>
        </p:nvSpPr>
        <p:spPr>
          <a:xfrm>
            <a:off x="6205225"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909" name="Google Shape;909;p100"/>
          <p:cNvSpPr/>
          <p:nvPr>
            <p:ph idx="5" type="pic"/>
          </p:nvPr>
        </p:nvSpPr>
        <p:spPr>
          <a:xfrm>
            <a:off x="3255250" y="1128325"/>
            <a:ext cx="2627100" cy="2273100"/>
          </a:xfrm>
          <a:prstGeom prst="rect">
            <a:avLst/>
          </a:prstGeom>
          <a:noFill/>
          <a:ln>
            <a:noFill/>
          </a:ln>
        </p:spPr>
      </p:sp>
      <p:sp>
        <p:nvSpPr>
          <p:cNvPr id="910" name="Google Shape;910;p100"/>
          <p:cNvSpPr txBox="1"/>
          <p:nvPr>
            <p:ph idx="6" type="body"/>
          </p:nvPr>
        </p:nvSpPr>
        <p:spPr>
          <a:xfrm>
            <a:off x="3255250"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911" name="Google Shape;911;p100"/>
          <p:cNvSpPr txBox="1"/>
          <p:nvPr>
            <p:ph type="title"/>
          </p:nvPr>
        </p:nvSpPr>
        <p:spPr>
          <a:xfrm>
            <a:off x="311700" y="445025"/>
            <a:ext cx="8520600" cy="572700"/>
          </a:xfrm>
          <a:prstGeom prst="rect">
            <a:avLst/>
          </a:prstGeom>
        </p:spPr>
        <p:txBody>
          <a:bodyPr anchorCtr="0" anchor="t" bIns="0" lIns="0" spcFirstLastPara="1" rIns="91425" wrap="square" tIns="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912" name="Google Shape;912;p100"/>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913" name="Google Shape;913;p100"/>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914" name="Google Shape;914;p100"/>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915" name="Shape 915"/>
        <p:cNvGrpSpPr/>
        <p:nvPr/>
      </p:nvGrpSpPr>
      <p:grpSpPr>
        <a:xfrm>
          <a:off x="0" y="0"/>
          <a:ext cx="0" cy="0"/>
          <a:chOff x="0" y="0"/>
          <a:chExt cx="0" cy="0"/>
        </a:xfrm>
      </p:grpSpPr>
      <p:sp>
        <p:nvSpPr>
          <p:cNvPr id="916" name="Google Shape;916;p101"/>
          <p:cNvSpPr/>
          <p:nvPr>
            <p:ph idx="2" type="pic"/>
          </p:nvPr>
        </p:nvSpPr>
        <p:spPr>
          <a:xfrm>
            <a:off x="311700" y="445025"/>
            <a:ext cx="8520600" cy="4218300"/>
          </a:xfrm>
          <a:prstGeom prst="rect">
            <a:avLst/>
          </a:prstGeom>
          <a:noFill/>
          <a:ln>
            <a:noFill/>
          </a:ln>
        </p:spPr>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917" name="Shape 917"/>
        <p:cNvGrpSpPr/>
        <p:nvPr/>
      </p:nvGrpSpPr>
      <p:grpSpPr>
        <a:xfrm>
          <a:off x="0" y="0"/>
          <a:ext cx="0" cy="0"/>
          <a:chOff x="0" y="0"/>
          <a:chExt cx="0" cy="0"/>
        </a:xfrm>
      </p:grpSpPr>
      <p:sp>
        <p:nvSpPr>
          <p:cNvPr id="918" name="Google Shape;918;p102"/>
          <p:cNvSpPr/>
          <p:nvPr>
            <p:ph idx="2" type="pic"/>
          </p:nvPr>
        </p:nvSpPr>
        <p:spPr>
          <a:xfrm>
            <a:off x="3389600" y="118913"/>
            <a:ext cx="1643700" cy="1535100"/>
          </a:xfrm>
          <a:prstGeom prst="rect">
            <a:avLst/>
          </a:prstGeom>
          <a:noFill/>
          <a:ln>
            <a:noFill/>
          </a:ln>
        </p:spPr>
      </p:sp>
      <p:sp>
        <p:nvSpPr>
          <p:cNvPr id="919" name="Google Shape;919;p102"/>
          <p:cNvSpPr/>
          <p:nvPr>
            <p:ph idx="3" type="pic"/>
          </p:nvPr>
        </p:nvSpPr>
        <p:spPr>
          <a:xfrm>
            <a:off x="5195935" y="118913"/>
            <a:ext cx="1643700" cy="1535100"/>
          </a:xfrm>
          <a:prstGeom prst="rect">
            <a:avLst/>
          </a:prstGeom>
          <a:noFill/>
          <a:ln>
            <a:noFill/>
          </a:ln>
        </p:spPr>
      </p:sp>
      <p:sp>
        <p:nvSpPr>
          <p:cNvPr id="920" name="Google Shape;920;p102"/>
          <p:cNvSpPr/>
          <p:nvPr>
            <p:ph idx="4" type="pic"/>
          </p:nvPr>
        </p:nvSpPr>
        <p:spPr>
          <a:xfrm>
            <a:off x="7002270" y="118913"/>
            <a:ext cx="1643700" cy="1535100"/>
          </a:xfrm>
          <a:prstGeom prst="rect">
            <a:avLst/>
          </a:prstGeom>
          <a:noFill/>
          <a:ln>
            <a:noFill/>
          </a:ln>
        </p:spPr>
      </p:sp>
      <p:sp>
        <p:nvSpPr>
          <p:cNvPr id="921" name="Google Shape;921;p102"/>
          <p:cNvSpPr/>
          <p:nvPr>
            <p:ph idx="5" type="pic"/>
          </p:nvPr>
        </p:nvSpPr>
        <p:spPr>
          <a:xfrm>
            <a:off x="3389588" y="1804212"/>
            <a:ext cx="1643700" cy="1535100"/>
          </a:xfrm>
          <a:prstGeom prst="rect">
            <a:avLst/>
          </a:prstGeom>
          <a:noFill/>
          <a:ln>
            <a:noFill/>
          </a:ln>
        </p:spPr>
      </p:sp>
      <p:sp>
        <p:nvSpPr>
          <p:cNvPr id="922" name="Google Shape;922;p102"/>
          <p:cNvSpPr/>
          <p:nvPr>
            <p:ph idx="6" type="pic"/>
          </p:nvPr>
        </p:nvSpPr>
        <p:spPr>
          <a:xfrm>
            <a:off x="5195922" y="1804212"/>
            <a:ext cx="1643700" cy="1535100"/>
          </a:xfrm>
          <a:prstGeom prst="rect">
            <a:avLst/>
          </a:prstGeom>
          <a:noFill/>
          <a:ln>
            <a:noFill/>
          </a:ln>
        </p:spPr>
      </p:sp>
      <p:sp>
        <p:nvSpPr>
          <p:cNvPr id="923" name="Google Shape;923;p102"/>
          <p:cNvSpPr/>
          <p:nvPr>
            <p:ph idx="7" type="pic"/>
          </p:nvPr>
        </p:nvSpPr>
        <p:spPr>
          <a:xfrm>
            <a:off x="7002257" y="1804212"/>
            <a:ext cx="1643700" cy="1535100"/>
          </a:xfrm>
          <a:prstGeom prst="rect">
            <a:avLst/>
          </a:prstGeom>
          <a:noFill/>
          <a:ln>
            <a:noFill/>
          </a:ln>
        </p:spPr>
      </p:sp>
      <p:sp>
        <p:nvSpPr>
          <p:cNvPr id="924" name="Google Shape;924;p102"/>
          <p:cNvSpPr txBox="1"/>
          <p:nvPr>
            <p:ph type="title"/>
          </p:nvPr>
        </p:nvSpPr>
        <p:spPr>
          <a:xfrm>
            <a:off x="351550" y="445025"/>
            <a:ext cx="2596800" cy="1706400"/>
          </a:xfrm>
          <a:prstGeom prst="rect">
            <a:avLst/>
          </a:prstGeom>
        </p:spPr>
        <p:txBody>
          <a:bodyPr anchorCtr="0" anchor="t" bIns="0" lIns="0" spcFirstLastPara="1" rIns="91425" wrap="square" tIns="0">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925" name="Google Shape;925;p102"/>
          <p:cNvSpPr/>
          <p:nvPr>
            <p:ph idx="8" type="pic"/>
          </p:nvPr>
        </p:nvSpPr>
        <p:spPr>
          <a:xfrm>
            <a:off x="3389588" y="3489487"/>
            <a:ext cx="1643700" cy="1535100"/>
          </a:xfrm>
          <a:prstGeom prst="rect">
            <a:avLst/>
          </a:prstGeom>
          <a:noFill/>
          <a:ln>
            <a:noFill/>
          </a:ln>
        </p:spPr>
      </p:sp>
      <p:sp>
        <p:nvSpPr>
          <p:cNvPr id="926" name="Google Shape;926;p102"/>
          <p:cNvSpPr/>
          <p:nvPr>
            <p:ph idx="9" type="pic"/>
          </p:nvPr>
        </p:nvSpPr>
        <p:spPr>
          <a:xfrm>
            <a:off x="5195922" y="3489487"/>
            <a:ext cx="1643700" cy="1535100"/>
          </a:xfrm>
          <a:prstGeom prst="rect">
            <a:avLst/>
          </a:prstGeom>
          <a:noFill/>
          <a:ln>
            <a:noFill/>
          </a:ln>
        </p:spPr>
      </p:sp>
      <p:sp>
        <p:nvSpPr>
          <p:cNvPr id="927" name="Google Shape;927;p102"/>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40" Type="http://schemas.openxmlformats.org/officeDocument/2006/relationships/theme" Target="../theme/theme4.xml"/><Relationship Id="rId20" Type="http://schemas.openxmlformats.org/officeDocument/2006/relationships/slideLayout" Target="../slideLayouts/slideLayout31.xml"/><Relationship Id="rId22" Type="http://schemas.openxmlformats.org/officeDocument/2006/relationships/slideLayout" Target="../slideLayouts/slideLayout33.xml"/><Relationship Id="rId21" Type="http://schemas.openxmlformats.org/officeDocument/2006/relationships/slideLayout" Target="../slideLayouts/slideLayout32.xml"/><Relationship Id="rId24" Type="http://schemas.openxmlformats.org/officeDocument/2006/relationships/slideLayout" Target="../slideLayouts/slideLayout35.xml"/><Relationship Id="rId23" Type="http://schemas.openxmlformats.org/officeDocument/2006/relationships/slideLayout" Target="../slideLayouts/slideLayout34.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26" Type="http://schemas.openxmlformats.org/officeDocument/2006/relationships/slideLayout" Target="../slideLayouts/slideLayout37.xml"/><Relationship Id="rId25" Type="http://schemas.openxmlformats.org/officeDocument/2006/relationships/slideLayout" Target="../slideLayouts/slideLayout36.xml"/><Relationship Id="rId28" Type="http://schemas.openxmlformats.org/officeDocument/2006/relationships/slideLayout" Target="../slideLayouts/slideLayout39.xml"/><Relationship Id="rId27" Type="http://schemas.openxmlformats.org/officeDocument/2006/relationships/slideLayout" Target="../slideLayouts/slideLayout38.xml"/><Relationship Id="rId5" Type="http://schemas.openxmlformats.org/officeDocument/2006/relationships/slideLayout" Target="../slideLayouts/slideLayout16.xml"/><Relationship Id="rId6" Type="http://schemas.openxmlformats.org/officeDocument/2006/relationships/slideLayout" Target="../slideLayouts/slideLayout17.xml"/><Relationship Id="rId29" Type="http://schemas.openxmlformats.org/officeDocument/2006/relationships/slideLayout" Target="../slideLayouts/slideLayout40.xml"/><Relationship Id="rId7" Type="http://schemas.openxmlformats.org/officeDocument/2006/relationships/slideLayout" Target="../slideLayouts/slideLayout18.xml"/><Relationship Id="rId8" Type="http://schemas.openxmlformats.org/officeDocument/2006/relationships/slideLayout" Target="../slideLayouts/slideLayout19.xml"/><Relationship Id="rId31" Type="http://schemas.openxmlformats.org/officeDocument/2006/relationships/slideLayout" Target="../slideLayouts/slideLayout42.xml"/><Relationship Id="rId30" Type="http://schemas.openxmlformats.org/officeDocument/2006/relationships/slideLayout" Target="../slideLayouts/slideLayout41.xml"/><Relationship Id="rId11" Type="http://schemas.openxmlformats.org/officeDocument/2006/relationships/slideLayout" Target="../slideLayouts/slideLayout22.xml"/><Relationship Id="rId33" Type="http://schemas.openxmlformats.org/officeDocument/2006/relationships/slideLayout" Target="../slideLayouts/slideLayout44.xml"/><Relationship Id="rId10" Type="http://schemas.openxmlformats.org/officeDocument/2006/relationships/slideLayout" Target="../slideLayouts/slideLayout21.xml"/><Relationship Id="rId32" Type="http://schemas.openxmlformats.org/officeDocument/2006/relationships/slideLayout" Target="../slideLayouts/slideLayout43.xml"/><Relationship Id="rId13" Type="http://schemas.openxmlformats.org/officeDocument/2006/relationships/slideLayout" Target="../slideLayouts/slideLayout24.xml"/><Relationship Id="rId35" Type="http://schemas.openxmlformats.org/officeDocument/2006/relationships/slideLayout" Target="../slideLayouts/slideLayout46.xml"/><Relationship Id="rId12" Type="http://schemas.openxmlformats.org/officeDocument/2006/relationships/slideLayout" Target="../slideLayouts/slideLayout23.xml"/><Relationship Id="rId34" Type="http://schemas.openxmlformats.org/officeDocument/2006/relationships/slideLayout" Target="../slideLayouts/slideLayout45.xml"/><Relationship Id="rId15" Type="http://schemas.openxmlformats.org/officeDocument/2006/relationships/slideLayout" Target="../slideLayouts/slideLayout26.xml"/><Relationship Id="rId37" Type="http://schemas.openxmlformats.org/officeDocument/2006/relationships/slideLayout" Target="../slideLayouts/slideLayout48.xml"/><Relationship Id="rId14" Type="http://schemas.openxmlformats.org/officeDocument/2006/relationships/slideLayout" Target="../slideLayouts/slideLayout25.xml"/><Relationship Id="rId36" Type="http://schemas.openxmlformats.org/officeDocument/2006/relationships/slideLayout" Target="../slideLayouts/slideLayout47.xml"/><Relationship Id="rId17" Type="http://schemas.openxmlformats.org/officeDocument/2006/relationships/slideLayout" Target="../slideLayouts/slideLayout28.xml"/><Relationship Id="rId39" Type="http://schemas.openxmlformats.org/officeDocument/2006/relationships/slideLayout" Target="../slideLayouts/slideLayout50.xml"/><Relationship Id="rId16" Type="http://schemas.openxmlformats.org/officeDocument/2006/relationships/slideLayout" Target="../slideLayouts/slideLayout27.xml"/><Relationship Id="rId38" Type="http://schemas.openxmlformats.org/officeDocument/2006/relationships/slideLayout" Target="../slideLayouts/slideLayout49.xml"/><Relationship Id="rId19" Type="http://schemas.openxmlformats.org/officeDocument/2006/relationships/slideLayout" Target="../slideLayouts/slideLayout30.xml"/><Relationship Id="rId18"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40" Type="http://schemas.openxmlformats.org/officeDocument/2006/relationships/slideLayout" Target="../slideLayouts/slideLayout90.xml"/><Relationship Id="rId42" Type="http://schemas.openxmlformats.org/officeDocument/2006/relationships/slideLayout" Target="../slideLayouts/slideLayout92.xml"/><Relationship Id="rId41" Type="http://schemas.openxmlformats.org/officeDocument/2006/relationships/slideLayout" Target="../slideLayouts/slideLayout91.xml"/><Relationship Id="rId44" Type="http://schemas.openxmlformats.org/officeDocument/2006/relationships/slideLayout" Target="../slideLayouts/slideLayout94.xml"/><Relationship Id="rId43" Type="http://schemas.openxmlformats.org/officeDocument/2006/relationships/slideLayout" Target="../slideLayouts/slideLayout93.xml"/><Relationship Id="rId46" Type="http://schemas.openxmlformats.org/officeDocument/2006/relationships/slideLayout" Target="../slideLayouts/slideLayout96.xml"/><Relationship Id="rId45" Type="http://schemas.openxmlformats.org/officeDocument/2006/relationships/slideLayout" Target="../slideLayouts/slideLayout95.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48" Type="http://schemas.openxmlformats.org/officeDocument/2006/relationships/slideLayout" Target="../slideLayouts/slideLayout98.xml"/><Relationship Id="rId47" Type="http://schemas.openxmlformats.org/officeDocument/2006/relationships/slideLayout" Target="../slideLayouts/slideLayout97.xml"/><Relationship Id="rId49" Type="http://schemas.openxmlformats.org/officeDocument/2006/relationships/slideLayout" Target="../slideLayouts/slideLayout9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5" Type="http://schemas.openxmlformats.org/officeDocument/2006/relationships/slideLayout" Target="../slideLayouts/slideLayout85.xml"/><Relationship Id="rId34" Type="http://schemas.openxmlformats.org/officeDocument/2006/relationships/slideLayout" Target="../slideLayouts/slideLayout84.xml"/><Relationship Id="rId37" Type="http://schemas.openxmlformats.org/officeDocument/2006/relationships/slideLayout" Target="../slideLayouts/slideLayout87.xml"/><Relationship Id="rId36" Type="http://schemas.openxmlformats.org/officeDocument/2006/relationships/slideLayout" Target="../slideLayouts/slideLayout86.xml"/><Relationship Id="rId39" Type="http://schemas.openxmlformats.org/officeDocument/2006/relationships/slideLayout" Target="../slideLayouts/slideLayout89.xml"/><Relationship Id="rId38" Type="http://schemas.openxmlformats.org/officeDocument/2006/relationships/slideLayout" Target="../slideLayouts/slideLayout88.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50" Type="http://schemas.openxmlformats.org/officeDocument/2006/relationships/theme" Target="../theme/theme1.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idx="1" type="body"/>
          </p:nvPr>
        </p:nvSpPr>
        <p:spPr>
          <a:xfrm>
            <a:off x="228600" y="1452125"/>
            <a:ext cx="5760600" cy="3460200"/>
          </a:xfrm>
          <a:prstGeom prst="rect">
            <a:avLst/>
          </a:prstGeom>
          <a:noFill/>
          <a:ln>
            <a:noFill/>
          </a:ln>
        </p:spPr>
        <p:txBody>
          <a:bodyPr anchorCtr="0" anchor="t" bIns="91425" lIns="91425" spcFirstLastPara="1" rIns="91425" wrap="square" tIns="91425">
            <a:spAutoFit/>
          </a:bodyPr>
          <a:lstStyle>
            <a:lvl1pPr indent="-304800" lvl="0" marL="457200">
              <a:lnSpc>
                <a:spcPct val="115000"/>
              </a:lnSpc>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1pPr>
            <a:lvl2pPr indent="-304800" lvl="1" marL="9144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2pPr>
            <a:lvl3pPr indent="-304800" lvl="2" marL="13716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3pPr>
            <a:lvl4pPr indent="-304800" lvl="3" marL="18288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4pPr>
            <a:lvl5pPr indent="-304800" lvl="4" marL="22860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5pPr>
            <a:lvl6pPr indent="-304800" lvl="5" marL="27432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6pPr>
            <a:lvl7pPr indent="-304800" lvl="6" marL="32004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7pPr>
            <a:lvl8pPr indent="-304800" lvl="7" marL="36576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8pPr>
            <a:lvl9pPr indent="-304800" lvl="8" marL="4114800">
              <a:lnSpc>
                <a:spcPct val="115000"/>
              </a:lnSpc>
              <a:spcBef>
                <a:spcPts val="800"/>
              </a:spcBef>
              <a:spcAft>
                <a:spcPts val="800"/>
              </a:spcAft>
              <a:buClr>
                <a:schemeClr val="lt1"/>
              </a:buClr>
              <a:buSzPts val="1200"/>
              <a:buFont typeface="Urbanist"/>
              <a:buChar char="■"/>
              <a:defRPr sz="1200">
                <a:solidFill>
                  <a:schemeClr val="lt1"/>
                </a:solidFill>
                <a:latin typeface="Urbanist"/>
                <a:ea typeface="Urbanist"/>
                <a:cs typeface="Urbanist"/>
                <a:sym typeface="Urbanist"/>
              </a:defRPr>
            </a:lvl9pPr>
          </a:lstStyle>
          <a:p/>
        </p:txBody>
      </p:sp>
      <p:sp>
        <p:nvSpPr>
          <p:cNvPr id="52" name="Google Shape;52;p13"/>
          <p:cNvSpPr txBox="1"/>
          <p:nvPr>
            <p:ph type="title"/>
          </p:nvPr>
        </p:nvSpPr>
        <p:spPr>
          <a:xfrm>
            <a:off x="228600" y="85200"/>
            <a:ext cx="5236500" cy="10998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lt1"/>
              </a:buClr>
              <a:buSzPts val="3000"/>
              <a:buFont typeface="Urbanist Medium"/>
              <a:buNone/>
              <a:defRPr sz="3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2pPr>
            <a:lvl3pPr lvl="2">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3pPr>
            <a:lvl4pPr lvl="3">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4pPr>
            <a:lvl5pPr lvl="4">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5pPr>
            <a:lvl6pPr lvl="5">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6pPr>
            <a:lvl7pPr lvl="6">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7pPr>
            <a:lvl8pPr lvl="7">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8pPr>
            <a:lvl9pPr lvl="8">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9pPr>
          </a:lstStyle>
          <a:p/>
        </p:txBody>
      </p:sp>
      <p:sp>
        <p:nvSpPr>
          <p:cNvPr id="53" name="Google Shape;53;p13"/>
          <p:cNvSpPr txBox="1"/>
          <p:nvPr>
            <p:ph idx="2" type="body"/>
          </p:nvPr>
        </p:nvSpPr>
        <p:spPr>
          <a:xfrm>
            <a:off x="4562525" y="1518250"/>
            <a:ext cx="3880800" cy="2765400"/>
          </a:xfrm>
          <a:prstGeom prst="rect">
            <a:avLst/>
          </a:prstGeom>
          <a:noFill/>
          <a:ln>
            <a:noFill/>
          </a:ln>
        </p:spPr>
        <p:txBody>
          <a:bodyPr anchorCtr="0" anchor="t" bIns="91425" lIns="91425" spcFirstLastPara="1" rIns="91425" wrap="square" tIns="91425">
            <a:noAutofit/>
          </a:bodyPr>
          <a:lstStyle>
            <a:lvl1pPr indent="-304800" lvl="0" marL="4572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1pPr>
            <a:lvl2pPr indent="-304800" lvl="1" marL="9144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2pPr>
            <a:lvl3pPr indent="-304800" lvl="2" marL="13716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3pPr>
            <a:lvl4pPr indent="-304800" lvl="3" marL="1828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4pPr>
            <a:lvl5pPr indent="-304800" lvl="4" marL="22860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5pPr>
            <a:lvl6pPr indent="-304800" lvl="5" marL="27432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6pPr>
            <a:lvl7pPr indent="-304800" lvl="6" marL="32004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7pPr>
            <a:lvl8pPr indent="-304800" lvl="7" marL="36576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8pPr>
            <a:lvl9pPr indent="-304800" lvl="8" marL="411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9pPr>
          </a:lstStyle>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 id="2147483695" r:id="rId37"/>
    <p:sldLayoutId id="2147483696" r:id="rId38"/>
    <p:sldLayoutId id="2147483697" r:id="rId3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33">
          <p15:clr>
            <a:srgbClr val="E46962"/>
          </p15:clr>
        </p15:guide>
        <p15:guide id="10" pos="4292">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478" name="Shape 478"/>
        <p:cNvGrpSpPr/>
        <p:nvPr/>
      </p:nvGrpSpPr>
      <p:grpSpPr>
        <a:xfrm>
          <a:off x="0" y="0"/>
          <a:ext cx="0" cy="0"/>
          <a:chOff x="0" y="0"/>
          <a:chExt cx="0" cy="0"/>
        </a:xfrm>
      </p:grpSpPr>
      <p:sp>
        <p:nvSpPr>
          <p:cNvPr id="479" name="Google Shape;479;p53"/>
          <p:cNvSpPr txBox="1"/>
          <p:nvPr>
            <p:ph idx="1" type="body"/>
          </p:nvPr>
        </p:nvSpPr>
        <p:spPr>
          <a:xfrm>
            <a:off x="228600" y="1833125"/>
            <a:ext cx="5760600" cy="3460200"/>
          </a:xfrm>
          <a:prstGeom prst="rect">
            <a:avLst/>
          </a:prstGeom>
          <a:noFill/>
          <a:ln>
            <a:noFill/>
          </a:ln>
        </p:spPr>
        <p:txBody>
          <a:bodyPr anchorCtr="0" anchor="t" bIns="91425" lIns="0" spcFirstLastPara="1" rIns="91425" wrap="square" tIns="91425">
            <a:noAutofit/>
          </a:bodyPr>
          <a:lstStyle>
            <a:lvl1pPr indent="-292100" lvl="0" marL="457200">
              <a:lnSpc>
                <a:spcPct val="115000"/>
              </a:lnSpc>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1pPr>
            <a:lvl2pPr indent="-292100" lvl="1" marL="9144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2pPr>
            <a:lvl3pPr indent="-292100" lvl="2" marL="13716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3pPr>
            <a:lvl4pPr indent="-292100" lvl="3" marL="18288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4pPr>
            <a:lvl5pPr indent="-292100" lvl="4" marL="22860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5pPr>
            <a:lvl6pPr indent="-292100" lvl="5" marL="27432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6pPr>
            <a:lvl7pPr indent="-292100" lvl="6" marL="32004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7pPr>
            <a:lvl8pPr indent="-292100" lvl="7" marL="3657600">
              <a:lnSpc>
                <a:spcPct val="115000"/>
              </a:lnSpc>
              <a:spcBef>
                <a:spcPts val="80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8pPr>
            <a:lvl9pPr indent="-292100" lvl="8" marL="4114800">
              <a:lnSpc>
                <a:spcPct val="115000"/>
              </a:lnSpc>
              <a:spcBef>
                <a:spcPts val="800"/>
              </a:spcBef>
              <a:spcAft>
                <a:spcPts val="80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9pPr>
          </a:lstStyle>
          <a:p/>
        </p:txBody>
      </p:sp>
      <p:sp>
        <p:nvSpPr>
          <p:cNvPr id="480" name="Google Shape;480;p53"/>
          <p:cNvSpPr txBox="1"/>
          <p:nvPr>
            <p:ph type="title"/>
          </p:nvPr>
        </p:nvSpPr>
        <p:spPr>
          <a:xfrm>
            <a:off x="228600" y="256925"/>
            <a:ext cx="8628300" cy="587700"/>
          </a:xfrm>
          <a:prstGeom prst="rect">
            <a:avLst/>
          </a:prstGeom>
          <a:noFill/>
          <a:ln>
            <a:noFill/>
          </a:ln>
        </p:spPr>
        <p:txBody>
          <a:bodyPr anchorCtr="0" anchor="t" bIns="0" lIns="0" spcFirstLastPara="1" rIns="91425" wrap="square" tIns="0">
            <a:spAutoFit/>
          </a:bodyPr>
          <a:lstStyle>
            <a:lvl1pPr lvl="0">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1pPr>
            <a:lvl2pPr lvl="1">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2pPr>
            <a:lvl3pPr lvl="2">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3pPr>
            <a:lvl4pPr lvl="3">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4pPr>
            <a:lvl5pPr lvl="4">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5pPr>
            <a:lvl6pPr lvl="5">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6pPr>
            <a:lvl7pPr lvl="6">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7pPr>
            <a:lvl8pPr lvl="7">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8pPr>
            <a:lvl9pPr lvl="8">
              <a:spcBef>
                <a:spcPts val="0"/>
              </a:spcBef>
              <a:spcAft>
                <a:spcPts val="0"/>
              </a:spcAft>
              <a:buNone/>
              <a:defRPr sz="4800">
                <a:solidFill>
                  <a:schemeClr val="lt1"/>
                </a:solidFill>
                <a:latin typeface="Instrument Sans SemiBold"/>
                <a:ea typeface="Instrument Sans SemiBold"/>
                <a:cs typeface="Instrument Sans SemiBold"/>
                <a:sym typeface="Instrument Sans SemiBold"/>
              </a:defRPr>
            </a:lvl9pPr>
          </a:lstStyle>
          <a:p/>
        </p:txBody>
      </p:sp>
      <p:sp>
        <p:nvSpPr>
          <p:cNvPr id="481" name="Google Shape;481;p53"/>
          <p:cNvSpPr txBox="1"/>
          <p:nvPr>
            <p:ph idx="2" type="body"/>
          </p:nvPr>
        </p:nvSpPr>
        <p:spPr>
          <a:xfrm>
            <a:off x="4028050" y="1866850"/>
            <a:ext cx="3640800" cy="2424600"/>
          </a:xfrm>
          <a:prstGeom prst="rect">
            <a:avLst/>
          </a:prstGeom>
          <a:noFill/>
          <a:ln>
            <a:noFill/>
          </a:ln>
        </p:spPr>
        <p:txBody>
          <a:bodyPr anchorCtr="0" anchor="t" bIns="91425" lIns="91425" spcFirstLastPara="1" rIns="91425" wrap="square" tIns="91425">
            <a:noAutofit/>
          </a:bodyPr>
          <a:lstStyle>
            <a:lvl1pPr indent="-292100" lvl="0" marL="4572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1pPr>
            <a:lvl2pPr indent="-292100" lvl="1" marL="9144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2pPr>
            <a:lvl3pPr indent="-292100" lvl="2" marL="13716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3pPr>
            <a:lvl4pPr indent="-292100" lvl="3" marL="18288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4pPr>
            <a:lvl5pPr indent="-292100" lvl="4" marL="22860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5pPr>
            <a:lvl6pPr indent="-292100" lvl="5" marL="27432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6pPr>
            <a:lvl7pPr indent="-292100" lvl="6" marL="32004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7pPr>
            <a:lvl8pPr indent="-292100" lvl="7" marL="36576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8pPr>
            <a:lvl9pPr indent="-292100" lvl="8" marL="4114800">
              <a:spcBef>
                <a:spcPts val="0"/>
              </a:spcBef>
              <a:spcAft>
                <a:spcPts val="0"/>
              </a:spcAft>
              <a:buClr>
                <a:schemeClr val="lt1"/>
              </a:buClr>
              <a:buSzPts val="1000"/>
              <a:buFont typeface="Instrument Sans"/>
              <a:buChar char="■"/>
              <a:defRPr sz="1000">
                <a:solidFill>
                  <a:schemeClr val="lt1"/>
                </a:solidFill>
                <a:latin typeface="Instrument Sans"/>
                <a:ea typeface="Instrument Sans"/>
                <a:cs typeface="Instrument Sans"/>
                <a:sym typeface="Instrument Sans"/>
              </a:defRPr>
            </a:lvl9pPr>
          </a:lstStyle>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 id="2147483731" r:id="rId34"/>
    <p:sldLayoutId id="2147483732" r:id="rId35"/>
    <p:sldLayoutId id="2147483733" r:id="rId36"/>
    <p:sldLayoutId id="2147483734" r:id="rId37"/>
    <p:sldLayoutId id="2147483735" r:id="rId38"/>
    <p:sldLayoutId id="2147483736" r:id="rId39"/>
    <p:sldLayoutId id="2147483737" r:id="rId40"/>
    <p:sldLayoutId id="2147483738" r:id="rId41"/>
    <p:sldLayoutId id="2147483739" r:id="rId42"/>
    <p:sldLayoutId id="2147483740" r:id="rId43"/>
    <p:sldLayoutId id="2147483741" r:id="rId44"/>
    <p:sldLayoutId id="2147483742" r:id="rId45"/>
    <p:sldLayoutId id="2147483743" r:id="rId46"/>
    <p:sldLayoutId id="2147483744" r:id="rId47"/>
    <p:sldLayoutId id="2147483745" r:id="rId48"/>
    <p:sldLayoutId id="2147483746" r:id="rId4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1474">
          <p15:clr>
            <a:srgbClr val="E46962"/>
          </p15:clr>
        </p15:guide>
        <p15:guide id="2" pos="1548">
          <p15:clr>
            <a:srgbClr val="E46962"/>
          </p15:clr>
        </p15:guide>
        <p15:guide id="3" pos="2842">
          <p15:clr>
            <a:srgbClr val="E46962"/>
          </p15:clr>
        </p15:guide>
        <p15:guide id="4" pos="2916">
          <p15:clr>
            <a:srgbClr val="E46962"/>
          </p15:clr>
        </p15:guide>
        <p15:guide id="5" pos="4211">
          <p15:clr>
            <a:srgbClr val="E46962"/>
          </p15:clr>
        </p15:guide>
        <p15:guide id="6" pos="4285">
          <p15:clr>
            <a:srgbClr val="E46962"/>
          </p15:clr>
        </p15:guide>
        <p15:guide id="7" pos="1926">
          <p15:clr>
            <a:srgbClr val="E46962"/>
          </p15:clr>
        </p15:guide>
        <p15:guide id="8" pos="2007">
          <p15:clr>
            <a:srgbClr val="E46962"/>
          </p15:clr>
        </p15:guide>
        <p15:guide id="9" pos="3753">
          <p15:clr>
            <a:srgbClr val="E46962"/>
          </p15:clr>
        </p15:guide>
        <p15:guide id="10" pos="3833">
          <p15:clr>
            <a:srgbClr val="E46962"/>
          </p15:clr>
        </p15:guide>
        <p15:guide id="11" orient="horz" pos="299">
          <p15:clr>
            <a:srgbClr val="E46962"/>
          </p15:clr>
        </p15:guide>
        <p15:guide id="12" orient="horz" pos="907">
          <p15:clr>
            <a:srgbClr val="E46962"/>
          </p15:clr>
        </p15:guide>
        <p15:guide id="13" orient="horz" pos="981">
          <p15:clr>
            <a:srgbClr val="E46962"/>
          </p15:clr>
        </p15:guide>
        <p15:guide id="14" orient="horz" pos="1583">
          <p15:clr>
            <a:srgbClr val="E46962"/>
          </p15:clr>
        </p15:guide>
        <p15:guide id="15" orient="horz" pos="1657">
          <p15:clr>
            <a:srgbClr val="E46962"/>
          </p15:clr>
        </p15:guide>
        <p15:guide id="16" orient="horz" pos="2259">
          <p15:clr>
            <a:srgbClr val="E46962"/>
          </p15:clr>
        </p15:guide>
        <p15:guide id="17" orient="horz" pos="2333">
          <p15:clr>
            <a:srgbClr val="E46962"/>
          </p15:clr>
        </p15:guide>
        <p15:guide id="18" orient="horz" pos="2941">
          <p15:clr>
            <a:srgbClr val="E46962"/>
          </p15:clr>
        </p15:guide>
        <p15:guide id="19" pos="179">
          <p15:clr>
            <a:srgbClr val="E46962"/>
          </p15:clr>
        </p15:guide>
        <p15:guide id="20" orient="horz" pos="180">
          <p15:clr>
            <a:srgbClr val="E46962"/>
          </p15:clr>
        </p15:guide>
        <p15:guide id="21" orient="horz" pos="3061">
          <p15:clr>
            <a:srgbClr val="E46962"/>
          </p15:clr>
        </p15:guide>
        <p15:guide id="22" pos="5579">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1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 Id="rId3" Type="http://schemas.openxmlformats.org/officeDocument/2006/relationships/image" Target="../media/image40.png"/><Relationship Id="rId4" Type="http://schemas.openxmlformats.org/officeDocument/2006/relationships/image" Target="../media/image35.jpg"/><Relationship Id="rId9" Type="http://schemas.openxmlformats.org/officeDocument/2006/relationships/image" Target="../media/image19.png"/><Relationship Id="rId5" Type="http://schemas.openxmlformats.org/officeDocument/2006/relationships/image" Target="../media/image18.jpg"/><Relationship Id="rId6" Type="http://schemas.openxmlformats.org/officeDocument/2006/relationships/image" Target="../media/image39.jpg"/><Relationship Id="rId7" Type="http://schemas.openxmlformats.org/officeDocument/2006/relationships/image" Target="../media/image31.jpg"/><Relationship Id="rId8" Type="http://schemas.openxmlformats.org/officeDocument/2006/relationships/image" Target="../media/image3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xml"/><Relationship Id="rId3" Type="http://schemas.openxmlformats.org/officeDocument/2006/relationships/image" Target="../media/image35.jpg"/><Relationship Id="rId4" Type="http://schemas.openxmlformats.org/officeDocument/2006/relationships/image" Target="../media/image18.jpg"/><Relationship Id="rId5" Type="http://schemas.openxmlformats.org/officeDocument/2006/relationships/image" Target="../media/image39.jpg"/><Relationship Id="rId6" Type="http://schemas.openxmlformats.org/officeDocument/2006/relationships/image" Target="../media/image19.png"/><Relationship Id="rId7" Type="http://schemas.openxmlformats.org/officeDocument/2006/relationships/image" Target="../media/image31.jpg"/><Relationship Id="rId8" Type="http://schemas.openxmlformats.org/officeDocument/2006/relationships/image" Target="../media/image3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19.png"/><Relationship Id="rId4" Type="http://schemas.openxmlformats.org/officeDocument/2006/relationships/image" Target="../media/image2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6.xml"/><Relationship Id="rId3"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 Id="rId3" Type="http://schemas.openxmlformats.org/officeDocument/2006/relationships/image" Target="../media/image42.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4.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2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9.xml"/><Relationship Id="rId3"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11.xml"/><Relationship Id="rId3" Type="http://schemas.openxmlformats.org/officeDocument/2006/relationships/image" Target="../media/image22.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2.xml"/><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8.png"/><Relationship Id="rId5" Type="http://schemas.openxmlformats.org/officeDocument/2006/relationships/image" Target="../media/image24.png"/><Relationship Id="rId6" Type="http://schemas.openxmlformats.org/officeDocument/2006/relationships/image" Target="../media/image30.png"/><Relationship Id="rId7" Type="http://schemas.openxmlformats.org/officeDocument/2006/relationships/image" Target="../media/image3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16.xml"/><Relationship Id="rId3" Type="http://schemas.openxmlformats.org/officeDocument/2006/relationships/image" Target="../media/image29.jpg"/><Relationship Id="rId4" Type="http://schemas.openxmlformats.org/officeDocument/2006/relationships/image" Target="../media/image32.png"/><Relationship Id="rId5"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7.xml"/><Relationship Id="rId3" Type="http://schemas.openxmlformats.org/officeDocument/2006/relationships/image" Target="../media/image41.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hyperlink" Target="https://www.betterhelp.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03"/>
          <p:cNvSpPr txBox="1"/>
          <p:nvPr>
            <p:ph type="title"/>
          </p:nvPr>
        </p:nvSpPr>
        <p:spPr>
          <a:xfrm>
            <a:off x="228600" y="228600"/>
            <a:ext cx="6658800" cy="14190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None/>
            </a:pPr>
            <a:r>
              <a:rPr lang="en">
                <a:solidFill>
                  <a:schemeClr val="lt1"/>
                </a:solidFill>
              </a:rPr>
              <a:t>PeopleFirst</a:t>
            </a:r>
            <a:endParaRPr>
              <a:solidFill>
                <a:schemeClr val="lt1"/>
              </a:solidFill>
            </a:endParaRPr>
          </a:p>
        </p:txBody>
      </p:sp>
      <p:sp>
        <p:nvSpPr>
          <p:cNvPr id="933" name="Google Shape;933;p103"/>
          <p:cNvSpPr txBox="1"/>
          <p:nvPr>
            <p:ph idx="1" type="subTitle"/>
          </p:nvPr>
        </p:nvSpPr>
        <p:spPr>
          <a:xfrm>
            <a:off x="128400" y="1175275"/>
            <a:ext cx="4402800" cy="252000"/>
          </a:xfrm>
          <a:prstGeom prst="rect">
            <a:avLst/>
          </a:prstGeom>
          <a:effectLst>
            <a:outerShdw blurRad="57150" rotWithShape="0" algn="bl" dir="5400000" dist="19050">
              <a:srgbClr val="000000">
                <a:alpha val="50000"/>
              </a:srgbClr>
            </a:outerShdw>
          </a:effectLst>
        </p:spPr>
        <p:txBody>
          <a:bodyPr anchorCtr="0" anchor="t" bIns="0" lIns="0" spcFirstLastPara="1" rIns="0" wrap="square" tIns="0">
            <a:noAutofit/>
          </a:bodyPr>
          <a:lstStyle/>
          <a:p>
            <a:pPr indent="0" lvl="0" marL="0" rtl="0" algn="l">
              <a:lnSpc>
                <a:spcPct val="85000"/>
              </a:lnSpc>
              <a:spcBef>
                <a:spcPts val="0"/>
              </a:spcBef>
              <a:spcAft>
                <a:spcPts val="0"/>
              </a:spcAft>
              <a:buNone/>
            </a:pPr>
            <a:r>
              <a:rPr lang="en">
                <a:solidFill>
                  <a:schemeClr val="lt1"/>
                </a:solidFill>
                <a:latin typeface="Urbanist Medium"/>
                <a:ea typeface="Urbanist Medium"/>
                <a:cs typeface="Urbanist Medium"/>
                <a:sym typeface="Urbanist Medium"/>
              </a:rPr>
              <a:t>Student Mental Health</a:t>
            </a:r>
            <a:endParaRPr>
              <a:solidFill>
                <a:schemeClr val="lt1"/>
              </a:solidFill>
              <a:latin typeface="Urbanist Medium"/>
              <a:ea typeface="Urbanist Medium"/>
              <a:cs typeface="Urbanist Medium"/>
              <a:sym typeface="Urbanist Medium"/>
            </a:endParaRPr>
          </a:p>
        </p:txBody>
      </p:sp>
      <p:pic>
        <p:nvPicPr>
          <p:cNvPr id="934" name="Google Shape;934;p103"/>
          <p:cNvPicPr preferRelativeResize="0"/>
          <p:nvPr/>
        </p:nvPicPr>
        <p:blipFill>
          <a:blip r:embed="rId3">
            <a:alphaModFix/>
          </a:blip>
          <a:stretch>
            <a:fillRect/>
          </a:stretch>
        </p:blipFill>
        <p:spPr>
          <a:xfrm>
            <a:off x="5401970" y="228600"/>
            <a:ext cx="2738376" cy="4111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8" name="Shape 938"/>
        <p:cNvGrpSpPr/>
        <p:nvPr/>
      </p:nvGrpSpPr>
      <p:grpSpPr>
        <a:xfrm>
          <a:off x="0" y="0"/>
          <a:ext cx="0" cy="0"/>
          <a:chOff x="0" y="0"/>
          <a:chExt cx="0" cy="0"/>
        </a:xfrm>
      </p:grpSpPr>
      <p:sp>
        <p:nvSpPr>
          <p:cNvPr id="939" name="Google Shape;939;p104"/>
          <p:cNvSpPr/>
          <p:nvPr/>
        </p:nvSpPr>
        <p:spPr>
          <a:xfrm>
            <a:off x="2873000" y="228575"/>
            <a:ext cx="2915400" cy="605700"/>
          </a:xfrm>
          <a:prstGeom prst="roundRect">
            <a:avLst>
              <a:gd fmla="val 1699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40" name="Google Shape;940;p104"/>
          <p:cNvSpPr/>
          <p:nvPr/>
        </p:nvSpPr>
        <p:spPr>
          <a:xfrm>
            <a:off x="2872975" y="1588163"/>
            <a:ext cx="2915400" cy="605700"/>
          </a:xfrm>
          <a:prstGeom prst="roundRect">
            <a:avLst>
              <a:gd fmla="val 1699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41" name="Google Shape;941;p104"/>
          <p:cNvSpPr/>
          <p:nvPr/>
        </p:nvSpPr>
        <p:spPr>
          <a:xfrm>
            <a:off x="2872836" y="948600"/>
            <a:ext cx="2915100" cy="605700"/>
          </a:xfrm>
          <a:prstGeom prst="roundRect">
            <a:avLst>
              <a:gd fmla="val 1699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42" name="Google Shape;942;p104"/>
          <p:cNvSpPr/>
          <p:nvPr/>
        </p:nvSpPr>
        <p:spPr>
          <a:xfrm>
            <a:off x="2873000" y="2227750"/>
            <a:ext cx="2915400" cy="605700"/>
          </a:xfrm>
          <a:prstGeom prst="roundRect">
            <a:avLst>
              <a:gd fmla="val 1699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43" name="Google Shape;943;p104"/>
          <p:cNvSpPr/>
          <p:nvPr/>
        </p:nvSpPr>
        <p:spPr>
          <a:xfrm>
            <a:off x="2873000" y="2922650"/>
            <a:ext cx="2915400" cy="605700"/>
          </a:xfrm>
          <a:prstGeom prst="roundRect">
            <a:avLst>
              <a:gd fmla="val 1699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44" name="Google Shape;944;p104"/>
          <p:cNvSpPr/>
          <p:nvPr/>
        </p:nvSpPr>
        <p:spPr>
          <a:xfrm>
            <a:off x="2873000" y="3617550"/>
            <a:ext cx="2915400" cy="605700"/>
          </a:xfrm>
          <a:prstGeom prst="roundRect">
            <a:avLst>
              <a:gd fmla="val 1699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45" name="Google Shape;945;p104"/>
          <p:cNvSpPr txBox="1"/>
          <p:nvPr>
            <p:ph type="title"/>
          </p:nvPr>
        </p:nvSpPr>
        <p:spPr>
          <a:xfrm>
            <a:off x="228600" y="228600"/>
            <a:ext cx="2484000" cy="537300"/>
          </a:xfrm>
          <a:prstGeom prst="rect">
            <a:avLst/>
          </a:prstGeom>
        </p:spPr>
        <p:txBody>
          <a:bodyPr anchorCtr="0" anchor="t" bIns="91425" lIns="0" spcFirstLastPara="1" rIns="91425" wrap="square" tIns="0">
            <a:spAutoFit/>
          </a:bodyPr>
          <a:lstStyle/>
          <a:p>
            <a:pPr indent="0" lvl="0" marL="0" rtl="0" algn="l">
              <a:spcBef>
                <a:spcPts val="0"/>
              </a:spcBef>
              <a:spcAft>
                <a:spcPts val="0"/>
              </a:spcAft>
              <a:buNone/>
            </a:pPr>
            <a:r>
              <a:rPr lang="en"/>
              <a:t>Content</a:t>
            </a:r>
            <a:endParaRPr/>
          </a:p>
        </p:txBody>
      </p:sp>
      <p:sp>
        <p:nvSpPr>
          <p:cNvPr id="946" name="Google Shape;946;p104"/>
          <p:cNvSpPr txBox="1"/>
          <p:nvPr>
            <p:ph idx="4" type="subTitle"/>
          </p:nvPr>
        </p:nvSpPr>
        <p:spPr>
          <a:xfrm>
            <a:off x="2993400" y="352950"/>
            <a:ext cx="3225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1</a:t>
            </a:r>
            <a:endParaRPr/>
          </a:p>
        </p:txBody>
      </p:sp>
      <p:sp>
        <p:nvSpPr>
          <p:cNvPr id="947" name="Google Shape;947;p104"/>
          <p:cNvSpPr txBox="1"/>
          <p:nvPr>
            <p:ph idx="5" type="subTitle"/>
          </p:nvPr>
        </p:nvSpPr>
        <p:spPr>
          <a:xfrm>
            <a:off x="2958212" y="1745875"/>
            <a:ext cx="2187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3</a:t>
            </a:r>
            <a:endParaRPr/>
          </a:p>
        </p:txBody>
      </p:sp>
      <p:sp>
        <p:nvSpPr>
          <p:cNvPr id="948" name="Google Shape;948;p104"/>
          <p:cNvSpPr txBox="1"/>
          <p:nvPr>
            <p:ph idx="6" type="subTitle"/>
          </p:nvPr>
        </p:nvSpPr>
        <p:spPr>
          <a:xfrm>
            <a:off x="2958070" y="1105450"/>
            <a:ext cx="2190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2</a:t>
            </a:r>
            <a:endParaRPr/>
          </a:p>
        </p:txBody>
      </p:sp>
      <p:sp>
        <p:nvSpPr>
          <p:cNvPr id="949" name="Google Shape;949;p104"/>
          <p:cNvSpPr txBox="1"/>
          <p:nvPr>
            <p:ph idx="7" type="subTitle"/>
          </p:nvPr>
        </p:nvSpPr>
        <p:spPr>
          <a:xfrm>
            <a:off x="2958235" y="2388106"/>
            <a:ext cx="2187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4</a:t>
            </a:r>
            <a:endParaRPr/>
          </a:p>
        </p:txBody>
      </p:sp>
      <p:sp>
        <p:nvSpPr>
          <p:cNvPr id="950" name="Google Shape;950;p104"/>
          <p:cNvSpPr txBox="1"/>
          <p:nvPr>
            <p:ph idx="8" type="subTitle"/>
          </p:nvPr>
        </p:nvSpPr>
        <p:spPr>
          <a:xfrm>
            <a:off x="2958237" y="3079506"/>
            <a:ext cx="2187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5</a:t>
            </a:r>
            <a:endParaRPr/>
          </a:p>
        </p:txBody>
      </p:sp>
      <p:sp>
        <p:nvSpPr>
          <p:cNvPr id="951" name="Google Shape;951;p104"/>
          <p:cNvSpPr txBox="1"/>
          <p:nvPr>
            <p:ph idx="9" type="subTitle"/>
          </p:nvPr>
        </p:nvSpPr>
        <p:spPr>
          <a:xfrm>
            <a:off x="2958235" y="3770956"/>
            <a:ext cx="2187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6</a:t>
            </a:r>
            <a:endParaRPr/>
          </a:p>
        </p:txBody>
      </p:sp>
      <p:sp>
        <p:nvSpPr>
          <p:cNvPr id="952" name="Google Shape;952;p104"/>
          <p:cNvSpPr txBox="1"/>
          <p:nvPr>
            <p:ph idx="13" type="subTitle"/>
          </p:nvPr>
        </p:nvSpPr>
        <p:spPr>
          <a:xfrm>
            <a:off x="3203125" y="352950"/>
            <a:ext cx="1415700" cy="2886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
              <a:t>Meet the Team</a:t>
            </a:r>
            <a:endParaRPr/>
          </a:p>
        </p:txBody>
      </p:sp>
      <p:sp>
        <p:nvSpPr>
          <p:cNvPr id="953" name="Google Shape;953;p104"/>
          <p:cNvSpPr txBox="1"/>
          <p:nvPr>
            <p:ph idx="14" type="subTitle"/>
          </p:nvPr>
        </p:nvSpPr>
        <p:spPr>
          <a:xfrm>
            <a:off x="3203103" y="1745888"/>
            <a:ext cx="1054200" cy="288600"/>
          </a:xfrm>
          <a:prstGeom prst="rect">
            <a:avLst/>
          </a:prstGeom>
        </p:spPr>
        <p:txBody>
          <a:bodyPr anchorCtr="0" anchor="ctr" bIns="0" lIns="0" spcFirstLastPara="1" rIns="0" wrap="square" tIns="0">
            <a:noAutofit/>
          </a:bodyPr>
          <a:lstStyle/>
          <a:p>
            <a:pPr indent="0" lvl="0" marL="0" rtl="0" algn="l">
              <a:spcBef>
                <a:spcPts val="0"/>
              </a:spcBef>
              <a:spcAft>
                <a:spcPts val="0"/>
              </a:spcAft>
              <a:buClr>
                <a:schemeClr val="dk1"/>
              </a:buClr>
              <a:buSzPts val="1100"/>
              <a:buNone/>
            </a:pPr>
            <a:r>
              <a:rPr lang="en"/>
              <a:t>Our Pitch</a:t>
            </a:r>
            <a:endParaRPr/>
          </a:p>
        </p:txBody>
      </p:sp>
      <p:sp>
        <p:nvSpPr>
          <p:cNvPr id="954" name="Google Shape;954;p104"/>
          <p:cNvSpPr txBox="1"/>
          <p:nvPr>
            <p:ph idx="15" type="subTitle"/>
          </p:nvPr>
        </p:nvSpPr>
        <p:spPr>
          <a:xfrm>
            <a:off x="3204485" y="1107150"/>
            <a:ext cx="1313700" cy="288600"/>
          </a:xfrm>
          <a:prstGeom prst="rect">
            <a:avLst/>
          </a:prstGeom>
        </p:spPr>
        <p:txBody>
          <a:bodyPr anchorCtr="0" anchor="ctr" bIns="0" lIns="0" spcFirstLastPara="1" rIns="0" wrap="square" tIns="0">
            <a:noAutofit/>
          </a:bodyPr>
          <a:lstStyle/>
          <a:p>
            <a:pPr indent="0" lvl="0" marL="0" rtl="0" algn="l">
              <a:spcBef>
                <a:spcPts val="0"/>
              </a:spcBef>
              <a:spcAft>
                <a:spcPts val="0"/>
              </a:spcAft>
              <a:buClr>
                <a:schemeClr val="dk1"/>
              </a:buClr>
              <a:buSzPts val="1100"/>
              <a:buNone/>
            </a:pPr>
            <a:r>
              <a:rPr lang="en"/>
              <a:t>The Problem</a:t>
            </a:r>
            <a:endParaRPr/>
          </a:p>
        </p:txBody>
      </p:sp>
      <p:sp>
        <p:nvSpPr>
          <p:cNvPr id="955" name="Google Shape;955;p104"/>
          <p:cNvSpPr txBox="1"/>
          <p:nvPr>
            <p:ph idx="16" type="subTitle"/>
          </p:nvPr>
        </p:nvSpPr>
        <p:spPr>
          <a:xfrm>
            <a:off x="3204649" y="2387125"/>
            <a:ext cx="1258500" cy="288600"/>
          </a:xfrm>
          <a:prstGeom prst="rect">
            <a:avLst/>
          </a:prstGeom>
        </p:spPr>
        <p:txBody>
          <a:bodyPr anchorCtr="0" anchor="ctr" bIns="0" lIns="0" spcFirstLastPara="1" rIns="0" wrap="square" tIns="0">
            <a:noAutofit/>
          </a:bodyPr>
          <a:lstStyle/>
          <a:p>
            <a:pPr indent="0" lvl="0" marL="0" rtl="0" algn="l">
              <a:spcBef>
                <a:spcPts val="0"/>
              </a:spcBef>
              <a:spcAft>
                <a:spcPts val="0"/>
              </a:spcAft>
              <a:buClr>
                <a:schemeClr val="dk1"/>
              </a:buClr>
              <a:buSzPts val="1100"/>
              <a:buNone/>
            </a:pPr>
            <a:r>
              <a:rPr lang="en"/>
              <a:t>The Solution</a:t>
            </a:r>
            <a:endParaRPr/>
          </a:p>
        </p:txBody>
      </p:sp>
      <p:sp>
        <p:nvSpPr>
          <p:cNvPr id="956" name="Google Shape;956;p104"/>
          <p:cNvSpPr txBox="1"/>
          <p:nvPr>
            <p:ph idx="17" type="subTitle"/>
          </p:nvPr>
        </p:nvSpPr>
        <p:spPr>
          <a:xfrm>
            <a:off x="3203126" y="3081188"/>
            <a:ext cx="1850100" cy="288600"/>
          </a:xfrm>
          <a:prstGeom prst="rect">
            <a:avLst/>
          </a:prstGeom>
        </p:spPr>
        <p:txBody>
          <a:bodyPr anchorCtr="0" anchor="ctr" bIns="0" lIns="0" spcFirstLastPara="1" rIns="0" wrap="square" tIns="0">
            <a:noAutofit/>
          </a:bodyPr>
          <a:lstStyle/>
          <a:p>
            <a:pPr indent="0" lvl="0" marL="0" rtl="0" algn="l">
              <a:spcBef>
                <a:spcPts val="0"/>
              </a:spcBef>
              <a:spcAft>
                <a:spcPts val="0"/>
              </a:spcAft>
              <a:buClr>
                <a:schemeClr val="dk1"/>
              </a:buClr>
              <a:buSzPts val="1100"/>
              <a:buNone/>
            </a:pPr>
            <a:r>
              <a:rPr lang="en"/>
              <a:t>Product Capabilities</a:t>
            </a:r>
            <a:endParaRPr/>
          </a:p>
        </p:txBody>
      </p:sp>
      <p:sp>
        <p:nvSpPr>
          <p:cNvPr id="957" name="Google Shape;957;p104"/>
          <p:cNvSpPr txBox="1"/>
          <p:nvPr>
            <p:ph idx="18" type="subTitle"/>
          </p:nvPr>
        </p:nvSpPr>
        <p:spPr>
          <a:xfrm>
            <a:off x="3198060" y="3775281"/>
            <a:ext cx="2217000" cy="288600"/>
          </a:xfrm>
          <a:prstGeom prst="rect">
            <a:avLst/>
          </a:prstGeom>
        </p:spPr>
        <p:txBody>
          <a:bodyPr anchorCtr="0" anchor="ctr" bIns="0" lIns="0" spcFirstLastPara="1" rIns="0" wrap="square" tIns="0">
            <a:noAutofit/>
          </a:bodyPr>
          <a:lstStyle/>
          <a:p>
            <a:pPr indent="0" lvl="0" marL="0" rtl="0" algn="l">
              <a:spcBef>
                <a:spcPts val="0"/>
              </a:spcBef>
              <a:spcAft>
                <a:spcPts val="0"/>
              </a:spcAft>
              <a:buClr>
                <a:schemeClr val="dk1"/>
              </a:buClr>
              <a:buSzPts val="1100"/>
              <a:buNone/>
            </a:pPr>
            <a:r>
              <a:rPr lang="en"/>
              <a:t>Our Competition</a:t>
            </a:r>
            <a:endParaRPr/>
          </a:p>
        </p:txBody>
      </p:sp>
      <p:pic>
        <p:nvPicPr>
          <p:cNvPr id="958" name="Google Shape;958;p104"/>
          <p:cNvPicPr preferRelativeResize="0"/>
          <p:nvPr/>
        </p:nvPicPr>
        <p:blipFill>
          <a:blip r:embed="rId3">
            <a:alphaModFix/>
          </a:blip>
          <a:stretch>
            <a:fillRect/>
          </a:stretch>
        </p:blipFill>
        <p:spPr>
          <a:xfrm>
            <a:off x="277511" y="834301"/>
            <a:ext cx="2484052" cy="3729399"/>
          </a:xfrm>
          <a:prstGeom prst="rect">
            <a:avLst/>
          </a:prstGeom>
          <a:noFill/>
          <a:ln>
            <a:noFill/>
          </a:ln>
        </p:spPr>
      </p:pic>
      <p:sp>
        <p:nvSpPr>
          <p:cNvPr id="959" name="Google Shape;959;p104"/>
          <p:cNvSpPr txBox="1"/>
          <p:nvPr>
            <p:ph idx="4" type="subTitle"/>
          </p:nvPr>
        </p:nvSpPr>
        <p:spPr>
          <a:xfrm>
            <a:off x="5376800" y="352950"/>
            <a:ext cx="4116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3-4</a:t>
            </a:r>
            <a:endParaRPr sz="1000"/>
          </a:p>
        </p:txBody>
      </p:sp>
      <p:sp>
        <p:nvSpPr>
          <p:cNvPr id="960" name="Google Shape;960;p104"/>
          <p:cNvSpPr txBox="1"/>
          <p:nvPr>
            <p:ph idx="4" type="subTitle"/>
          </p:nvPr>
        </p:nvSpPr>
        <p:spPr>
          <a:xfrm>
            <a:off x="5436231" y="1746725"/>
            <a:ext cx="3522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7</a:t>
            </a:r>
            <a:endParaRPr sz="1000"/>
          </a:p>
        </p:txBody>
      </p:sp>
      <p:sp>
        <p:nvSpPr>
          <p:cNvPr id="961" name="Google Shape;961;p104"/>
          <p:cNvSpPr txBox="1"/>
          <p:nvPr>
            <p:ph idx="4" type="subTitle"/>
          </p:nvPr>
        </p:nvSpPr>
        <p:spPr>
          <a:xfrm>
            <a:off x="5316362" y="1115525"/>
            <a:ext cx="4719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5-6</a:t>
            </a:r>
            <a:endParaRPr sz="1000"/>
          </a:p>
        </p:txBody>
      </p:sp>
      <p:sp>
        <p:nvSpPr>
          <p:cNvPr id="962" name="Google Shape;962;p104"/>
          <p:cNvSpPr txBox="1"/>
          <p:nvPr>
            <p:ph idx="4" type="subTitle"/>
          </p:nvPr>
        </p:nvSpPr>
        <p:spPr>
          <a:xfrm>
            <a:off x="5269402" y="2386300"/>
            <a:ext cx="5190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8-9</a:t>
            </a:r>
            <a:endParaRPr sz="1000"/>
          </a:p>
        </p:txBody>
      </p:sp>
      <p:sp>
        <p:nvSpPr>
          <p:cNvPr id="963" name="Google Shape;963;p104"/>
          <p:cNvSpPr txBox="1"/>
          <p:nvPr>
            <p:ph idx="4" type="subTitle"/>
          </p:nvPr>
        </p:nvSpPr>
        <p:spPr>
          <a:xfrm>
            <a:off x="5316548" y="3081200"/>
            <a:ext cx="4719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10</a:t>
            </a:r>
            <a:endParaRPr sz="1000"/>
          </a:p>
        </p:txBody>
      </p:sp>
      <p:sp>
        <p:nvSpPr>
          <p:cNvPr id="964" name="Google Shape;964;p104"/>
          <p:cNvSpPr txBox="1"/>
          <p:nvPr>
            <p:ph idx="4" type="subTitle"/>
          </p:nvPr>
        </p:nvSpPr>
        <p:spPr>
          <a:xfrm>
            <a:off x="5436196" y="3776113"/>
            <a:ext cx="3522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11</a:t>
            </a:r>
            <a:endParaRPr sz="1000"/>
          </a:p>
        </p:txBody>
      </p:sp>
      <p:sp>
        <p:nvSpPr>
          <p:cNvPr id="965" name="Google Shape;965;p104"/>
          <p:cNvSpPr/>
          <p:nvPr/>
        </p:nvSpPr>
        <p:spPr>
          <a:xfrm>
            <a:off x="5899525" y="228600"/>
            <a:ext cx="2915400" cy="605700"/>
          </a:xfrm>
          <a:prstGeom prst="roundRect">
            <a:avLst>
              <a:gd fmla="val 1699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66" name="Google Shape;966;p104"/>
          <p:cNvSpPr/>
          <p:nvPr/>
        </p:nvSpPr>
        <p:spPr>
          <a:xfrm>
            <a:off x="5899525" y="872225"/>
            <a:ext cx="2915400" cy="605700"/>
          </a:xfrm>
          <a:prstGeom prst="roundRect">
            <a:avLst>
              <a:gd fmla="val 1699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67" name="Google Shape;967;p104"/>
          <p:cNvSpPr/>
          <p:nvPr/>
        </p:nvSpPr>
        <p:spPr>
          <a:xfrm>
            <a:off x="5899775" y="1592538"/>
            <a:ext cx="2915400" cy="605700"/>
          </a:xfrm>
          <a:prstGeom prst="roundRect">
            <a:avLst>
              <a:gd fmla="val 1699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68" name="Google Shape;968;p104"/>
          <p:cNvSpPr/>
          <p:nvPr/>
        </p:nvSpPr>
        <p:spPr>
          <a:xfrm>
            <a:off x="5899500" y="2396150"/>
            <a:ext cx="2915400" cy="605700"/>
          </a:xfrm>
          <a:prstGeom prst="roundRect">
            <a:avLst>
              <a:gd fmla="val 1699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69" name="Google Shape;969;p104"/>
          <p:cNvSpPr txBox="1"/>
          <p:nvPr>
            <p:ph idx="4" type="subTitle"/>
          </p:nvPr>
        </p:nvSpPr>
        <p:spPr>
          <a:xfrm>
            <a:off x="6019925" y="352975"/>
            <a:ext cx="3225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a:t>
            </a:r>
            <a:endParaRPr/>
          </a:p>
        </p:txBody>
      </p:sp>
      <p:sp>
        <p:nvSpPr>
          <p:cNvPr id="970" name="Google Shape;970;p104"/>
          <p:cNvSpPr txBox="1"/>
          <p:nvPr>
            <p:ph idx="5" type="subTitle"/>
          </p:nvPr>
        </p:nvSpPr>
        <p:spPr>
          <a:xfrm>
            <a:off x="5984762" y="1029938"/>
            <a:ext cx="2187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8</a:t>
            </a:r>
            <a:endParaRPr/>
          </a:p>
        </p:txBody>
      </p:sp>
      <p:sp>
        <p:nvSpPr>
          <p:cNvPr id="971" name="Google Shape;971;p104"/>
          <p:cNvSpPr txBox="1"/>
          <p:nvPr>
            <p:ph idx="7" type="subTitle"/>
          </p:nvPr>
        </p:nvSpPr>
        <p:spPr>
          <a:xfrm>
            <a:off x="5984700" y="1744325"/>
            <a:ext cx="5190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9</a:t>
            </a:r>
            <a:endParaRPr/>
          </a:p>
        </p:txBody>
      </p:sp>
      <p:sp>
        <p:nvSpPr>
          <p:cNvPr id="972" name="Google Shape;972;p104"/>
          <p:cNvSpPr txBox="1"/>
          <p:nvPr>
            <p:ph idx="8" type="subTitle"/>
          </p:nvPr>
        </p:nvSpPr>
        <p:spPr>
          <a:xfrm>
            <a:off x="5984715" y="2553000"/>
            <a:ext cx="4116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10</a:t>
            </a:r>
            <a:endParaRPr/>
          </a:p>
        </p:txBody>
      </p:sp>
      <p:sp>
        <p:nvSpPr>
          <p:cNvPr id="973" name="Google Shape;973;p104"/>
          <p:cNvSpPr txBox="1"/>
          <p:nvPr>
            <p:ph idx="13" type="subTitle"/>
          </p:nvPr>
        </p:nvSpPr>
        <p:spPr>
          <a:xfrm>
            <a:off x="6229650" y="352975"/>
            <a:ext cx="1415700" cy="2886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rPr lang="en"/>
              <a:t>Risks</a:t>
            </a:r>
            <a:endParaRPr/>
          </a:p>
        </p:txBody>
      </p:sp>
      <p:sp>
        <p:nvSpPr>
          <p:cNvPr id="974" name="Google Shape;974;p104"/>
          <p:cNvSpPr txBox="1"/>
          <p:nvPr>
            <p:ph idx="14" type="subTitle"/>
          </p:nvPr>
        </p:nvSpPr>
        <p:spPr>
          <a:xfrm>
            <a:off x="6229649" y="1029950"/>
            <a:ext cx="1313700" cy="288600"/>
          </a:xfrm>
          <a:prstGeom prst="rect">
            <a:avLst/>
          </a:prstGeom>
        </p:spPr>
        <p:txBody>
          <a:bodyPr anchorCtr="0" anchor="ctr" bIns="0" lIns="0" spcFirstLastPara="1" rIns="0" wrap="square" tIns="0">
            <a:noAutofit/>
          </a:bodyPr>
          <a:lstStyle/>
          <a:p>
            <a:pPr indent="0" lvl="0" marL="0" rtl="0" algn="l">
              <a:spcBef>
                <a:spcPts val="0"/>
              </a:spcBef>
              <a:spcAft>
                <a:spcPts val="0"/>
              </a:spcAft>
              <a:buClr>
                <a:schemeClr val="dk1"/>
              </a:buClr>
              <a:buSzPts val="1100"/>
              <a:buNone/>
            </a:pPr>
            <a:r>
              <a:rPr lang="en"/>
              <a:t>Monetization</a:t>
            </a:r>
            <a:endParaRPr/>
          </a:p>
        </p:txBody>
      </p:sp>
      <p:sp>
        <p:nvSpPr>
          <p:cNvPr id="975" name="Google Shape;975;p104"/>
          <p:cNvSpPr txBox="1"/>
          <p:nvPr>
            <p:ph idx="16" type="subTitle"/>
          </p:nvPr>
        </p:nvSpPr>
        <p:spPr>
          <a:xfrm>
            <a:off x="6399250" y="1680300"/>
            <a:ext cx="2034900" cy="447300"/>
          </a:xfrm>
          <a:prstGeom prst="rect">
            <a:avLst/>
          </a:prstGeom>
        </p:spPr>
        <p:txBody>
          <a:bodyPr anchorCtr="0" anchor="ctr" bIns="0" lIns="0" spcFirstLastPara="1" rIns="0" wrap="square" tIns="0">
            <a:noAutofit/>
          </a:bodyPr>
          <a:lstStyle/>
          <a:p>
            <a:pPr indent="0" lvl="0" marL="0" rtl="0" algn="l">
              <a:spcBef>
                <a:spcPts val="0"/>
              </a:spcBef>
              <a:spcAft>
                <a:spcPts val="0"/>
              </a:spcAft>
              <a:buClr>
                <a:schemeClr val="dk1"/>
              </a:buClr>
              <a:buSzPts val="1100"/>
              <a:buNone/>
            </a:pPr>
            <a:r>
              <a:rPr lang="en"/>
              <a:t>Changes</a:t>
            </a:r>
            <a:endParaRPr/>
          </a:p>
        </p:txBody>
      </p:sp>
      <p:sp>
        <p:nvSpPr>
          <p:cNvPr id="976" name="Google Shape;976;p104"/>
          <p:cNvSpPr txBox="1"/>
          <p:nvPr>
            <p:ph idx="17" type="subTitle"/>
          </p:nvPr>
        </p:nvSpPr>
        <p:spPr>
          <a:xfrm>
            <a:off x="6284676" y="2554688"/>
            <a:ext cx="1850100" cy="288600"/>
          </a:xfrm>
          <a:prstGeom prst="rect">
            <a:avLst/>
          </a:prstGeom>
        </p:spPr>
        <p:txBody>
          <a:bodyPr anchorCtr="0" anchor="ctr" bIns="0" lIns="0" spcFirstLastPara="1" rIns="0" wrap="square" tIns="0">
            <a:noAutofit/>
          </a:bodyPr>
          <a:lstStyle/>
          <a:p>
            <a:pPr indent="0" lvl="0" marL="0" rtl="0" algn="l">
              <a:spcBef>
                <a:spcPts val="0"/>
              </a:spcBef>
              <a:spcAft>
                <a:spcPts val="0"/>
              </a:spcAft>
              <a:buClr>
                <a:schemeClr val="dk1"/>
              </a:buClr>
              <a:buSzPts val="1100"/>
              <a:buNone/>
            </a:pPr>
            <a:r>
              <a:rPr lang="en"/>
              <a:t>Tech Stack</a:t>
            </a:r>
            <a:endParaRPr/>
          </a:p>
        </p:txBody>
      </p:sp>
      <p:sp>
        <p:nvSpPr>
          <p:cNvPr id="977" name="Google Shape;977;p104"/>
          <p:cNvSpPr txBox="1"/>
          <p:nvPr>
            <p:ph idx="4" type="subTitle"/>
          </p:nvPr>
        </p:nvSpPr>
        <p:spPr>
          <a:xfrm>
            <a:off x="8343025" y="352975"/>
            <a:ext cx="4719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12-14</a:t>
            </a:r>
            <a:endParaRPr sz="1000"/>
          </a:p>
        </p:txBody>
      </p:sp>
      <p:sp>
        <p:nvSpPr>
          <p:cNvPr id="978" name="Google Shape;978;p104"/>
          <p:cNvSpPr txBox="1"/>
          <p:nvPr>
            <p:ph idx="4" type="subTitle"/>
          </p:nvPr>
        </p:nvSpPr>
        <p:spPr>
          <a:xfrm>
            <a:off x="8343075" y="1030800"/>
            <a:ext cx="4719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15</a:t>
            </a:r>
            <a:endParaRPr sz="1000"/>
          </a:p>
        </p:txBody>
      </p:sp>
      <p:sp>
        <p:nvSpPr>
          <p:cNvPr id="979" name="Google Shape;979;p104"/>
          <p:cNvSpPr txBox="1"/>
          <p:nvPr>
            <p:ph idx="4" type="subTitle"/>
          </p:nvPr>
        </p:nvSpPr>
        <p:spPr>
          <a:xfrm>
            <a:off x="8295877" y="1742525"/>
            <a:ext cx="5190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16</a:t>
            </a:r>
            <a:endParaRPr sz="1000"/>
          </a:p>
        </p:txBody>
      </p:sp>
      <p:sp>
        <p:nvSpPr>
          <p:cNvPr id="980" name="Google Shape;980;p104"/>
          <p:cNvSpPr txBox="1"/>
          <p:nvPr>
            <p:ph idx="4" type="subTitle"/>
          </p:nvPr>
        </p:nvSpPr>
        <p:spPr>
          <a:xfrm>
            <a:off x="8343048" y="2554700"/>
            <a:ext cx="471900" cy="288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000"/>
              <a:t>17</a:t>
            </a:r>
            <a:endParaRPr sz="1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4" name="Shape 984"/>
        <p:cNvGrpSpPr/>
        <p:nvPr/>
      </p:nvGrpSpPr>
      <p:grpSpPr>
        <a:xfrm>
          <a:off x="0" y="0"/>
          <a:ext cx="0" cy="0"/>
          <a:chOff x="0" y="0"/>
          <a:chExt cx="0" cy="0"/>
        </a:xfrm>
      </p:grpSpPr>
      <p:pic>
        <p:nvPicPr>
          <p:cNvPr descr="Image of beautiful young Asian woman in the morning (Provided by Getty Images)" id="985" name="Google Shape;985;p105"/>
          <p:cNvPicPr preferRelativeResize="0"/>
          <p:nvPr/>
        </p:nvPicPr>
        <p:blipFill rotWithShape="1">
          <a:blip r:embed="rId3">
            <a:alphaModFix/>
          </a:blip>
          <a:srcRect b="616" l="22581" r="12383" t="0"/>
          <a:stretch/>
        </p:blipFill>
        <p:spPr>
          <a:xfrm>
            <a:off x="4617375" y="228600"/>
            <a:ext cx="1316400" cy="1357500"/>
          </a:xfrm>
          <a:prstGeom prst="roundRect">
            <a:avLst>
              <a:gd fmla="val 17078" name="adj"/>
            </a:avLst>
          </a:prstGeom>
          <a:noFill/>
          <a:ln>
            <a:noFill/>
          </a:ln>
        </p:spPr>
      </p:pic>
      <p:sp>
        <p:nvSpPr>
          <p:cNvPr id="986" name="Google Shape;986;p105"/>
          <p:cNvSpPr txBox="1"/>
          <p:nvPr>
            <p:ph type="title"/>
          </p:nvPr>
        </p:nvSpPr>
        <p:spPr>
          <a:xfrm>
            <a:off x="228600" y="234750"/>
            <a:ext cx="3904500" cy="981900"/>
          </a:xfrm>
          <a:prstGeom prst="rect">
            <a:avLst/>
          </a:prstGeom>
        </p:spPr>
        <p:txBody>
          <a:bodyPr anchorCtr="0" anchor="t" bIns="91425" lIns="0" spcFirstLastPara="1" rIns="91425" wrap="square" tIns="0">
            <a:spAutoFit/>
          </a:bodyPr>
          <a:lstStyle/>
          <a:p>
            <a:pPr indent="0" lvl="0" marL="0" rtl="0" algn="l">
              <a:spcBef>
                <a:spcPts val="0"/>
              </a:spcBef>
              <a:spcAft>
                <a:spcPts val="0"/>
              </a:spcAft>
              <a:buNone/>
            </a:pPr>
            <a:r>
              <a:rPr lang="en"/>
              <a:t>Meet</a:t>
            </a:r>
            <a:br>
              <a:rPr lang="en"/>
            </a:br>
            <a:r>
              <a:rPr lang="en"/>
              <a:t>the team</a:t>
            </a:r>
            <a:endParaRPr/>
          </a:p>
        </p:txBody>
      </p:sp>
      <p:sp>
        <p:nvSpPr>
          <p:cNvPr id="987" name="Google Shape;987;p105"/>
          <p:cNvSpPr txBox="1"/>
          <p:nvPr>
            <p:ph idx="6" type="subTitle"/>
          </p:nvPr>
        </p:nvSpPr>
        <p:spPr>
          <a:xfrm>
            <a:off x="4619000" y="1880160"/>
            <a:ext cx="1370400" cy="1719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lang="en"/>
              <a:t>Team Member</a:t>
            </a:r>
            <a:endParaRPr/>
          </a:p>
          <a:p>
            <a:pPr indent="0" lvl="0" marL="0" rtl="0" algn="l">
              <a:spcBef>
                <a:spcPts val="0"/>
              </a:spcBef>
              <a:spcAft>
                <a:spcPts val="0"/>
              </a:spcAft>
              <a:buNone/>
            </a:pPr>
            <a:r>
              <a:t/>
            </a:r>
            <a:endParaRPr/>
          </a:p>
        </p:txBody>
      </p:sp>
      <p:sp>
        <p:nvSpPr>
          <p:cNvPr id="988" name="Google Shape;988;p105"/>
          <p:cNvSpPr txBox="1"/>
          <p:nvPr>
            <p:ph idx="8" type="subTitle"/>
          </p:nvPr>
        </p:nvSpPr>
        <p:spPr>
          <a:xfrm>
            <a:off x="6080750" y="1702321"/>
            <a:ext cx="1370400" cy="171900"/>
          </a:xfrm>
          <a:prstGeom prst="rect">
            <a:avLst/>
          </a:prstGeom>
        </p:spPr>
        <p:txBody>
          <a:bodyPr anchorCtr="0" anchor="b" bIns="0" lIns="0" spcFirstLastPara="1" rIns="91425" wrap="square" tIns="0">
            <a:noAutofit/>
          </a:bodyPr>
          <a:lstStyle/>
          <a:p>
            <a:pPr indent="0" lvl="0" marL="0" rtl="0" algn="l">
              <a:spcBef>
                <a:spcPts val="0"/>
              </a:spcBef>
              <a:spcAft>
                <a:spcPts val="0"/>
              </a:spcAft>
              <a:buNone/>
            </a:pPr>
            <a:r>
              <a:rPr lang="en"/>
              <a:t>Bryson Coons</a:t>
            </a:r>
            <a:endParaRPr/>
          </a:p>
        </p:txBody>
      </p:sp>
      <p:sp>
        <p:nvSpPr>
          <p:cNvPr id="989" name="Google Shape;989;p105"/>
          <p:cNvSpPr txBox="1"/>
          <p:nvPr>
            <p:ph idx="9" type="subTitle"/>
          </p:nvPr>
        </p:nvSpPr>
        <p:spPr>
          <a:xfrm>
            <a:off x="6080750" y="1880160"/>
            <a:ext cx="1370400" cy="171900"/>
          </a:xfrm>
          <a:prstGeom prst="rect">
            <a:avLst/>
          </a:prstGeom>
        </p:spPr>
        <p:txBody>
          <a:bodyPr anchorCtr="0" anchor="t" bIns="91425" lIns="0" spcFirstLastPara="1" rIns="91425" wrap="square" tIns="0">
            <a:noAutofit/>
          </a:bodyPr>
          <a:lstStyle/>
          <a:p>
            <a:pPr indent="0" lvl="0" marL="0" rtl="0" algn="l">
              <a:spcBef>
                <a:spcPts val="0"/>
              </a:spcBef>
              <a:spcAft>
                <a:spcPts val="0"/>
              </a:spcAft>
              <a:buClr>
                <a:schemeClr val="dk1"/>
              </a:buClr>
              <a:buSzPts val="1100"/>
              <a:buNone/>
            </a:pPr>
            <a:r>
              <a:rPr lang="en"/>
              <a:t>Team Member</a:t>
            </a:r>
            <a:endParaRPr/>
          </a:p>
        </p:txBody>
      </p:sp>
      <p:sp>
        <p:nvSpPr>
          <p:cNvPr id="990" name="Google Shape;990;p105"/>
          <p:cNvSpPr txBox="1"/>
          <p:nvPr>
            <p:ph idx="14" type="subTitle"/>
          </p:nvPr>
        </p:nvSpPr>
        <p:spPr>
          <a:xfrm>
            <a:off x="7542500" y="1702321"/>
            <a:ext cx="1370400" cy="171900"/>
          </a:xfrm>
          <a:prstGeom prst="rect">
            <a:avLst/>
          </a:prstGeom>
        </p:spPr>
        <p:txBody>
          <a:bodyPr anchorCtr="0" anchor="b" bIns="0" lIns="0" spcFirstLastPara="1" rIns="91425" wrap="square" tIns="0">
            <a:noAutofit/>
          </a:bodyPr>
          <a:lstStyle/>
          <a:p>
            <a:pPr indent="0" lvl="0" marL="0" rtl="0" algn="l">
              <a:spcBef>
                <a:spcPts val="0"/>
              </a:spcBef>
              <a:spcAft>
                <a:spcPts val="0"/>
              </a:spcAft>
              <a:buClr>
                <a:schemeClr val="dk1"/>
              </a:buClr>
              <a:buSzPts val="1100"/>
              <a:buNone/>
            </a:pPr>
            <a:r>
              <a:rPr lang="en"/>
              <a:t>Alaya Mateo</a:t>
            </a:r>
            <a:endParaRPr/>
          </a:p>
        </p:txBody>
      </p:sp>
      <p:sp>
        <p:nvSpPr>
          <p:cNvPr id="991" name="Google Shape;991;p105"/>
          <p:cNvSpPr txBox="1"/>
          <p:nvPr>
            <p:ph idx="15" type="subTitle"/>
          </p:nvPr>
        </p:nvSpPr>
        <p:spPr>
          <a:xfrm>
            <a:off x="7542500" y="1880160"/>
            <a:ext cx="1370400" cy="171900"/>
          </a:xfrm>
          <a:prstGeom prst="rect">
            <a:avLst/>
          </a:prstGeom>
        </p:spPr>
        <p:txBody>
          <a:bodyPr anchorCtr="0" anchor="t" bIns="91425" lIns="0" spcFirstLastPara="1" rIns="91425" wrap="square" tIns="0">
            <a:noAutofit/>
          </a:bodyPr>
          <a:lstStyle/>
          <a:p>
            <a:pPr indent="0" lvl="0" marL="0" rtl="0" algn="l">
              <a:spcBef>
                <a:spcPts val="0"/>
              </a:spcBef>
              <a:spcAft>
                <a:spcPts val="0"/>
              </a:spcAft>
              <a:buClr>
                <a:schemeClr val="dk1"/>
              </a:buClr>
              <a:buSzPts val="1100"/>
              <a:buNone/>
            </a:pPr>
            <a:r>
              <a:rPr lang="en"/>
              <a:t>Team Member</a:t>
            </a:r>
            <a:endParaRPr/>
          </a:p>
        </p:txBody>
      </p:sp>
      <p:sp>
        <p:nvSpPr>
          <p:cNvPr id="992" name="Google Shape;992;p105"/>
          <p:cNvSpPr txBox="1"/>
          <p:nvPr>
            <p:ph idx="17" type="subTitle"/>
          </p:nvPr>
        </p:nvSpPr>
        <p:spPr>
          <a:xfrm>
            <a:off x="5263900" y="3769446"/>
            <a:ext cx="1370400" cy="171900"/>
          </a:xfrm>
          <a:prstGeom prst="rect">
            <a:avLst/>
          </a:prstGeom>
        </p:spPr>
        <p:txBody>
          <a:bodyPr anchorCtr="0" anchor="b" bIns="0" lIns="0" spcFirstLastPara="1" rIns="91425" wrap="square" tIns="0">
            <a:noAutofit/>
          </a:bodyPr>
          <a:lstStyle/>
          <a:p>
            <a:pPr indent="0" lvl="0" marL="0" rtl="0" algn="l">
              <a:spcBef>
                <a:spcPts val="0"/>
              </a:spcBef>
              <a:spcAft>
                <a:spcPts val="0"/>
              </a:spcAft>
              <a:buClr>
                <a:schemeClr val="dk1"/>
              </a:buClr>
              <a:buSzPts val="1100"/>
              <a:buNone/>
            </a:pPr>
            <a:r>
              <a:rPr lang="en"/>
              <a:t>Isaiah Hara</a:t>
            </a:r>
            <a:endParaRPr/>
          </a:p>
        </p:txBody>
      </p:sp>
      <p:sp>
        <p:nvSpPr>
          <p:cNvPr id="993" name="Google Shape;993;p105"/>
          <p:cNvSpPr txBox="1"/>
          <p:nvPr>
            <p:ph idx="18" type="subTitle"/>
          </p:nvPr>
        </p:nvSpPr>
        <p:spPr>
          <a:xfrm>
            <a:off x="5263900" y="3947285"/>
            <a:ext cx="1370400" cy="171900"/>
          </a:xfrm>
          <a:prstGeom prst="rect">
            <a:avLst/>
          </a:prstGeom>
        </p:spPr>
        <p:txBody>
          <a:bodyPr anchorCtr="0" anchor="t" bIns="91425" lIns="0" spcFirstLastPara="1" rIns="91425" wrap="square" tIns="0">
            <a:noAutofit/>
          </a:bodyPr>
          <a:lstStyle/>
          <a:p>
            <a:pPr indent="0" lvl="0" marL="0" rtl="0" algn="l">
              <a:spcBef>
                <a:spcPts val="0"/>
              </a:spcBef>
              <a:spcAft>
                <a:spcPts val="0"/>
              </a:spcAft>
              <a:buClr>
                <a:schemeClr val="dk1"/>
              </a:buClr>
              <a:buSzPts val="1100"/>
              <a:buNone/>
            </a:pPr>
            <a:r>
              <a:rPr lang="en">
                <a:solidFill>
                  <a:schemeClr val="dk2"/>
                </a:solidFill>
              </a:rPr>
              <a:t>Team Member</a:t>
            </a:r>
            <a:endParaRPr>
              <a:solidFill>
                <a:schemeClr val="dk2"/>
              </a:solidFill>
            </a:endParaRPr>
          </a:p>
        </p:txBody>
      </p:sp>
      <p:sp>
        <p:nvSpPr>
          <p:cNvPr id="994" name="Google Shape;994;p105"/>
          <p:cNvSpPr txBox="1"/>
          <p:nvPr>
            <p:ph idx="20" type="subTitle"/>
          </p:nvPr>
        </p:nvSpPr>
        <p:spPr>
          <a:xfrm>
            <a:off x="6725650" y="3769447"/>
            <a:ext cx="1370400" cy="171900"/>
          </a:xfrm>
          <a:prstGeom prst="rect">
            <a:avLst/>
          </a:prstGeom>
        </p:spPr>
        <p:txBody>
          <a:bodyPr anchorCtr="0" anchor="b" bIns="0" lIns="0" spcFirstLastPara="1" rIns="91425" wrap="square" tIns="0">
            <a:noAutofit/>
          </a:bodyPr>
          <a:lstStyle/>
          <a:p>
            <a:pPr indent="0" lvl="0" marL="0" rtl="0" algn="l">
              <a:spcBef>
                <a:spcPts val="0"/>
              </a:spcBef>
              <a:spcAft>
                <a:spcPts val="0"/>
              </a:spcAft>
              <a:buClr>
                <a:schemeClr val="dk1"/>
              </a:buClr>
              <a:buSzPts val="1100"/>
              <a:buNone/>
            </a:pPr>
            <a:r>
              <a:rPr lang="en"/>
              <a:t>David Kabengela</a:t>
            </a:r>
            <a:endParaRPr/>
          </a:p>
        </p:txBody>
      </p:sp>
      <p:sp>
        <p:nvSpPr>
          <p:cNvPr id="995" name="Google Shape;995;p105"/>
          <p:cNvSpPr txBox="1"/>
          <p:nvPr>
            <p:ph idx="21" type="subTitle"/>
          </p:nvPr>
        </p:nvSpPr>
        <p:spPr>
          <a:xfrm>
            <a:off x="6725650" y="3947285"/>
            <a:ext cx="1370400" cy="171900"/>
          </a:xfrm>
          <a:prstGeom prst="rect">
            <a:avLst/>
          </a:prstGeom>
        </p:spPr>
        <p:txBody>
          <a:bodyPr anchorCtr="0" anchor="t" bIns="91425" lIns="0" spcFirstLastPara="1" rIns="91425" wrap="square" tIns="0">
            <a:noAutofit/>
          </a:bodyPr>
          <a:lstStyle/>
          <a:p>
            <a:pPr indent="0" lvl="0" marL="0" rtl="0" algn="l">
              <a:spcBef>
                <a:spcPts val="0"/>
              </a:spcBef>
              <a:spcAft>
                <a:spcPts val="0"/>
              </a:spcAft>
              <a:buClr>
                <a:schemeClr val="dk1"/>
              </a:buClr>
              <a:buSzPts val="1100"/>
              <a:buNone/>
            </a:pPr>
            <a:r>
              <a:rPr lang="en"/>
              <a:t>Team Member</a:t>
            </a:r>
            <a:endParaRPr/>
          </a:p>
        </p:txBody>
      </p:sp>
      <p:pic>
        <p:nvPicPr>
          <p:cNvPr id="996" name="Google Shape;996;p105" title="PeopleFirst Bio Pic.jpg"/>
          <p:cNvPicPr preferRelativeResize="0"/>
          <p:nvPr>
            <p:ph idx="2" type="pic"/>
          </p:nvPr>
        </p:nvPicPr>
        <p:blipFill rotWithShape="1">
          <a:blip r:embed="rId4">
            <a:alphaModFix/>
          </a:blip>
          <a:srcRect b="41715" l="0" r="0" t="0"/>
          <a:stretch/>
        </p:blipFill>
        <p:spPr>
          <a:xfrm>
            <a:off x="4618950" y="228600"/>
            <a:ext cx="1370400" cy="1357500"/>
          </a:xfrm>
          <a:prstGeom prst="roundRect">
            <a:avLst>
              <a:gd fmla="val 16667" name="adj"/>
            </a:avLst>
          </a:prstGeom>
        </p:spPr>
      </p:pic>
      <p:sp>
        <p:nvSpPr>
          <p:cNvPr id="997" name="Google Shape;997;p105"/>
          <p:cNvSpPr txBox="1"/>
          <p:nvPr>
            <p:ph idx="8" type="subTitle"/>
          </p:nvPr>
        </p:nvSpPr>
        <p:spPr>
          <a:xfrm>
            <a:off x="4619000" y="1702322"/>
            <a:ext cx="1370400" cy="171900"/>
          </a:xfrm>
          <a:prstGeom prst="rect">
            <a:avLst/>
          </a:prstGeom>
        </p:spPr>
        <p:txBody>
          <a:bodyPr anchorCtr="0" anchor="b" bIns="0" lIns="0" spcFirstLastPara="1" rIns="91425" wrap="square" tIns="0">
            <a:noAutofit/>
          </a:bodyPr>
          <a:lstStyle/>
          <a:p>
            <a:pPr indent="0" lvl="0" marL="0" rtl="0" algn="l">
              <a:spcBef>
                <a:spcPts val="0"/>
              </a:spcBef>
              <a:spcAft>
                <a:spcPts val="0"/>
              </a:spcAft>
              <a:buNone/>
            </a:pPr>
            <a:r>
              <a:rPr lang="en"/>
              <a:t>Quamez Anderson</a:t>
            </a:r>
            <a:endParaRPr/>
          </a:p>
        </p:txBody>
      </p:sp>
      <p:pic>
        <p:nvPicPr>
          <p:cNvPr id="998" name="Google Shape;998;p105" title="20250922_190534.jpg"/>
          <p:cNvPicPr preferRelativeResize="0"/>
          <p:nvPr>
            <p:ph idx="2" type="pic"/>
          </p:nvPr>
        </p:nvPicPr>
        <p:blipFill rotWithShape="1">
          <a:blip r:embed="rId5">
            <a:alphaModFix/>
          </a:blip>
          <a:srcRect b="0" l="9091" r="9083" t="0"/>
          <a:stretch/>
        </p:blipFill>
        <p:spPr>
          <a:xfrm>
            <a:off x="6080750" y="228600"/>
            <a:ext cx="1370400" cy="1357500"/>
          </a:xfrm>
          <a:prstGeom prst="roundRect">
            <a:avLst>
              <a:gd fmla="val 16667" name="adj"/>
            </a:avLst>
          </a:prstGeom>
        </p:spPr>
      </p:pic>
      <p:pic>
        <p:nvPicPr>
          <p:cNvPr id="999" name="Google Shape;999;p105"/>
          <p:cNvPicPr preferRelativeResize="0"/>
          <p:nvPr/>
        </p:nvPicPr>
        <p:blipFill>
          <a:blip r:embed="rId6">
            <a:alphaModFix/>
          </a:blip>
          <a:stretch>
            <a:fillRect/>
          </a:stretch>
        </p:blipFill>
        <p:spPr>
          <a:xfrm>
            <a:off x="7669225" y="228600"/>
            <a:ext cx="1165800" cy="1357500"/>
          </a:xfrm>
          <a:prstGeom prst="roundRect">
            <a:avLst>
              <a:gd fmla="val 16667" name="adj"/>
            </a:avLst>
          </a:prstGeom>
          <a:noFill/>
          <a:ln>
            <a:noFill/>
          </a:ln>
        </p:spPr>
      </p:pic>
      <p:pic>
        <p:nvPicPr>
          <p:cNvPr id="1000" name="Google Shape;1000;p105"/>
          <p:cNvPicPr preferRelativeResize="0"/>
          <p:nvPr/>
        </p:nvPicPr>
        <p:blipFill>
          <a:blip r:embed="rId7">
            <a:alphaModFix/>
          </a:blip>
          <a:stretch>
            <a:fillRect/>
          </a:stretch>
        </p:blipFill>
        <p:spPr>
          <a:xfrm>
            <a:off x="6725650" y="2171699"/>
            <a:ext cx="1370400" cy="1553100"/>
          </a:xfrm>
          <a:prstGeom prst="roundRect">
            <a:avLst>
              <a:gd fmla="val 16667" name="adj"/>
            </a:avLst>
          </a:prstGeom>
          <a:noFill/>
          <a:ln>
            <a:noFill/>
          </a:ln>
        </p:spPr>
      </p:pic>
      <p:pic>
        <p:nvPicPr>
          <p:cNvPr id="1001" name="Google Shape;1001;p105" title="IMG_0841.jpg"/>
          <p:cNvPicPr preferRelativeResize="0"/>
          <p:nvPr/>
        </p:nvPicPr>
        <p:blipFill>
          <a:blip r:embed="rId8">
            <a:alphaModFix/>
          </a:blip>
          <a:stretch>
            <a:fillRect/>
          </a:stretch>
        </p:blipFill>
        <p:spPr>
          <a:xfrm>
            <a:off x="5262275" y="2171038"/>
            <a:ext cx="1371600" cy="1554300"/>
          </a:xfrm>
          <a:prstGeom prst="roundRect">
            <a:avLst>
              <a:gd fmla="val 16667" name="adj"/>
            </a:avLst>
          </a:prstGeom>
          <a:noFill/>
          <a:ln cap="flat" cmpd="sng" w="9525">
            <a:solidFill>
              <a:schemeClr val="dk1"/>
            </a:solidFill>
            <a:prstDash val="solid"/>
            <a:round/>
            <a:headEnd len="sm" w="sm" type="none"/>
            <a:tailEnd len="sm" w="sm" type="none"/>
          </a:ln>
        </p:spPr>
      </p:pic>
      <p:pic>
        <p:nvPicPr>
          <p:cNvPr id="1002" name="Google Shape;1002;p105"/>
          <p:cNvPicPr preferRelativeResize="0"/>
          <p:nvPr/>
        </p:nvPicPr>
        <p:blipFill>
          <a:blip r:embed="rId9">
            <a:alphaModFix/>
          </a:blip>
          <a:stretch>
            <a:fillRect/>
          </a:stretch>
        </p:blipFill>
        <p:spPr>
          <a:xfrm>
            <a:off x="532174" y="1216650"/>
            <a:ext cx="2229399" cy="334705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6" name="Shape 1006"/>
        <p:cNvGrpSpPr/>
        <p:nvPr/>
      </p:nvGrpSpPr>
      <p:grpSpPr>
        <a:xfrm>
          <a:off x="0" y="0"/>
          <a:ext cx="0" cy="0"/>
          <a:chOff x="0" y="0"/>
          <a:chExt cx="0" cy="0"/>
        </a:xfrm>
      </p:grpSpPr>
      <p:sp>
        <p:nvSpPr>
          <p:cNvPr id="1007" name="Google Shape;1007;p106"/>
          <p:cNvSpPr/>
          <p:nvPr/>
        </p:nvSpPr>
        <p:spPr>
          <a:xfrm>
            <a:off x="128925" y="2076275"/>
            <a:ext cx="1707000" cy="2408400"/>
          </a:xfrm>
          <a:prstGeom prst="roundRect">
            <a:avLst>
              <a:gd fmla="val 9631" name="adj"/>
            </a:avLst>
          </a:prstGeom>
          <a:solidFill>
            <a:schemeClr val="lt2"/>
          </a:solidFill>
          <a:ln>
            <a:noFill/>
          </a:ln>
        </p:spPr>
        <p:txBody>
          <a:bodyPr anchorCtr="0" anchor="ctr" bIns="74250" lIns="74250" spcFirstLastPara="1" rIns="74250" wrap="square" tIns="74250">
            <a:noAutofit/>
          </a:bodyPr>
          <a:lstStyle/>
          <a:p>
            <a:pPr indent="0" lvl="0" marL="0" rtl="0" algn="ctr">
              <a:spcBef>
                <a:spcPts val="0"/>
              </a:spcBef>
              <a:spcAft>
                <a:spcPts val="0"/>
              </a:spcAft>
              <a:buNone/>
            </a:pPr>
            <a:r>
              <a:t/>
            </a:r>
            <a:endParaRPr sz="1137">
              <a:solidFill>
                <a:schemeClr val="dk1"/>
              </a:solidFill>
              <a:latin typeface="Urbanist"/>
              <a:ea typeface="Urbanist"/>
              <a:cs typeface="Urbanist"/>
              <a:sym typeface="Urbanist"/>
            </a:endParaRPr>
          </a:p>
        </p:txBody>
      </p:sp>
      <p:sp>
        <p:nvSpPr>
          <p:cNvPr id="1008" name="Google Shape;1008;p106"/>
          <p:cNvSpPr/>
          <p:nvPr/>
        </p:nvSpPr>
        <p:spPr>
          <a:xfrm>
            <a:off x="1912191" y="2076275"/>
            <a:ext cx="1707000" cy="2408400"/>
          </a:xfrm>
          <a:prstGeom prst="roundRect">
            <a:avLst>
              <a:gd fmla="val 9631" name="adj"/>
            </a:avLst>
          </a:prstGeom>
          <a:solidFill>
            <a:schemeClr val="lt2"/>
          </a:solidFill>
          <a:ln>
            <a:noFill/>
          </a:ln>
        </p:spPr>
        <p:txBody>
          <a:bodyPr anchorCtr="0" anchor="ctr" bIns="74250" lIns="74250" spcFirstLastPara="1" rIns="74250" wrap="square" tIns="74250">
            <a:noAutofit/>
          </a:bodyPr>
          <a:lstStyle/>
          <a:p>
            <a:pPr indent="0" lvl="0" marL="0" rtl="0" algn="ctr">
              <a:spcBef>
                <a:spcPts val="0"/>
              </a:spcBef>
              <a:spcAft>
                <a:spcPts val="0"/>
              </a:spcAft>
              <a:buNone/>
            </a:pPr>
            <a:r>
              <a:t/>
            </a:r>
            <a:endParaRPr sz="1137">
              <a:solidFill>
                <a:schemeClr val="dk1"/>
              </a:solidFill>
              <a:latin typeface="Urbanist"/>
              <a:ea typeface="Urbanist"/>
              <a:cs typeface="Urbanist"/>
              <a:sym typeface="Urbanist"/>
            </a:endParaRPr>
          </a:p>
        </p:txBody>
      </p:sp>
      <p:sp>
        <p:nvSpPr>
          <p:cNvPr id="1009" name="Google Shape;1009;p106"/>
          <p:cNvSpPr/>
          <p:nvPr/>
        </p:nvSpPr>
        <p:spPr>
          <a:xfrm>
            <a:off x="3695457" y="2076275"/>
            <a:ext cx="1707000" cy="2408400"/>
          </a:xfrm>
          <a:prstGeom prst="roundRect">
            <a:avLst>
              <a:gd fmla="val 9631" name="adj"/>
            </a:avLst>
          </a:prstGeom>
          <a:solidFill>
            <a:schemeClr val="lt2"/>
          </a:solidFill>
          <a:ln>
            <a:noFill/>
          </a:ln>
        </p:spPr>
        <p:txBody>
          <a:bodyPr anchorCtr="0" anchor="ctr" bIns="74250" lIns="74250" spcFirstLastPara="1" rIns="74250" wrap="square" tIns="74250">
            <a:noAutofit/>
          </a:bodyPr>
          <a:lstStyle/>
          <a:p>
            <a:pPr indent="0" lvl="0" marL="0" rtl="0" algn="ctr">
              <a:spcBef>
                <a:spcPts val="0"/>
              </a:spcBef>
              <a:spcAft>
                <a:spcPts val="0"/>
              </a:spcAft>
              <a:buNone/>
            </a:pPr>
            <a:r>
              <a:t/>
            </a:r>
            <a:endParaRPr sz="1137">
              <a:solidFill>
                <a:schemeClr val="dk1"/>
              </a:solidFill>
              <a:latin typeface="Urbanist"/>
              <a:ea typeface="Urbanist"/>
              <a:cs typeface="Urbanist"/>
              <a:sym typeface="Urbanist"/>
            </a:endParaRPr>
          </a:p>
        </p:txBody>
      </p:sp>
      <p:pic>
        <p:nvPicPr>
          <p:cNvPr id="1010" name="Google Shape;1010;p106" title="PeopleFirst Bio Pic.jpg"/>
          <p:cNvPicPr preferRelativeResize="0"/>
          <p:nvPr>
            <p:ph idx="4" type="pic"/>
          </p:nvPr>
        </p:nvPicPr>
        <p:blipFill rotWithShape="1">
          <a:blip r:embed="rId3">
            <a:alphaModFix/>
          </a:blip>
          <a:srcRect b="39277" l="0" r="0" t="109"/>
          <a:stretch/>
        </p:blipFill>
        <p:spPr>
          <a:xfrm>
            <a:off x="289858" y="2270785"/>
            <a:ext cx="540600" cy="593400"/>
          </a:xfrm>
          <a:prstGeom prst="roundRect">
            <a:avLst>
              <a:gd fmla="val 16667" name="adj"/>
            </a:avLst>
          </a:prstGeom>
        </p:spPr>
      </p:pic>
      <p:sp>
        <p:nvSpPr>
          <p:cNvPr id="1011" name="Google Shape;1011;p106"/>
          <p:cNvSpPr txBox="1"/>
          <p:nvPr>
            <p:ph idx="5" type="subTitle"/>
          </p:nvPr>
        </p:nvSpPr>
        <p:spPr>
          <a:xfrm>
            <a:off x="289858" y="2974251"/>
            <a:ext cx="1546200" cy="198000"/>
          </a:xfrm>
          <a:prstGeom prst="rect">
            <a:avLst/>
          </a:prstGeom>
        </p:spPr>
        <p:txBody>
          <a:bodyPr anchorCtr="0" anchor="b" bIns="74250" lIns="74250" spcFirstLastPara="1" rIns="74250" wrap="square" tIns="74250">
            <a:noAutofit/>
          </a:bodyPr>
          <a:lstStyle/>
          <a:p>
            <a:pPr indent="0" lvl="0" marL="0" rtl="0" algn="l">
              <a:spcBef>
                <a:spcPts val="0"/>
              </a:spcBef>
              <a:spcAft>
                <a:spcPts val="0"/>
              </a:spcAft>
              <a:buNone/>
            </a:pPr>
            <a:r>
              <a:rPr lang="en" sz="1300"/>
              <a:t>Quamez Anderson</a:t>
            </a:r>
            <a:endParaRPr sz="1300"/>
          </a:p>
        </p:txBody>
      </p:sp>
      <p:sp>
        <p:nvSpPr>
          <p:cNvPr id="1012" name="Google Shape;1012;p106"/>
          <p:cNvSpPr txBox="1"/>
          <p:nvPr>
            <p:ph idx="6" type="subTitle"/>
          </p:nvPr>
        </p:nvSpPr>
        <p:spPr>
          <a:xfrm>
            <a:off x="289858" y="3171100"/>
            <a:ext cx="1431000" cy="141900"/>
          </a:xfrm>
          <a:prstGeom prst="rect">
            <a:avLst/>
          </a:prstGeom>
        </p:spPr>
        <p:txBody>
          <a:bodyPr anchorCtr="0" anchor="t" bIns="74250" lIns="74250" spcFirstLastPara="1" rIns="74250" wrap="square" tIns="74250">
            <a:noAutofit/>
          </a:bodyPr>
          <a:lstStyle/>
          <a:p>
            <a:pPr indent="0" lvl="0" marL="0" rtl="0" algn="l">
              <a:spcBef>
                <a:spcPts val="0"/>
              </a:spcBef>
              <a:spcAft>
                <a:spcPts val="0"/>
              </a:spcAft>
              <a:buNone/>
            </a:pPr>
            <a:r>
              <a:rPr lang="en" sz="975"/>
              <a:t>Team Member</a:t>
            </a:r>
            <a:endParaRPr sz="975"/>
          </a:p>
          <a:p>
            <a:pPr indent="0" lvl="0" marL="0" rtl="0" algn="l">
              <a:spcBef>
                <a:spcPts val="0"/>
              </a:spcBef>
              <a:spcAft>
                <a:spcPts val="0"/>
              </a:spcAft>
              <a:buNone/>
            </a:pPr>
            <a:r>
              <a:t/>
            </a:r>
            <a:endParaRPr sz="975"/>
          </a:p>
        </p:txBody>
      </p:sp>
      <p:sp>
        <p:nvSpPr>
          <p:cNvPr id="1013" name="Google Shape;1013;p106"/>
          <p:cNvSpPr txBox="1"/>
          <p:nvPr>
            <p:ph idx="7" type="body"/>
          </p:nvPr>
        </p:nvSpPr>
        <p:spPr>
          <a:xfrm>
            <a:off x="289858" y="3444232"/>
            <a:ext cx="1431000" cy="835800"/>
          </a:xfrm>
          <a:prstGeom prst="rect">
            <a:avLst/>
          </a:prstGeom>
        </p:spPr>
        <p:txBody>
          <a:bodyPr anchorCtr="0" anchor="t" bIns="74250" lIns="74250" spcFirstLastPara="1" rIns="74250" wrap="square" tIns="74250">
            <a:noAutofit/>
          </a:bodyPr>
          <a:lstStyle/>
          <a:p>
            <a:pPr indent="0" lvl="0" marL="0" rtl="0" algn="l">
              <a:spcBef>
                <a:spcPts val="0"/>
              </a:spcBef>
              <a:spcAft>
                <a:spcPts val="0"/>
              </a:spcAft>
              <a:buNone/>
            </a:pPr>
            <a:r>
              <a:rPr lang="en" sz="812"/>
              <a:t>Computer Science major in his senior year with extensive knowledge in back-end programming in Python, Java, and C++, as well as </a:t>
            </a:r>
            <a:r>
              <a:rPr lang="en" sz="812"/>
              <a:t>experience</a:t>
            </a:r>
            <a:r>
              <a:rPr lang="en" sz="812"/>
              <a:t> with  database structures.</a:t>
            </a:r>
            <a:endParaRPr sz="812"/>
          </a:p>
        </p:txBody>
      </p:sp>
      <p:sp>
        <p:nvSpPr>
          <p:cNvPr id="1014" name="Google Shape;1014;p106"/>
          <p:cNvSpPr txBox="1"/>
          <p:nvPr>
            <p:ph idx="9" type="subTitle"/>
          </p:nvPr>
        </p:nvSpPr>
        <p:spPr>
          <a:xfrm>
            <a:off x="2073125" y="2974258"/>
            <a:ext cx="1431000" cy="198000"/>
          </a:xfrm>
          <a:prstGeom prst="rect">
            <a:avLst/>
          </a:prstGeom>
        </p:spPr>
        <p:txBody>
          <a:bodyPr anchorCtr="0" anchor="b" bIns="74250" lIns="74250" spcFirstLastPara="1" rIns="74250" wrap="square" tIns="74250">
            <a:noAutofit/>
          </a:bodyPr>
          <a:lstStyle/>
          <a:p>
            <a:pPr indent="0" lvl="0" marL="0" rtl="0" algn="l">
              <a:spcBef>
                <a:spcPts val="0"/>
              </a:spcBef>
              <a:spcAft>
                <a:spcPts val="0"/>
              </a:spcAft>
              <a:buNone/>
            </a:pPr>
            <a:r>
              <a:rPr lang="en" sz="1300"/>
              <a:t>Bryson Coons</a:t>
            </a:r>
            <a:endParaRPr sz="1300"/>
          </a:p>
        </p:txBody>
      </p:sp>
      <p:sp>
        <p:nvSpPr>
          <p:cNvPr id="1015" name="Google Shape;1015;p106"/>
          <p:cNvSpPr txBox="1"/>
          <p:nvPr>
            <p:ph idx="13" type="subTitle"/>
          </p:nvPr>
        </p:nvSpPr>
        <p:spPr>
          <a:xfrm>
            <a:off x="2073125" y="3171100"/>
            <a:ext cx="1431000" cy="141900"/>
          </a:xfrm>
          <a:prstGeom prst="rect">
            <a:avLst/>
          </a:prstGeom>
        </p:spPr>
        <p:txBody>
          <a:bodyPr anchorCtr="0" anchor="t" bIns="74250" lIns="74250" spcFirstLastPara="1" rIns="74250" wrap="square" tIns="74250">
            <a:noAutofit/>
          </a:bodyPr>
          <a:lstStyle/>
          <a:p>
            <a:pPr indent="0" lvl="0" marL="0" rtl="0" algn="l">
              <a:spcBef>
                <a:spcPts val="0"/>
              </a:spcBef>
              <a:spcAft>
                <a:spcPts val="0"/>
              </a:spcAft>
              <a:buNone/>
            </a:pPr>
            <a:r>
              <a:rPr lang="en" sz="975"/>
              <a:t>Team Member</a:t>
            </a:r>
            <a:endParaRPr sz="975"/>
          </a:p>
        </p:txBody>
      </p:sp>
      <p:sp>
        <p:nvSpPr>
          <p:cNvPr id="1016" name="Google Shape;1016;p106"/>
          <p:cNvSpPr txBox="1"/>
          <p:nvPr>
            <p:ph idx="14" type="body"/>
          </p:nvPr>
        </p:nvSpPr>
        <p:spPr>
          <a:xfrm>
            <a:off x="2058284" y="3312990"/>
            <a:ext cx="1414800" cy="1128000"/>
          </a:xfrm>
          <a:prstGeom prst="rect">
            <a:avLst/>
          </a:prstGeom>
        </p:spPr>
        <p:txBody>
          <a:bodyPr anchorCtr="0" anchor="t" bIns="74250" lIns="74250" spcFirstLastPara="1" rIns="74250" wrap="square" tIns="74250">
            <a:noAutofit/>
          </a:bodyPr>
          <a:lstStyle/>
          <a:p>
            <a:pPr indent="0" lvl="0" marL="0" rtl="0" algn="l">
              <a:spcBef>
                <a:spcPts val="0"/>
              </a:spcBef>
              <a:spcAft>
                <a:spcPts val="0"/>
              </a:spcAft>
              <a:buClr>
                <a:schemeClr val="dk1"/>
              </a:buClr>
              <a:buSzPts val="894"/>
              <a:buNone/>
            </a:pPr>
            <a:r>
              <a:rPr lang="en" sz="812"/>
              <a:t>Full-stack software engineer with 5+ years of experience in Web Development, as well as supplementary experience with </a:t>
            </a:r>
            <a:r>
              <a:rPr lang="en" sz="812"/>
              <a:t>database</a:t>
            </a:r>
            <a:r>
              <a:rPr lang="en" sz="812"/>
              <a:t> management and game development.</a:t>
            </a:r>
            <a:endParaRPr sz="812"/>
          </a:p>
        </p:txBody>
      </p:sp>
      <p:sp>
        <p:nvSpPr>
          <p:cNvPr id="1017" name="Google Shape;1017;p106"/>
          <p:cNvSpPr txBox="1"/>
          <p:nvPr>
            <p:ph idx="16" type="subTitle"/>
          </p:nvPr>
        </p:nvSpPr>
        <p:spPr>
          <a:xfrm>
            <a:off x="3856391" y="2974258"/>
            <a:ext cx="1431000" cy="198000"/>
          </a:xfrm>
          <a:prstGeom prst="rect">
            <a:avLst/>
          </a:prstGeom>
        </p:spPr>
        <p:txBody>
          <a:bodyPr anchorCtr="0" anchor="b" bIns="74250" lIns="74250" spcFirstLastPara="1" rIns="74250" wrap="square" tIns="74250">
            <a:noAutofit/>
          </a:bodyPr>
          <a:lstStyle/>
          <a:p>
            <a:pPr indent="0" lvl="0" marL="0" rtl="0" algn="l">
              <a:spcBef>
                <a:spcPts val="0"/>
              </a:spcBef>
              <a:spcAft>
                <a:spcPts val="0"/>
              </a:spcAft>
              <a:buNone/>
            </a:pPr>
            <a:r>
              <a:rPr lang="en" sz="1300"/>
              <a:t>Alaya Mateo</a:t>
            </a:r>
            <a:endParaRPr sz="1300"/>
          </a:p>
        </p:txBody>
      </p:sp>
      <p:sp>
        <p:nvSpPr>
          <p:cNvPr id="1018" name="Google Shape;1018;p106"/>
          <p:cNvSpPr txBox="1"/>
          <p:nvPr>
            <p:ph idx="17" type="subTitle"/>
          </p:nvPr>
        </p:nvSpPr>
        <p:spPr>
          <a:xfrm>
            <a:off x="3856391" y="3171100"/>
            <a:ext cx="1431000" cy="141900"/>
          </a:xfrm>
          <a:prstGeom prst="rect">
            <a:avLst/>
          </a:prstGeom>
        </p:spPr>
        <p:txBody>
          <a:bodyPr anchorCtr="0" anchor="t" bIns="74250" lIns="74250" spcFirstLastPara="1" rIns="74250" wrap="square" tIns="74250">
            <a:noAutofit/>
          </a:bodyPr>
          <a:lstStyle/>
          <a:p>
            <a:pPr indent="0" lvl="0" marL="0" rtl="0" algn="l">
              <a:spcBef>
                <a:spcPts val="0"/>
              </a:spcBef>
              <a:spcAft>
                <a:spcPts val="0"/>
              </a:spcAft>
              <a:buNone/>
            </a:pPr>
            <a:r>
              <a:rPr lang="en" sz="975"/>
              <a:t>Team Member</a:t>
            </a:r>
            <a:endParaRPr sz="975"/>
          </a:p>
        </p:txBody>
      </p:sp>
      <p:sp>
        <p:nvSpPr>
          <p:cNvPr id="1019" name="Google Shape;1019;p106"/>
          <p:cNvSpPr txBox="1"/>
          <p:nvPr>
            <p:ph idx="18" type="body"/>
          </p:nvPr>
        </p:nvSpPr>
        <p:spPr>
          <a:xfrm>
            <a:off x="3853980" y="3417307"/>
            <a:ext cx="1431000" cy="835800"/>
          </a:xfrm>
          <a:prstGeom prst="rect">
            <a:avLst/>
          </a:prstGeom>
        </p:spPr>
        <p:txBody>
          <a:bodyPr anchorCtr="0" anchor="t" bIns="74250" lIns="74250" spcFirstLastPara="1" rIns="74250" wrap="square" tIns="74250">
            <a:noAutofit/>
          </a:bodyPr>
          <a:lstStyle/>
          <a:p>
            <a:pPr indent="0" lvl="0" marL="0" rtl="0" algn="l">
              <a:spcBef>
                <a:spcPts val="0"/>
              </a:spcBef>
              <a:spcAft>
                <a:spcPts val="0"/>
              </a:spcAft>
              <a:buClr>
                <a:schemeClr val="dk1"/>
              </a:buClr>
              <a:buSzPts val="894"/>
              <a:buNone/>
            </a:pPr>
            <a:r>
              <a:rPr lang="en" sz="812"/>
              <a:t>I am a senior Computer Science major with  programming skills in C++, MATLAB, and Java. I have advanced knowledge in digital image processing.</a:t>
            </a:r>
            <a:endParaRPr sz="812"/>
          </a:p>
        </p:txBody>
      </p:sp>
      <p:pic>
        <p:nvPicPr>
          <p:cNvPr id="1020" name="Google Shape;1020;p106" title="20250922_190534.jpg"/>
          <p:cNvPicPr preferRelativeResize="0"/>
          <p:nvPr>
            <p:ph idx="19" type="pic"/>
          </p:nvPr>
        </p:nvPicPr>
        <p:blipFill rotWithShape="1">
          <a:blip r:embed="rId4">
            <a:alphaModFix/>
          </a:blip>
          <a:srcRect b="0" l="9091" r="9083" t="0"/>
          <a:stretch/>
        </p:blipFill>
        <p:spPr>
          <a:xfrm>
            <a:off x="2073125" y="2222845"/>
            <a:ext cx="607800" cy="642300"/>
          </a:xfrm>
          <a:prstGeom prst="roundRect">
            <a:avLst>
              <a:gd fmla="val 16667" name="adj"/>
            </a:avLst>
          </a:prstGeom>
        </p:spPr>
      </p:pic>
      <p:pic>
        <p:nvPicPr>
          <p:cNvPr id="1021" name="Google Shape;1021;p106"/>
          <p:cNvPicPr preferRelativeResize="0"/>
          <p:nvPr/>
        </p:nvPicPr>
        <p:blipFill>
          <a:blip r:embed="rId5">
            <a:alphaModFix/>
          </a:blip>
          <a:stretch>
            <a:fillRect/>
          </a:stretch>
        </p:blipFill>
        <p:spPr>
          <a:xfrm>
            <a:off x="3856488" y="2183422"/>
            <a:ext cx="503400" cy="714600"/>
          </a:xfrm>
          <a:prstGeom prst="roundRect">
            <a:avLst>
              <a:gd fmla="val 16667" name="adj"/>
            </a:avLst>
          </a:prstGeom>
          <a:noFill/>
          <a:ln>
            <a:noFill/>
          </a:ln>
        </p:spPr>
      </p:pic>
      <p:pic>
        <p:nvPicPr>
          <p:cNvPr id="1022" name="Google Shape;1022;p106"/>
          <p:cNvPicPr preferRelativeResize="0"/>
          <p:nvPr/>
        </p:nvPicPr>
        <p:blipFill>
          <a:blip r:embed="rId6">
            <a:alphaModFix/>
          </a:blip>
          <a:stretch>
            <a:fillRect/>
          </a:stretch>
        </p:blipFill>
        <p:spPr>
          <a:xfrm>
            <a:off x="8168970" y="0"/>
            <a:ext cx="975024" cy="1463825"/>
          </a:xfrm>
          <a:prstGeom prst="rect">
            <a:avLst/>
          </a:prstGeom>
          <a:noFill/>
          <a:ln>
            <a:noFill/>
          </a:ln>
        </p:spPr>
      </p:pic>
      <p:sp>
        <p:nvSpPr>
          <p:cNvPr id="1023" name="Google Shape;1023;p106"/>
          <p:cNvSpPr/>
          <p:nvPr/>
        </p:nvSpPr>
        <p:spPr>
          <a:xfrm>
            <a:off x="5477406" y="2077648"/>
            <a:ext cx="1707300" cy="2405700"/>
          </a:xfrm>
          <a:prstGeom prst="roundRect">
            <a:avLst>
              <a:gd fmla="val 9631" name="adj"/>
            </a:avLst>
          </a:prstGeom>
          <a:solidFill>
            <a:schemeClr val="lt2"/>
          </a:solidFill>
          <a:ln>
            <a:noFill/>
          </a:ln>
        </p:spPr>
        <p:txBody>
          <a:bodyPr anchorCtr="0" anchor="ctr" bIns="73075" lIns="73075" spcFirstLastPara="1" rIns="73075" wrap="square" tIns="73075">
            <a:noAutofit/>
          </a:bodyPr>
          <a:lstStyle/>
          <a:p>
            <a:pPr indent="0" lvl="0" marL="0" rtl="0" algn="ctr">
              <a:spcBef>
                <a:spcPts val="0"/>
              </a:spcBef>
              <a:spcAft>
                <a:spcPts val="0"/>
              </a:spcAft>
              <a:buNone/>
            </a:pPr>
            <a:r>
              <a:t/>
            </a:r>
            <a:endParaRPr sz="1119">
              <a:solidFill>
                <a:schemeClr val="dk1"/>
              </a:solidFill>
              <a:latin typeface="Urbanist"/>
              <a:ea typeface="Urbanist"/>
              <a:cs typeface="Urbanist"/>
              <a:sym typeface="Urbanist"/>
            </a:endParaRPr>
          </a:p>
        </p:txBody>
      </p:sp>
      <p:sp>
        <p:nvSpPr>
          <p:cNvPr id="1024" name="Google Shape;1024;p106"/>
          <p:cNvSpPr/>
          <p:nvPr/>
        </p:nvSpPr>
        <p:spPr>
          <a:xfrm>
            <a:off x="7259650" y="2077648"/>
            <a:ext cx="1707300" cy="2405700"/>
          </a:xfrm>
          <a:prstGeom prst="roundRect">
            <a:avLst>
              <a:gd fmla="val 9631" name="adj"/>
            </a:avLst>
          </a:prstGeom>
          <a:solidFill>
            <a:schemeClr val="lt2"/>
          </a:solidFill>
          <a:ln>
            <a:noFill/>
          </a:ln>
        </p:spPr>
        <p:txBody>
          <a:bodyPr anchorCtr="0" anchor="ctr" bIns="73075" lIns="73075" spcFirstLastPara="1" rIns="73075" wrap="square" tIns="73075">
            <a:noAutofit/>
          </a:bodyPr>
          <a:lstStyle/>
          <a:p>
            <a:pPr indent="0" lvl="0" marL="0" rtl="0" algn="ctr">
              <a:spcBef>
                <a:spcPts val="0"/>
              </a:spcBef>
              <a:spcAft>
                <a:spcPts val="0"/>
              </a:spcAft>
              <a:buNone/>
            </a:pPr>
            <a:r>
              <a:t/>
            </a:r>
            <a:endParaRPr sz="1119">
              <a:solidFill>
                <a:schemeClr val="dk1"/>
              </a:solidFill>
              <a:latin typeface="Urbanist"/>
              <a:ea typeface="Urbanist"/>
              <a:cs typeface="Urbanist"/>
              <a:sym typeface="Urbanist"/>
            </a:endParaRPr>
          </a:p>
        </p:txBody>
      </p:sp>
      <p:sp>
        <p:nvSpPr>
          <p:cNvPr id="1025" name="Google Shape;1025;p106"/>
          <p:cNvSpPr txBox="1"/>
          <p:nvPr>
            <p:ph idx="9" type="subTitle"/>
          </p:nvPr>
        </p:nvSpPr>
        <p:spPr>
          <a:xfrm>
            <a:off x="5635787" y="2961389"/>
            <a:ext cx="1408500" cy="195000"/>
          </a:xfrm>
          <a:prstGeom prst="rect">
            <a:avLst/>
          </a:prstGeom>
        </p:spPr>
        <p:txBody>
          <a:bodyPr anchorCtr="0" anchor="b" bIns="73075" lIns="73075" spcFirstLastPara="1" rIns="73075" wrap="square" tIns="73075">
            <a:noAutofit/>
          </a:bodyPr>
          <a:lstStyle/>
          <a:p>
            <a:pPr indent="0" lvl="0" marL="0" rtl="0" algn="l">
              <a:spcBef>
                <a:spcPts val="0"/>
              </a:spcBef>
              <a:spcAft>
                <a:spcPts val="0"/>
              </a:spcAft>
              <a:buNone/>
            </a:pPr>
            <a:r>
              <a:rPr lang="en" sz="1279"/>
              <a:t>David Kabengela</a:t>
            </a:r>
            <a:endParaRPr sz="1279"/>
          </a:p>
        </p:txBody>
      </p:sp>
      <p:sp>
        <p:nvSpPr>
          <p:cNvPr id="1026" name="Google Shape;1026;p106"/>
          <p:cNvSpPr txBox="1"/>
          <p:nvPr>
            <p:ph idx="13" type="subTitle"/>
          </p:nvPr>
        </p:nvSpPr>
        <p:spPr>
          <a:xfrm>
            <a:off x="5635787" y="3155110"/>
            <a:ext cx="1408500" cy="139800"/>
          </a:xfrm>
          <a:prstGeom prst="rect">
            <a:avLst/>
          </a:prstGeom>
        </p:spPr>
        <p:txBody>
          <a:bodyPr anchorCtr="0" anchor="t" bIns="73075" lIns="73075" spcFirstLastPara="1" rIns="73075" wrap="square" tIns="73075">
            <a:noAutofit/>
          </a:bodyPr>
          <a:lstStyle/>
          <a:p>
            <a:pPr indent="0" lvl="0" marL="0" rtl="0" algn="l">
              <a:spcBef>
                <a:spcPts val="0"/>
              </a:spcBef>
              <a:spcAft>
                <a:spcPts val="0"/>
              </a:spcAft>
              <a:buNone/>
            </a:pPr>
            <a:r>
              <a:rPr lang="en" sz="959"/>
              <a:t>Team Member</a:t>
            </a:r>
            <a:endParaRPr sz="959"/>
          </a:p>
        </p:txBody>
      </p:sp>
      <p:sp>
        <p:nvSpPr>
          <p:cNvPr id="1027" name="Google Shape;1027;p106"/>
          <p:cNvSpPr txBox="1"/>
          <p:nvPr>
            <p:ph idx="14" type="body"/>
          </p:nvPr>
        </p:nvSpPr>
        <p:spPr>
          <a:xfrm>
            <a:off x="5634900" y="3356675"/>
            <a:ext cx="1392300" cy="1128000"/>
          </a:xfrm>
          <a:prstGeom prst="rect">
            <a:avLst/>
          </a:prstGeom>
        </p:spPr>
        <p:txBody>
          <a:bodyPr anchorCtr="0" anchor="t" bIns="73075" lIns="73075" spcFirstLastPara="1" rIns="73075" wrap="square" tIns="73075">
            <a:noAutofit/>
          </a:bodyPr>
          <a:lstStyle/>
          <a:p>
            <a:pPr indent="0" lvl="0" marL="0" rtl="0" algn="l">
              <a:spcBef>
                <a:spcPts val="0"/>
              </a:spcBef>
              <a:spcAft>
                <a:spcPts val="0"/>
              </a:spcAft>
              <a:buClr>
                <a:schemeClr val="dk1"/>
              </a:buClr>
              <a:buSzPts val="1100"/>
              <a:buFont typeface="Arial"/>
              <a:buNone/>
            </a:pPr>
            <a:r>
              <a:rPr lang="en" sz="800"/>
              <a:t>I’m a senior majoring in Computer Science with a strong interest in data! I enjoy working with data and plan to pursue a career as either a data scientist or data engineer.</a:t>
            </a:r>
            <a:endParaRPr sz="800"/>
          </a:p>
          <a:p>
            <a:pPr indent="0" lvl="0" marL="0" rtl="0" algn="l">
              <a:spcBef>
                <a:spcPts val="0"/>
              </a:spcBef>
              <a:spcAft>
                <a:spcPts val="0"/>
              </a:spcAft>
              <a:buClr>
                <a:schemeClr val="dk1"/>
              </a:buClr>
              <a:buSzPts val="879"/>
              <a:buNone/>
            </a:pPr>
            <a:r>
              <a:t/>
            </a:r>
            <a:endParaRPr sz="800"/>
          </a:p>
        </p:txBody>
      </p:sp>
      <p:sp>
        <p:nvSpPr>
          <p:cNvPr id="1028" name="Google Shape;1028;p106"/>
          <p:cNvSpPr txBox="1"/>
          <p:nvPr>
            <p:ph idx="16" type="subTitle"/>
          </p:nvPr>
        </p:nvSpPr>
        <p:spPr>
          <a:xfrm>
            <a:off x="7418031" y="2961390"/>
            <a:ext cx="1408500" cy="195000"/>
          </a:xfrm>
          <a:prstGeom prst="rect">
            <a:avLst/>
          </a:prstGeom>
        </p:spPr>
        <p:txBody>
          <a:bodyPr anchorCtr="0" anchor="b" bIns="73075" lIns="73075" spcFirstLastPara="1" rIns="73075" wrap="square" tIns="73075">
            <a:noAutofit/>
          </a:bodyPr>
          <a:lstStyle/>
          <a:p>
            <a:pPr indent="0" lvl="0" marL="0" rtl="0" algn="l">
              <a:spcBef>
                <a:spcPts val="0"/>
              </a:spcBef>
              <a:spcAft>
                <a:spcPts val="0"/>
              </a:spcAft>
              <a:buNone/>
            </a:pPr>
            <a:r>
              <a:rPr lang="en" sz="1279"/>
              <a:t>Isaiah Hara</a:t>
            </a:r>
            <a:endParaRPr sz="1279"/>
          </a:p>
        </p:txBody>
      </p:sp>
      <p:sp>
        <p:nvSpPr>
          <p:cNvPr id="1029" name="Google Shape;1029;p106"/>
          <p:cNvSpPr txBox="1"/>
          <p:nvPr>
            <p:ph idx="17" type="subTitle"/>
          </p:nvPr>
        </p:nvSpPr>
        <p:spPr>
          <a:xfrm>
            <a:off x="7418031" y="3155110"/>
            <a:ext cx="1408500" cy="139800"/>
          </a:xfrm>
          <a:prstGeom prst="rect">
            <a:avLst/>
          </a:prstGeom>
        </p:spPr>
        <p:txBody>
          <a:bodyPr anchorCtr="0" anchor="t" bIns="73075" lIns="73075" spcFirstLastPara="1" rIns="73075" wrap="square" tIns="73075">
            <a:noAutofit/>
          </a:bodyPr>
          <a:lstStyle/>
          <a:p>
            <a:pPr indent="0" lvl="0" marL="0" rtl="0" algn="l">
              <a:spcBef>
                <a:spcPts val="0"/>
              </a:spcBef>
              <a:spcAft>
                <a:spcPts val="0"/>
              </a:spcAft>
              <a:buNone/>
            </a:pPr>
            <a:r>
              <a:rPr lang="en" sz="959"/>
              <a:t>Team Member</a:t>
            </a:r>
            <a:endParaRPr sz="959"/>
          </a:p>
        </p:txBody>
      </p:sp>
      <p:sp>
        <p:nvSpPr>
          <p:cNvPr id="1030" name="Google Shape;1030;p106"/>
          <p:cNvSpPr txBox="1"/>
          <p:nvPr>
            <p:ph idx="18" type="body"/>
          </p:nvPr>
        </p:nvSpPr>
        <p:spPr>
          <a:xfrm>
            <a:off x="7418106" y="3423911"/>
            <a:ext cx="1408500" cy="822600"/>
          </a:xfrm>
          <a:prstGeom prst="rect">
            <a:avLst/>
          </a:prstGeom>
        </p:spPr>
        <p:txBody>
          <a:bodyPr anchorCtr="0" anchor="t" bIns="73075" lIns="73075" spcFirstLastPara="1" rIns="73075" wrap="square" tIns="73075">
            <a:noAutofit/>
          </a:bodyPr>
          <a:lstStyle/>
          <a:p>
            <a:pPr indent="0" lvl="0" marL="0" rtl="0" algn="l">
              <a:spcBef>
                <a:spcPts val="0"/>
              </a:spcBef>
              <a:spcAft>
                <a:spcPts val="0"/>
              </a:spcAft>
              <a:buClr>
                <a:schemeClr val="dk1"/>
              </a:buClr>
              <a:buSzPts val="1100"/>
              <a:buFont typeface="Arial"/>
              <a:buNone/>
            </a:pPr>
            <a:r>
              <a:rPr lang="en" sz="800"/>
              <a:t>I am a Computer Science major with programming skills in C++ and Java, as well of knowledge in database structures. </a:t>
            </a:r>
            <a:endParaRPr sz="800"/>
          </a:p>
          <a:p>
            <a:pPr indent="0" lvl="0" marL="0" rtl="0" algn="l">
              <a:spcBef>
                <a:spcPts val="0"/>
              </a:spcBef>
              <a:spcAft>
                <a:spcPts val="0"/>
              </a:spcAft>
              <a:buClr>
                <a:schemeClr val="dk1"/>
              </a:buClr>
              <a:buSzPts val="879"/>
              <a:buNone/>
            </a:pPr>
            <a:r>
              <a:t/>
            </a:r>
            <a:endParaRPr sz="800"/>
          </a:p>
        </p:txBody>
      </p:sp>
      <p:pic>
        <p:nvPicPr>
          <p:cNvPr id="1031" name="Google Shape;1031;p106"/>
          <p:cNvPicPr preferRelativeResize="0"/>
          <p:nvPr/>
        </p:nvPicPr>
        <p:blipFill>
          <a:blip r:embed="rId7">
            <a:alphaModFix/>
          </a:blip>
          <a:stretch>
            <a:fillRect/>
          </a:stretch>
        </p:blipFill>
        <p:spPr>
          <a:xfrm>
            <a:off x="5621186" y="2161388"/>
            <a:ext cx="659700" cy="703200"/>
          </a:xfrm>
          <a:prstGeom prst="roundRect">
            <a:avLst>
              <a:gd fmla="val 16667" name="adj"/>
            </a:avLst>
          </a:prstGeom>
          <a:noFill/>
          <a:ln>
            <a:noFill/>
          </a:ln>
        </p:spPr>
      </p:pic>
      <p:pic>
        <p:nvPicPr>
          <p:cNvPr id="1032" name="Google Shape;1032;p106" title="IMG_0841.jpg"/>
          <p:cNvPicPr preferRelativeResize="0"/>
          <p:nvPr/>
        </p:nvPicPr>
        <p:blipFill>
          <a:blip r:embed="rId8">
            <a:alphaModFix/>
          </a:blip>
          <a:stretch>
            <a:fillRect/>
          </a:stretch>
        </p:blipFill>
        <p:spPr>
          <a:xfrm>
            <a:off x="7385950" y="2183750"/>
            <a:ext cx="658500" cy="658500"/>
          </a:xfrm>
          <a:prstGeom prst="roundRect">
            <a:avLst>
              <a:gd fmla="val 16667" name="adj"/>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6" name="Shape 1036"/>
        <p:cNvGrpSpPr/>
        <p:nvPr/>
      </p:nvGrpSpPr>
      <p:grpSpPr>
        <a:xfrm>
          <a:off x="0" y="0"/>
          <a:ext cx="0" cy="0"/>
          <a:chOff x="0" y="0"/>
          <a:chExt cx="0" cy="0"/>
        </a:xfrm>
      </p:grpSpPr>
      <p:sp>
        <p:nvSpPr>
          <p:cNvPr id="1037" name="Google Shape;1037;p107"/>
          <p:cNvSpPr txBox="1"/>
          <p:nvPr>
            <p:ph type="title"/>
          </p:nvPr>
        </p:nvSpPr>
        <p:spPr>
          <a:xfrm>
            <a:off x="228600" y="689725"/>
            <a:ext cx="3848400" cy="2327400"/>
          </a:xfrm>
          <a:prstGeom prst="rect">
            <a:avLst/>
          </a:prstGeom>
        </p:spPr>
        <p:txBody>
          <a:bodyPr anchorCtr="0" anchor="t" bIns="0" lIns="0" spcFirstLastPara="1" rIns="0" wrap="square" tIns="0">
            <a:spAutoFit/>
          </a:bodyPr>
          <a:lstStyle/>
          <a:p>
            <a:pPr indent="0" lvl="0" marL="0" rtl="0" algn="l">
              <a:lnSpc>
                <a:spcPct val="115000"/>
              </a:lnSpc>
              <a:spcBef>
                <a:spcPts val="0"/>
              </a:spcBef>
              <a:spcAft>
                <a:spcPts val="1200"/>
              </a:spcAft>
              <a:buClr>
                <a:schemeClr val="dk1"/>
              </a:buClr>
              <a:buSzPts val="1100"/>
              <a:buNone/>
            </a:pPr>
            <a:r>
              <a:rPr lang="en" sz="2700">
                <a:solidFill>
                  <a:schemeClr val="lt1"/>
                </a:solidFill>
                <a:latin typeface="Urbanist"/>
                <a:ea typeface="Urbanist"/>
                <a:cs typeface="Urbanist"/>
                <a:sym typeface="Urbanist"/>
              </a:rPr>
              <a:t>College students struggle with mental health issues from various sources which impact their studies </a:t>
            </a:r>
            <a:r>
              <a:rPr lang="en" sz="2700">
                <a:solidFill>
                  <a:schemeClr val="accent3"/>
                </a:solidFill>
                <a:latin typeface="Urbanist"/>
                <a:ea typeface="Urbanist"/>
                <a:cs typeface="Urbanist"/>
                <a:sym typeface="Urbanist"/>
              </a:rPr>
              <a:t>negatively</a:t>
            </a:r>
            <a:r>
              <a:rPr lang="en" sz="2700">
                <a:solidFill>
                  <a:schemeClr val="lt1"/>
                </a:solidFill>
                <a:latin typeface="Urbanist"/>
                <a:ea typeface="Urbanist"/>
                <a:cs typeface="Urbanist"/>
                <a:sym typeface="Urbanist"/>
              </a:rPr>
              <a:t> </a:t>
            </a:r>
            <a:endParaRPr sz="2700">
              <a:solidFill>
                <a:schemeClr val="lt1"/>
              </a:solidFill>
              <a:latin typeface="Urbanist"/>
              <a:ea typeface="Urbanist"/>
              <a:cs typeface="Urbanist"/>
              <a:sym typeface="Urbanist"/>
            </a:endParaRPr>
          </a:p>
        </p:txBody>
      </p:sp>
      <p:sp>
        <p:nvSpPr>
          <p:cNvPr id="1038" name="Google Shape;1038;p107"/>
          <p:cNvSpPr txBox="1"/>
          <p:nvPr>
            <p:ph idx="8" type="subTitle"/>
          </p:nvPr>
        </p:nvSpPr>
        <p:spPr>
          <a:xfrm>
            <a:off x="235575" y="228600"/>
            <a:ext cx="2870100" cy="228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 Problem</a:t>
            </a:r>
            <a:endParaRPr/>
          </a:p>
        </p:txBody>
      </p:sp>
      <p:pic>
        <p:nvPicPr>
          <p:cNvPr id="1039" name="Google Shape;1039;p107"/>
          <p:cNvPicPr preferRelativeResize="0"/>
          <p:nvPr/>
        </p:nvPicPr>
        <p:blipFill>
          <a:blip r:embed="rId3">
            <a:alphaModFix/>
          </a:blip>
          <a:stretch>
            <a:fillRect/>
          </a:stretch>
        </p:blipFill>
        <p:spPr>
          <a:xfrm>
            <a:off x="235570" y="3170350"/>
            <a:ext cx="975024" cy="1463825"/>
          </a:xfrm>
          <a:prstGeom prst="rect">
            <a:avLst/>
          </a:prstGeom>
          <a:noFill/>
          <a:ln>
            <a:noFill/>
          </a:ln>
        </p:spPr>
      </p:pic>
      <p:pic>
        <p:nvPicPr>
          <p:cNvPr descr="Software developer stressed out (Provided by Getty Images)" id="1040" name="Google Shape;1040;p107"/>
          <p:cNvPicPr preferRelativeResize="0"/>
          <p:nvPr/>
        </p:nvPicPr>
        <p:blipFill>
          <a:blip r:embed="rId4">
            <a:alphaModFix/>
          </a:blip>
          <a:stretch>
            <a:fillRect/>
          </a:stretch>
        </p:blipFill>
        <p:spPr>
          <a:xfrm>
            <a:off x="4245125" y="308400"/>
            <a:ext cx="4762199" cy="37576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cxnSp>
        <p:nvCxnSpPr>
          <p:cNvPr id="1045" name="Google Shape;1045;p108"/>
          <p:cNvCxnSpPr>
            <a:endCxn id="1046" idx="1"/>
          </p:cNvCxnSpPr>
          <p:nvPr/>
        </p:nvCxnSpPr>
        <p:spPr>
          <a:xfrm>
            <a:off x="6103889" y="2196740"/>
            <a:ext cx="1501200" cy="0"/>
          </a:xfrm>
          <a:prstGeom prst="straightConnector1">
            <a:avLst/>
          </a:prstGeom>
          <a:noFill/>
          <a:ln cap="flat" cmpd="sng" w="9525">
            <a:solidFill>
              <a:schemeClr val="dk2"/>
            </a:solidFill>
            <a:prstDash val="solid"/>
            <a:round/>
            <a:headEnd len="med" w="med" type="none"/>
            <a:tailEnd len="med" w="med" type="none"/>
          </a:ln>
        </p:spPr>
      </p:cxnSp>
      <p:sp>
        <p:nvSpPr>
          <p:cNvPr id="1047" name="Google Shape;1047;p108"/>
          <p:cNvSpPr/>
          <p:nvPr/>
        </p:nvSpPr>
        <p:spPr>
          <a:xfrm>
            <a:off x="4388500" y="2118378"/>
            <a:ext cx="1266200" cy="289575"/>
          </a:xfrm>
          <a:custGeom>
            <a:rect b="b" l="l" r="r" t="t"/>
            <a:pathLst>
              <a:path extrusionOk="0" h="11583" w="50648">
                <a:moveTo>
                  <a:pt x="0" y="4608"/>
                </a:moveTo>
                <a:cubicBezTo>
                  <a:pt x="6921" y="4608"/>
                  <a:pt x="14335" y="6863"/>
                  <a:pt x="20762" y="4293"/>
                </a:cubicBezTo>
                <a:cubicBezTo>
                  <a:pt x="23818" y="3071"/>
                  <a:pt x="27253" y="-1457"/>
                  <a:pt x="29885" y="518"/>
                </a:cubicBezTo>
                <a:cubicBezTo>
                  <a:pt x="32164" y="2228"/>
                  <a:pt x="26717" y="7233"/>
                  <a:pt x="28942" y="9012"/>
                </a:cubicBezTo>
                <a:cubicBezTo>
                  <a:pt x="34607" y="13543"/>
                  <a:pt x="43394" y="10585"/>
                  <a:pt x="50648" y="10585"/>
                </a:cubicBezTo>
              </a:path>
            </a:pathLst>
          </a:custGeom>
          <a:noFill/>
          <a:ln cap="flat" cmpd="sng" w="9525">
            <a:solidFill>
              <a:schemeClr val="dk2"/>
            </a:solidFill>
            <a:prstDash val="solid"/>
            <a:round/>
            <a:headEnd len="med" w="med" type="none"/>
            <a:tailEnd len="med" w="med" type="none"/>
          </a:ln>
        </p:spPr>
      </p:sp>
      <p:sp>
        <p:nvSpPr>
          <p:cNvPr id="1048" name="Google Shape;1048;p108"/>
          <p:cNvSpPr/>
          <p:nvPr/>
        </p:nvSpPr>
        <p:spPr>
          <a:xfrm>
            <a:off x="2587475" y="1696456"/>
            <a:ext cx="1258350" cy="795200"/>
          </a:xfrm>
          <a:custGeom>
            <a:rect b="b" l="l" r="r" t="t"/>
            <a:pathLst>
              <a:path extrusionOk="0" h="31808" w="50334">
                <a:moveTo>
                  <a:pt x="0" y="21799"/>
                </a:moveTo>
                <a:cubicBezTo>
                  <a:pt x="6682" y="24029"/>
                  <a:pt x="14103" y="13987"/>
                  <a:pt x="15100" y="7014"/>
                </a:cubicBezTo>
                <a:cubicBezTo>
                  <a:pt x="15432" y="4693"/>
                  <a:pt x="16066" y="-649"/>
                  <a:pt x="13842" y="93"/>
                </a:cubicBezTo>
                <a:cubicBezTo>
                  <a:pt x="12347" y="592"/>
                  <a:pt x="13527" y="3235"/>
                  <a:pt x="13527" y="4812"/>
                </a:cubicBezTo>
                <a:cubicBezTo>
                  <a:pt x="13527" y="9691"/>
                  <a:pt x="13219" y="15099"/>
                  <a:pt x="15730" y="19283"/>
                </a:cubicBezTo>
                <a:cubicBezTo>
                  <a:pt x="17334" y="21956"/>
                  <a:pt x="21463" y="22942"/>
                  <a:pt x="24538" y="22429"/>
                </a:cubicBezTo>
                <a:cubicBezTo>
                  <a:pt x="28276" y="21805"/>
                  <a:pt x="33668" y="22887"/>
                  <a:pt x="35549" y="19597"/>
                </a:cubicBezTo>
                <a:cubicBezTo>
                  <a:pt x="37675" y="15878"/>
                  <a:pt x="29476" y="11707"/>
                  <a:pt x="30830" y="7643"/>
                </a:cubicBezTo>
                <a:cubicBezTo>
                  <a:pt x="31897" y="4439"/>
                  <a:pt x="36749" y="2172"/>
                  <a:pt x="39953" y="3239"/>
                </a:cubicBezTo>
                <a:cubicBezTo>
                  <a:pt x="45457" y="5073"/>
                  <a:pt x="44825" y="15567"/>
                  <a:pt x="41840" y="20541"/>
                </a:cubicBezTo>
                <a:cubicBezTo>
                  <a:pt x="39336" y="24713"/>
                  <a:pt x="29400" y="24550"/>
                  <a:pt x="30201" y="29349"/>
                </a:cubicBezTo>
                <a:cubicBezTo>
                  <a:pt x="31315" y="36020"/>
                  <a:pt x="43571" y="26833"/>
                  <a:pt x="50334" y="26833"/>
                </a:cubicBezTo>
              </a:path>
            </a:pathLst>
          </a:custGeom>
          <a:noFill/>
          <a:ln cap="flat" cmpd="sng" w="9525">
            <a:solidFill>
              <a:schemeClr val="dk2"/>
            </a:solidFill>
            <a:prstDash val="solid"/>
            <a:round/>
            <a:headEnd len="med" w="med" type="none"/>
            <a:tailEnd len="med" w="med" type="none"/>
          </a:ln>
        </p:spPr>
      </p:sp>
      <p:sp>
        <p:nvSpPr>
          <p:cNvPr id="1049" name="Google Shape;1049;p108"/>
          <p:cNvSpPr/>
          <p:nvPr/>
        </p:nvSpPr>
        <p:spPr>
          <a:xfrm>
            <a:off x="550525" y="1216366"/>
            <a:ext cx="1588675" cy="1234650"/>
          </a:xfrm>
          <a:custGeom>
            <a:rect b="b" l="l" r="r" t="t"/>
            <a:pathLst>
              <a:path extrusionOk="0" h="49386" w="63547">
                <a:moveTo>
                  <a:pt x="0" y="39744"/>
                </a:moveTo>
                <a:cubicBezTo>
                  <a:pt x="6378" y="39744"/>
                  <a:pt x="16859" y="42649"/>
                  <a:pt x="18875" y="36598"/>
                </a:cubicBezTo>
                <a:cubicBezTo>
                  <a:pt x="20462" y="31834"/>
                  <a:pt x="9776" y="28047"/>
                  <a:pt x="11640" y="23385"/>
                </a:cubicBezTo>
                <a:cubicBezTo>
                  <a:pt x="13651" y="18355"/>
                  <a:pt x="23986" y="23527"/>
                  <a:pt x="27369" y="19296"/>
                </a:cubicBezTo>
                <a:cubicBezTo>
                  <a:pt x="30516" y="15361"/>
                  <a:pt x="23394" y="9480"/>
                  <a:pt x="24223" y="4510"/>
                </a:cubicBezTo>
                <a:cubicBezTo>
                  <a:pt x="24717" y="1546"/>
                  <a:pt x="29114" y="-319"/>
                  <a:pt x="32088" y="106"/>
                </a:cubicBezTo>
                <a:cubicBezTo>
                  <a:pt x="35331" y="570"/>
                  <a:pt x="39099" y="3167"/>
                  <a:pt x="39638" y="6398"/>
                </a:cubicBezTo>
                <a:cubicBezTo>
                  <a:pt x="40218" y="9875"/>
                  <a:pt x="36859" y="12878"/>
                  <a:pt x="35548" y="16150"/>
                </a:cubicBezTo>
                <a:cubicBezTo>
                  <a:pt x="34672" y="18337"/>
                  <a:pt x="36852" y="20735"/>
                  <a:pt x="38065" y="22756"/>
                </a:cubicBezTo>
                <a:cubicBezTo>
                  <a:pt x="39903" y="25818"/>
                  <a:pt x="39280" y="29929"/>
                  <a:pt x="38694" y="33452"/>
                </a:cubicBezTo>
                <a:cubicBezTo>
                  <a:pt x="37921" y="38101"/>
                  <a:pt x="31236" y="42624"/>
                  <a:pt x="33661" y="46665"/>
                </a:cubicBezTo>
                <a:cubicBezTo>
                  <a:pt x="35288" y="49376"/>
                  <a:pt x="41923" y="50544"/>
                  <a:pt x="43099" y="47609"/>
                </a:cubicBezTo>
                <a:cubicBezTo>
                  <a:pt x="44714" y="43575"/>
                  <a:pt x="40864" y="36085"/>
                  <a:pt x="44986" y="34711"/>
                </a:cubicBezTo>
                <a:cubicBezTo>
                  <a:pt x="46820" y="34100"/>
                  <a:pt x="49654" y="34311"/>
                  <a:pt x="50649" y="35969"/>
                </a:cubicBezTo>
                <a:cubicBezTo>
                  <a:pt x="51663" y="37658"/>
                  <a:pt x="51336" y="40586"/>
                  <a:pt x="53165" y="41317"/>
                </a:cubicBezTo>
                <a:cubicBezTo>
                  <a:pt x="56384" y="42604"/>
                  <a:pt x="60080" y="41946"/>
                  <a:pt x="63547" y="41946"/>
                </a:cubicBezTo>
              </a:path>
            </a:pathLst>
          </a:custGeom>
          <a:noFill/>
          <a:ln cap="flat" cmpd="sng" w="9525">
            <a:solidFill>
              <a:schemeClr val="dk2"/>
            </a:solidFill>
            <a:prstDash val="solid"/>
            <a:round/>
            <a:headEnd len="med" w="med" type="none"/>
            <a:tailEnd len="med" w="med" type="none"/>
          </a:ln>
        </p:spPr>
      </p:sp>
      <p:sp>
        <p:nvSpPr>
          <p:cNvPr id="1050" name="Google Shape;1050;p108"/>
          <p:cNvSpPr/>
          <p:nvPr/>
        </p:nvSpPr>
        <p:spPr>
          <a:xfrm>
            <a:off x="228600" y="1895390"/>
            <a:ext cx="602700" cy="602700"/>
          </a:xfrm>
          <a:prstGeom prst="roundRect">
            <a:avLst>
              <a:gd fmla="val 50000" name="adj"/>
            </a:avLst>
          </a:prstGeom>
          <a:solidFill>
            <a:schemeClr val="accent3"/>
          </a:solidFill>
          <a:ln>
            <a:noFill/>
          </a:ln>
        </p:spPr>
        <p:txBody>
          <a:bodyPr anchorCtr="0" anchor="ctr" bIns="91425" lIns="164575" spcFirstLastPara="1" rIns="91425" wrap="square" tIns="91425">
            <a:noAutofit/>
          </a:bodyPr>
          <a:lstStyle/>
          <a:p>
            <a:pPr indent="0" lvl="0" marL="0" rtl="0" algn="ctr">
              <a:spcBef>
                <a:spcPts val="0"/>
              </a:spcBef>
              <a:spcAft>
                <a:spcPts val="0"/>
              </a:spcAft>
              <a:buNone/>
            </a:pPr>
            <a:r>
              <a:t/>
            </a:r>
            <a:endParaRPr sz="1600">
              <a:solidFill>
                <a:schemeClr val="dk1"/>
              </a:solidFill>
              <a:latin typeface="Urbanist SemiBold"/>
              <a:ea typeface="Urbanist SemiBold"/>
              <a:cs typeface="Urbanist SemiBold"/>
              <a:sym typeface="Urbanist SemiBold"/>
            </a:endParaRPr>
          </a:p>
        </p:txBody>
      </p:sp>
      <p:sp>
        <p:nvSpPr>
          <p:cNvPr id="1051" name="Google Shape;1051;p108"/>
          <p:cNvSpPr/>
          <p:nvPr/>
        </p:nvSpPr>
        <p:spPr>
          <a:xfrm>
            <a:off x="2034363" y="1895390"/>
            <a:ext cx="602700" cy="602700"/>
          </a:xfrm>
          <a:prstGeom prst="roundRect">
            <a:avLst>
              <a:gd fmla="val 28849" name="adj"/>
            </a:avLst>
          </a:prstGeom>
          <a:solidFill>
            <a:schemeClr val="lt2"/>
          </a:solidFill>
          <a:ln>
            <a:noFill/>
          </a:ln>
        </p:spPr>
        <p:txBody>
          <a:bodyPr anchorCtr="0" anchor="ctr" bIns="91425" lIns="164575" spcFirstLastPara="1" rIns="91425" wrap="square" tIns="91425">
            <a:noAutofit/>
          </a:bodyPr>
          <a:lstStyle/>
          <a:p>
            <a:pPr indent="0" lvl="0" marL="0" rtl="0" algn="ctr">
              <a:spcBef>
                <a:spcPts val="0"/>
              </a:spcBef>
              <a:spcAft>
                <a:spcPts val="0"/>
              </a:spcAft>
              <a:buNone/>
            </a:pPr>
            <a:r>
              <a:t/>
            </a:r>
            <a:endParaRPr sz="1600">
              <a:solidFill>
                <a:schemeClr val="accent3"/>
              </a:solidFill>
              <a:latin typeface="Urbanist SemiBold"/>
              <a:ea typeface="Urbanist SemiBold"/>
              <a:cs typeface="Urbanist SemiBold"/>
              <a:sym typeface="Urbanist SemiBold"/>
            </a:endParaRPr>
          </a:p>
        </p:txBody>
      </p:sp>
      <p:sp>
        <p:nvSpPr>
          <p:cNvPr id="1052" name="Google Shape;1052;p108"/>
          <p:cNvSpPr/>
          <p:nvPr/>
        </p:nvSpPr>
        <p:spPr>
          <a:xfrm>
            <a:off x="3829950" y="1895390"/>
            <a:ext cx="602700" cy="602700"/>
          </a:xfrm>
          <a:prstGeom prst="roundRect">
            <a:avLst>
              <a:gd fmla="val 28849" name="adj"/>
            </a:avLst>
          </a:prstGeom>
          <a:solidFill>
            <a:schemeClr val="lt2"/>
          </a:solidFill>
          <a:ln>
            <a:noFill/>
          </a:ln>
        </p:spPr>
        <p:txBody>
          <a:bodyPr anchorCtr="0" anchor="ctr" bIns="91425" lIns="164575" spcFirstLastPara="1" rIns="91425" wrap="square" tIns="91425">
            <a:noAutofit/>
          </a:bodyPr>
          <a:lstStyle/>
          <a:p>
            <a:pPr indent="0" lvl="0" marL="0" rtl="0" algn="ctr">
              <a:spcBef>
                <a:spcPts val="0"/>
              </a:spcBef>
              <a:spcAft>
                <a:spcPts val="0"/>
              </a:spcAft>
              <a:buNone/>
            </a:pPr>
            <a:r>
              <a:t/>
            </a:r>
            <a:endParaRPr sz="1600">
              <a:solidFill>
                <a:schemeClr val="accent3"/>
              </a:solidFill>
              <a:latin typeface="Urbanist SemiBold"/>
              <a:ea typeface="Urbanist SemiBold"/>
              <a:cs typeface="Urbanist SemiBold"/>
              <a:sym typeface="Urbanist SemiBold"/>
            </a:endParaRPr>
          </a:p>
        </p:txBody>
      </p:sp>
      <p:sp>
        <p:nvSpPr>
          <p:cNvPr id="1053" name="Google Shape;1053;p108"/>
          <p:cNvSpPr/>
          <p:nvPr/>
        </p:nvSpPr>
        <p:spPr>
          <a:xfrm>
            <a:off x="5645375" y="1895390"/>
            <a:ext cx="602700" cy="602700"/>
          </a:xfrm>
          <a:prstGeom prst="roundRect">
            <a:avLst>
              <a:gd fmla="val 28849" name="adj"/>
            </a:avLst>
          </a:prstGeom>
          <a:solidFill>
            <a:schemeClr val="lt2"/>
          </a:solidFill>
          <a:ln>
            <a:noFill/>
          </a:ln>
        </p:spPr>
        <p:txBody>
          <a:bodyPr anchorCtr="0" anchor="ctr" bIns="91425" lIns="164575" spcFirstLastPara="1" rIns="91425" wrap="square" tIns="91425">
            <a:noAutofit/>
          </a:bodyPr>
          <a:lstStyle/>
          <a:p>
            <a:pPr indent="0" lvl="0" marL="0" rtl="0" algn="ctr">
              <a:spcBef>
                <a:spcPts val="0"/>
              </a:spcBef>
              <a:spcAft>
                <a:spcPts val="0"/>
              </a:spcAft>
              <a:buNone/>
            </a:pPr>
            <a:r>
              <a:t/>
            </a:r>
            <a:endParaRPr sz="1600">
              <a:solidFill>
                <a:schemeClr val="accent3"/>
              </a:solidFill>
              <a:latin typeface="Urbanist SemiBold"/>
              <a:ea typeface="Urbanist SemiBold"/>
              <a:cs typeface="Urbanist SemiBold"/>
              <a:sym typeface="Urbanist SemiBold"/>
            </a:endParaRPr>
          </a:p>
        </p:txBody>
      </p:sp>
      <p:sp>
        <p:nvSpPr>
          <p:cNvPr id="1054" name="Google Shape;1054;p108"/>
          <p:cNvSpPr/>
          <p:nvPr/>
        </p:nvSpPr>
        <p:spPr>
          <a:xfrm>
            <a:off x="7460789" y="1895390"/>
            <a:ext cx="602700" cy="602700"/>
          </a:xfrm>
          <a:prstGeom prst="roundRect">
            <a:avLst>
              <a:gd fmla="val 28849" name="adj"/>
            </a:avLst>
          </a:prstGeom>
          <a:solidFill>
            <a:schemeClr val="lt2"/>
          </a:solidFill>
          <a:ln>
            <a:noFill/>
          </a:ln>
        </p:spPr>
        <p:txBody>
          <a:bodyPr anchorCtr="0" anchor="ctr" bIns="91425" lIns="164575" spcFirstLastPara="1" rIns="91425" wrap="square" tIns="91425">
            <a:noAutofit/>
          </a:bodyPr>
          <a:lstStyle/>
          <a:p>
            <a:pPr indent="0" lvl="0" marL="0" rtl="0" algn="ctr">
              <a:spcBef>
                <a:spcPts val="0"/>
              </a:spcBef>
              <a:spcAft>
                <a:spcPts val="0"/>
              </a:spcAft>
              <a:buNone/>
            </a:pPr>
            <a:r>
              <a:t/>
            </a:r>
            <a:endParaRPr sz="1600">
              <a:solidFill>
                <a:schemeClr val="accent3"/>
              </a:solidFill>
              <a:latin typeface="Urbanist SemiBold"/>
              <a:ea typeface="Urbanist SemiBold"/>
              <a:cs typeface="Urbanist SemiBold"/>
              <a:sym typeface="Urbanist SemiBold"/>
            </a:endParaRPr>
          </a:p>
        </p:txBody>
      </p:sp>
      <p:sp>
        <p:nvSpPr>
          <p:cNvPr id="1055" name="Google Shape;1055;p108"/>
          <p:cNvSpPr txBox="1"/>
          <p:nvPr>
            <p:ph type="title"/>
          </p:nvPr>
        </p:nvSpPr>
        <p:spPr>
          <a:xfrm>
            <a:off x="228600" y="613525"/>
            <a:ext cx="6841500" cy="537300"/>
          </a:xfrm>
          <a:prstGeom prst="rect">
            <a:avLst/>
          </a:prstGeom>
        </p:spPr>
        <p:txBody>
          <a:bodyPr anchorCtr="0" anchor="t" bIns="91425" lIns="0" spcFirstLastPara="1" rIns="91425" wrap="square" tIns="0">
            <a:spAutoFit/>
          </a:bodyPr>
          <a:lstStyle/>
          <a:p>
            <a:pPr indent="0" lvl="0" marL="0" rtl="0" algn="l">
              <a:spcBef>
                <a:spcPts val="0"/>
              </a:spcBef>
              <a:spcAft>
                <a:spcPts val="0"/>
              </a:spcAft>
              <a:buNone/>
            </a:pPr>
            <a:r>
              <a:rPr lang="en"/>
              <a:t>Without PeopleFirst</a:t>
            </a:r>
            <a:endParaRPr/>
          </a:p>
        </p:txBody>
      </p:sp>
      <p:sp>
        <p:nvSpPr>
          <p:cNvPr id="1056" name="Google Shape;1056;p108"/>
          <p:cNvSpPr txBox="1"/>
          <p:nvPr>
            <p:ph idx="17" type="subTitle"/>
          </p:nvPr>
        </p:nvSpPr>
        <p:spPr>
          <a:xfrm>
            <a:off x="238800" y="2667925"/>
            <a:ext cx="1398600" cy="3387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lang="en"/>
              <a:t>Identify a problem</a:t>
            </a:r>
            <a:endParaRPr/>
          </a:p>
        </p:txBody>
      </p:sp>
      <p:sp>
        <p:nvSpPr>
          <p:cNvPr id="1057" name="Google Shape;1057;p108"/>
          <p:cNvSpPr txBox="1"/>
          <p:nvPr>
            <p:ph idx="18" type="subTitle"/>
          </p:nvPr>
        </p:nvSpPr>
        <p:spPr>
          <a:xfrm>
            <a:off x="2034375" y="2667925"/>
            <a:ext cx="1339800" cy="2262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lang="en"/>
              <a:t>Desire for Help</a:t>
            </a:r>
            <a:endParaRPr/>
          </a:p>
        </p:txBody>
      </p:sp>
      <p:sp>
        <p:nvSpPr>
          <p:cNvPr id="1058" name="Google Shape;1058;p108"/>
          <p:cNvSpPr txBox="1"/>
          <p:nvPr>
            <p:ph idx="21" type="subTitle"/>
          </p:nvPr>
        </p:nvSpPr>
        <p:spPr>
          <a:xfrm>
            <a:off x="372900" y="2029450"/>
            <a:ext cx="314100" cy="3387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1</a:t>
            </a:r>
            <a:endParaRPr/>
          </a:p>
        </p:txBody>
      </p:sp>
      <p:sp>
        <p:nvSpPr>
          <p:cNvPr id="1059" name="Google Shape;1059;p108"/>
          <p:cNvSpPr txBox="1"/>
          <p:nvPr>
            <p:ph idx="22" type="subTitle"/>
          </p:nvPr>
        </p:nvSpPr>
        <p:spPr>
          <a:xfrm>
            <a:off x="2178663" y="2027390"/>
            <a:ext cx="314100" cy="3387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2</a:t>
            </a:r>
            <a:endParaRPr/>
          </a:p>
        </p:txBody>
      </p:sp>
      <p:sp>
        <p:nvSpPr>
          <p:cNvPr id="1060" name="Google Shape;1060;p108"/>
          <p:cNvSpPr txBox="1"/>
          <p:nvPr>
            <p:ph idx="23" type="subTitle"/>
          </p:nvPr>
        </p:nvSpPr>
        <p:spPr>
          <a:xfrm>
            <a:off x="3974250" y="2027390"/>
            <a:ext cx="314100" cy="3387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3</a:t>
            </a:r>
            <a:endParaRPr/>
          </a:p>
        </p:txBody>
      </p:sp>
      <p:sp>
        <p:nvSpPr>
          <p:cNvPr id="1061" name="Google Shape;1061;p108"/>
          <p:cNvSpPr txBox="1"/>
          <p:nvPr>
            <p:ph idx="24" type="subTitle"/>
          </p:nvPr>
        </p:nvSpPr>
        <p:spPr>
          <a:xfrm>
            <a:off x="5789675" y="2027390"/>
            <a:ext cx="314100" cy="3387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4</a:t>
            </a:r>
            <a:endParaRPr/>
          </a:p>
        </p:txBody>
      </p:sp>
      <p:sp>
        <p:nvSpPr>
          <p:cNvPr id="1046" name="Google Shape;1046;p108"/>
          <p:cNvSpPr txBox="1"/>
          <p:nvPr>
            <p:ph idx="25" type="subTitle"/>
          </p:nvPr>
        </p:nvSpPr>
        <p:spPr>
          <a:xfrm>
            <a:off x="7605089" y="2027390"/>
            <a:ext cx="314100" cy="3387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5</a:t>
            </a:r>
            <a:endParaRPr/>
          </a:p>
        </p:txBody>
      </p:sp>
      <p:sp>
        <p:nvSpPr>
          <p:cNvPr id="1062" name="Google Shape;1062;p108"/>
          <p:cNvSpPr txBox="1"/>
          <p:nvPr>
            <p:ph idx="3" type="subTitle"/>
          </p:nvPr>
        </p:nvSpPr>
        <p:spPr>
          <a:xfrm>
            <a:off x="3829950" y="2667925"/>
            <a:ext cx="1339800" cy="2262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lang="en"/>
              <a:t>Help Availability</a:t>
            </a:r>
            <a:endParaRPr/>
          </a:p>
        </p:txBody>
      </p:sp>
      <p:sp>
        <p:nvSpPr>
          <p:cNvPr id="1063" name="Google Shape;1063;p108"/>
          <p:cNvSpPr txBox="1"/>
          <p:nvPr>
            <p:ph idx="19" type="subTitle"/>
          </p:nvPr>
        </p:nvSpPr>
        <p:spPr>
          <a:xfrm>
            <a:off x="5625525" y="2667925"/>
            <a:ext cx="1805100" cy="2262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lang="en"/>
              <a:t>Mediating the problem</a:t>
            </a:r>
            <a:endParaRPr/>
          </a:p>
        </p:txBody>
      </p:sp>
      <p:sp>
        <p:nvSpPr>
          <p:cNvPr id="1064" name="Google Shape;1064;p108"/>
          <p:cNvSpPr txBox="1"/>
          <p:nvPr>
            <p:ph idx="20" type="subTitle"/>
          </p:nvPr>
        </p:nvSpPr>
        <p:spPr>
          <a:xfrm>
            <a:off x="7460789" y="2667925"/>
            <a:ext cx="1339800" cy="1443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lang="en"/>
              <a:t>Follow-up</a:t>
            </a:r>
            <a:endParaRPr/>
          </a:p>
        </p:txBody>
      </p:sp>
      <p:pic>
        <p:nvPicPr>
          <p:cNvPr id="1065" name="Google Shape;1065;p108"/>
          <p:cNvPicPr preferRelativeResize="0"/>
          <p:nvPr/>
        </p:nvPicPr>
        <p:blipFill>
          <a:blip r:embed="rId3">
            <a:alphaModFix/>
          </a:blip>
          <a:stretch>
            <a:fillRect/>
          </a:stretch>
        </p:blipFill>
        <p:spPr>
          <a:xfrm>
            <a:off x="8168970" y="0"/>
            <a:ext cx="975024" cy="1463825"/>
          </a:xfrm>
          <a:prstGeom prst="rect">
            <a:avLst/>
          </a:prstGeom>
          <a:noFill/>
          <a:ln>
            <a:noFill/>
          </a:ln>
        </p:spPr>
      </p:pic>
      <p:sp>
        <p:nvSpPr>
          <p:cNvPr id="1066" name="Google Shape;1066;p108"/>
          <p:cNvSpPr txBox="1"/>
          <p:nvPr/>
        </p:nvSpPr>
        <p:spPr>
          <a:xfrm>
            <a:off x="228600" y="2894125"/>
            <a:ext cx="12108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000">
                <a:solidFill>
                  <a:schemeClr val="lt1"/>
                </a:solidFill>
                <a:latin typeface="Urbanist"/>
                <a:ea typeface="Urbanist"/>
                <a:cs typeface="Urbanist"/>
                <a:sym typeface="Urbanist"/>
              </a:rPr>
              <a:t>Shawn struggles with the passing of his grandfather and can’t concentrate on any of his classes.</a:t>
            </a:r>
            <a:endParaRPr sz="1200">
              <a:solidFill>
                <a:schemeClr val="lt1"/>
              </a:solidFill>
              <a:latin typeface="Urbanist"/>
              <a:ea typeface="Urbanist"/>
              <a:cs typeface="Urbanist"/>
              <a:sym typeface="Urbanist"/>
            </a:endParaRPr>
          </a:p>
        </p:txBody>
      </p:sp>
      <p:sp>
        <p:nvSpPr>
          <p:cNvPr id="1067" name="Google Shape;1067;p108"/>
          <p:cNvSpPr txBox="1"/>
          <p:nvPr/>
        </p:nvSpPr>
        <p:spPr>
          <a:xfrm>
            <a:off x="2029275" y="2894125"/>
            <a:ext cx="12108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lt1"/>
                </a:solidFill>
                <a:latin typeface="Urbanist"/>
                <a:ea typeface="Urbanist"/>
                <a:cs typeface="Urbanist"/>
                <a:sym typeface="Urbanist"/>
              </a:rPr>
              <a:t>Shawn decides he wants to do something about his situation, so that he can move forward in life.</a:t>
            </a:r>
            <a:endParaRPr sz="1200">
              <a:solidFill>
                <a:schemeClr val="lt1"/>
              </a:solidFill>
              <a:latin typeface="Urbanist"/>
              <a:ea typeface="Urbanist"/>
              <a:cs typeface="Urbanist"/>
              <a:sym typeface="Urbanist"/>
            </a:endParaRPr>
          </a:p>
        </p:txBody>
      </p:sp>
      <p:sp>
        <p:nvSpPr>
          <p:cNvPr id="1068" name="Google Shape;1068;p108"/>
          <p:cNvSpPr txBox="1"/>
          <p:nvPr/>
        </p:nvSpPr>
        <p:spPr>
          <a:xfrm>
            <a:off x="3827400" y="2894125"/>
            <a:ext cx="12108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lt1"/>
                </a:solidFill>
                <a:latin typeface="Urbanist"/>
                <a:ea typeface="Urbanist"/>
                <a:cs typeface="Urbanist"/>
                <a:sym typeface="Urbanist"/>
              </a:rPr>
              <a:t>Shawn is put on a 3 week waiting list for receiving counseling because of the lack of </a:t>
            </a:r>
            <a:r>
              <a:rPr lang="en" sz="1000">
                <a:solidFill>
                  <a:schemeClr val="lt1"/>
                </a:solidFill>
                <a:latin typeface="Urbanist"/>
                <a:ea typeface="Urbanist"/>
                <a:cs typeface="Urbanist"/>
                <a:sym typeface="Urbanist"/>
              </a:rPr>
              <a:t>availabilities</a:t>
            </a:r>
            <a:r>
              <a:rPr lang="en" sz="1000">
                <a:solidFill>
                  <a:schemeClr val="lt1"/>
                </a:solidFill>
                <a:latin typeface="Urbanist"/>
                <a:ea typeface="Urbanist"/>
                <a:cs typeface="Urbanist"/>
                <a:sym typeface="Urbanist"/>
              </a:rPr>
              <a:t>.</a:t>
            </a:r>
            <a:endParaRPr sz="1200">
              <a:solidFill>
                <a:schemeClr val="lt1"/>
              </a:solidFill>
              <a:latin typeface="Urbanist"/>
              <a:ea typeface="Urbanist"/>
              <a:cs typeface="Urbanist"/>
              <a:sym typeface="Urbanist"/>
            </a:endParaRPr>
          </a:p>
        </p:txBody>
      </p:sp>
      <p:sp>
        <p:nvSpPr>
          <p:cNvPr id="1069" name="Google Shape;1069;p108"/>
          <p:cNvSpPr txBox="1"/>
          <p:nvPr/>
        </p:nvSpPr>
        <p:spPr>
          <a:xfrm>
            <a:off x="5603250" y="2894125"/>
            <a:ext cx="12108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lt1"/>
                </a:solidFill>
                <a:latin typeface="Urbanist"/>
                <a:ea typeface="Urbanist"/>
                <a:cs typeface="Urbanist"/>
                <a:sym typeface="Urbanist"/>
              </a:rPr>
              <a:t>Shawn speaks to his counselor, but he was matched with the first available counselor and doesn’t feel comfortable opening up.</a:t>
            </a:r>
            <a:endParaRPr sz="1200">
              <a:solidFill>
                <a:schemeClr val="lt1"/>
              </a:solidFill>
              <a:latin typeface="Urbanist"/>
              <a:ea typeface="Urbanist"/>
              <a:cs typeface="Urbanist"/>
              <a:sym typeface="Urbanist"/>
            </a:endParaRPr>
          </a:p>
        </p:txBody>
      </p:sp>
      <p:sp>
        <p:nvSpPr>
          <p:cNvPr id="1070" name="Google Shape;1070;p108"/>
          <p:cNvSpPr txBox="1"/>
          <p:nvPr/>
        </p:nvSpPr>
        <p:spPr>
          <a:xfrm>
            <a:off x="7426200" y="2894125"/>
            <a:ext cx="1210800" cy="1416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lt1"/>
                </a:solidFill>
                <a:latin typeface="Urbanist"/>
                <a:ea typeface="Urbanist"/>
                <a:cs typeface="Urbanist"/>
                <a:sym typeface="Urbanist"/>
              </a:rPr>
              <a:t>Shawn feels uneasy about setting up further appointments because he isn’t sure if his counseling was effective.</a:t>
            </a:r>
            <a:endParaRPr sz="1200">
              <a:solidFill>
                <a:schemeClr val="lt1"/>
              </a:solidFill>
              <a:latin typeface="Urbanist"/>
              <a:ea typeface="Urbanist"/>
              <a:cs typeface="Urbanist"/>
              <a:sym typeface="Urbanis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4" name="Shape 1074"/>
        <p:cNvGrpSpPr/>
        <p:nvPr/>
      </p:nvGrpSpPr>
      <p:grpSpPr>
        <a:xfrm>
          <a:off x="0" y="0"/>
          <a:ext cx="0" cy="0"/>
          <a:chOff x="0" y="0"/>
          <a:chExt cx="0" cy="0"/>
        </a:xfrm>
      </p:grpSpPr>
      <p:pic>
        <p:nvPicPr>
          <p:cNvPr descr="A luminous galaxy in space. " id="1075" name="Google Shape;1075;p109"/>
          <p:cNvPicPr preferRelativeResize="0"/>
          <p:nvPr/>
        </p:nvPicPr>
        <p:blipFill rotWithShape="1">
          <a:blip r:embed="rId3">
            <a:alphaModFix amt="50000"/>
          </a:blip>
          <a:srcRect b="1961" l="0" r="0" t="6840"/>
          <a:stretch/>
        </p:blipFill>
        <p:spPr>
          <a:xfrm>
            <a:off x="0" y="-3250"/>
            <a:ext cx="9144003" cy="4686976"/>
          </a:xfrm>
          <a:prstGeom prst="rect">
            <a:avLst/>
          </a:prstGeom>
          <a:noFill/>
          <a:ln>
            <a:noFill/>
          </a:ln>
        </p:spPr>
      </p:pic>
      <p:sp>
        <p:nvSpPr>
          <p:cNvPr id="1076" name="Google Shape;1076;p109"/>
          <p:cNvSpPr txBox="1"/>
          <p:nvPr>
            <p:ph type="title"/>
          </p:nvPr>
        </p:nvSpPr>
        <p:spPr>
          <a:xfrm>
            <a:off x="234125" y="3337800"/>
            <a:ext cx="8574600" cy="1114800"/>
          </a:xfrm>
          <a:prstGeom prst="rect">
            <a:avLst/>
          </a:prstGeom>
        </p:spPr>
        <p:txBody>
          <a:bodyPr anchorCtr="0" anchor="b" bIns="0" lIns="0" spcFirstLastPara="1" rIns="0" wrap="square" tIns="0">
            <a:noAutofit/>
          </a:bodyPr>
          <a:lstStyle/>
          <a:p>
            <a:pPr indent="0" lvl="0" marL="0" rtl="0" algn="l">
              <a:lnSpc>
                <a:spcPct val="85000"/>
              </a:lnSpc>
              <a:spcBef>
                <a:spcPts val="0"/>
              </a:spcBef>
              <a:spcAft>
                <a:spcPts val="0"/>
              </a:spcAft>
              <a:buNone/>
            </a:pPr>
            <a:r>
              <a:rPr lang="en">
                <a:solidFill>
                  <a:schemeClr val="dk2"/>
                </a:solidFill>
              </a:rPr>
              <a:t>We will better the college learning environment, so that many can </a:t>
            </a:r>
            <a:r>
              <a:rPr lang="en">
                <a:solidFill>
                  <a:schemeClr val="accent3"/>
                </a:solidFill>
              </a:rPr>
              <a:t>thrive</a:t>
            </a:r>
            <a:r>
              <a:rPr lang="en">
                <a:solidFill>
                  <a:schemeClr val="dk2"/>
                </a:solidFill>
              </a:rPr>
              <a:t>.</a:t>
            </a:r>
            <a:endParaRPr>
              <a:solidFill>
                <a:schemeClr val="accent3"/>
              </a:solidFill>
            </a:endParaRPr>
          </a:p>
        </p:txBody>
      </p:sp>
      <p:sp>
        <p:nvSpPr>
          <p:cNvPr id="1077" name="Google Shape;1077;p109"/>
          <p:cNvSpPr txBox="1"/>
          <p:nvPr>
            <p:ph idx="1" type="subTitle"/>
          </p:nvPr>
        </p:nvSpPr>
        <p:spPr>
          <a:xfrm>
            <a:off x="235575" y="228600"/>
            <a:ext cx="2870100" cy="228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Our mission</a:t>
            </a:r>
            <a:endParaRPr/>
          </a:p>
        </p:txBody>
      </p:sp>
      <p:pic>
        <p:nvPicPr>
          <p:cNvPr id="1078" name="Google Shape;1078;p109"/>
          <p:cNvPicPr preferRelativeResize="0"/>
          <p:nvPr/>
        </p:nvPicPr>
        <p:blipFill>
          <a:blip r:embed="rId4">
            <a:alphaModFix/>
          </a:blip>
          <a:stretch>
            <a:fillRect/>
          </a:stretch>
        </p:blipFill>
        <p:spPr>
          <a:xfrm>
            <a:off x="8385172" y="106125"/>
            <a:ext cx="643050" cy="96542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10"/>
          <p:cNvSpPr txBox="1"/>
          <p:nvPr>
            <p:ph idx="4294967295" type="body"/>
          </p:nvPr>
        </p:nvSpPr>
        <p:spPr>
          <a:xfrm>
            <a:off x="5206375" y="674250"/>
            <a:ext cx="3650400" cy="36777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 sz="2000">
                <a:solidFill>
                  <a:srgbClr val="000000"/>
                </a:solidFill>
                <a:latin typeface="Urbanist"/>
                <a:ea typeface="Urbanist"/>
                <a:cs typeface="Urbanist"/>
                <a:sym typeface="Urbanist"/>
              </a:rPr>
              <a:t>The creation of a free mobile app that bridges the gap between struggling college students and peer/professional assistance through online communication and helpful resources.</a:t>
            </a:r>
            <a:endParaRPr sz="2000">
              <a:solidFill>
                <a:srgbClr val="000000"/>
              </a:solidFill>
              <a:latin typeface="Urbanist"/>
              <a:ea typeface="Urbanist"/>
              <a:cs typeface="Urbanist"/>
              <a:sym typeface="Urbanist"/>
            </a:endParaRPr>
          </a:p>
          <a:p>
            <a:pPr indent="0" lvl="0" marL="0" rtl="0" algn="l">
              <a:lnSpc>
                <a:spcPct val="115000"/>
              </a:lnSpc>
              <a:spcBef>
                <a:spcPts val="1200"/>
              </a:spcBef>
              <a:spcAft>
                <a:spcPts val="0"/>
              </a:spcAft>
              <a:buNone/>
            </a:pPr>
            <a:r>
              <a:t/>
            </a:r>
            <a:endParaRPr sz="2000">
              <a:solidFill>
                <a:srgbClr val="000000"/>
              </a:solidFill>
              <a:latin typeface="Urbanist"/>
              <a:ea typeface="Urbanist"/>
              <a:cs typeface="Urbanist"/>
              <a:sym typeface="Urbanist"/>
            </a:endParaRPr>
          </a:p>
          <a:p>
            <a:pPr indent="0" lvl="0" marL="0" rtl="0" algn="l">
              <a:spcBef>
                <a:spcPts val="1200"/>
              </a:spcBef>
              <a:spcAft>
                <a:spcPts val="0"/>
              </a:spcAft>
              <a:buNone/>
            </a:pPr>
            <a:r>
              <a:t/>
            </a:r>
            <a:endParaRPr>
              <a:solidFill>
                <a:srgbClr val="000000"/>
              </a:solidFill>
              <a:highlight>
                <a:schemeClr val="accent1"/>
              </a:highlight>
              <a:latin typeface="Instrument Sans SemiBold"/>
              <a:ea typeface="Instrument Sans SemiBold"/>
              <a:cs typeface="Instrument Sans SemiBold"/>
              <a:sym typeface="Instrument Sans SemiBold"/>
            </a:endParaRPr>
          </a:p>
        </p:txBody>
      </p:sp>
      <p:sp>
        <p:nvSpPr>
          <p:cNvPr id="1084" name="Google Shape;1084;p110"/>
          <p:cNvSpPr txBox="1"/>
          <p:nvPr/>
        </p:nvSpPr>
        <p:spPr>
          <a:xfrm>
            <a:off x="5184475" y="424700"/>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latin typeface="Urbanist"/>
                <a:ea typeface="Urbanist"/>
                <a:cs typeface="Urbanist"/>
                <a:sym typeface="Urbanist"/>
              </a:rPr>
              <a:t>The Solution</a:t>
            </a:r>
            <a:endParaRPr>
              <a:latin typeface="Urbanist"/>
              <a:ea typeface="Urbanist"/>
              <a:cs typeface="Urbanist"/>
              <a:sym typeface="Urbanist"/>
            </a:endParaRPr>
          </a:p>
        </p:txBody>
      </p:sp>
      <p:pic>
        <p:nvPicPr>
          <p:cNvPr id="1085" name="Google Shape;1085;p110"/>
          <p:cNvPicPr preferRelativeResize="0"/>
          <p:nvPr/>
        </p:nvPicPr>
        <p:blipFill>
          <a:blip r:embed="rId3">
            <a:alphaModFix/>
          </a:blip>
          <a:stretch>
            <a:fillRect/>
          </a:stretch>
        </p:blipFill>
        <p:spPr>
          <a:xfrm>
            <a:off x="8184470" y="3679675"/>
            <a:ext cx="975024" cy="1463825"/>
          </a:xfrm>
          <a:prstGeom prst="rect">
            <a:avLst/>
          </a:prstGeom>
          <a:noFill/>
          <a:ln>
            <a:noFill/>
          </a:ln>
        </p:spPr>
      </p:pic>
      <p:pic>
        <p:nvPicPr>
          <p:cNvPr descr="Students smiling together outdoors (Provided by Getty Images)" id="1086" name="Google Shape;1086;p110"/>
          <p:cNvPicPr preferRelativeResize="0"/>
          <p:nvPr/>
        </p:nvPicPr>
        <p:blipFill>
          <a:blip r:embed="rId4">
            <a:alphaModFix/>
          </a:blip>
          <a:stretch>
            <a:fillRect/>
          </a:stretch>
        </p:blipFill>
        <p:spPr>
          <a:xfrm>
            <a:off x="0" y="0"/>
            <a:ext cx="3650399" cy="514350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090" name="Shape 1090"/>
        <p:cNvGrpSpPr/>
        <p:nvPr/>
      </p:nvGrpSpPr>
      <p:grpSpPr>
        <a:xfrm>
          <a:off x="0" y="0"/>
          <a:ext cx="0" cy="0"/>
          <a:chOff x="0" y="0"/>
          <a:chExt cx="0" cy="0"/>
        </a:xfrm>
      </p:grpSpPr>
      <p:sp>
        <p:nvSpPr>
          <p:cNvPr id="1091" name="Google Shape;1091;p111"/>
          <p:cNvSpPr txBox="1"/>
          <p:nvPr>
            <p:ph idx="12" type="sldNum"/>
          </p:nvPr>
        </p:nvSpPr>
        <p:spPr>
          <a:xfrm>
            <a:off x="8556779" y="4668600"/>
            <a:ext cx="300000" cy="196800"/>
          </a:xfrm>
          <a:prstGeom prst="rect">
            <a:avLst/>
          </a:prstGeom>
        </p:spPr>
        <p:txBody>
          <a:bodyPr anchorCtr="0" anchor="b" bIns="0" lIns="0" spcFirstLastPara="1" rIns="0" wrap="square" tIns="0">
            <a:noAutofit/>
          </a:bodyPr>
          <a:lstStyle/>
          <a:p>
            <a:pPr indent="0" lvl="0" marL="0" rtl="0" algn="r">
              <a:spcBef>
                <a:spcPts val="0"/>
              </a:spcBef>
              <a:spcAft>
                <a:spcPts val="0"/>
              </a:spcAft>
              <a:buNone/>
            </a:pPr>
            <a:fld id="{00000000-1234-1234-1234-123412341234}" type="slidenum">
              <a:rPr lang="en"/>
              <a:t>‹#›</a:t>
            </a:fld>
            <a:endParaRPr/>
          </a:p>
        </p:txBody>
      </p:sp>
      <p:sp>
        <p:nvSpPr>
          <p:cNvPr id="1092" name="Google Shape;1092;p111"/>
          <p:cNvSpPr txBox="1"/>
          <p:nvPr>
            <p:ph idx="4294967295" type="title"/>
          </p:nvPr>
        </p:nvSpPr>
        <p:spPr>
          <a:xfrm>
            <a:off x="228600" y="424775"/>
            <a:ext cx="6841500" cy="738900"/>
          </a:xfrm>
          <a:prstGeom prst="rect">
            <a:avLst/>
          </a:prstGeom>
        </p:spPr>
        <p:txBody>
          <a:bodyPr anchorCtr="0" anchor="t" bIns="0" lIns="0" spcFirstLastPara="1" rIns="91425" wrap="square" tIns="0">
            <a:spAutoFit/>
          </a:bodyPr>
          <a:lstStyle/>
          <a:p>
            <a:pPr indent="0" lvl="0" marL="0" rtl="0" algn="l">
              <a:spcBef>
                <a:spcPts val="0"/>
              </a:spcBef>
              <a:spcAft>
                <a:spcPts val="0"/>
              </a:spcAft>
              <a:buNone/>
            </a:pPr>
            <a:r>
              <a:rPr lang="en"/>
              <a:t>PeopleFirst’s Solution</a:t>
            </a:r>
            <a:endParaRPr/>
          </a:p>
        </p:txBody>
      </p:sp>
      <p:cxnSp>
        <p:nvCxnSpPr>
          <p:cNvPr id="1093" name="Google Shape;1093;p111"/>
          <p:cNvCxnSpPr>
            <a:stCxn id="1094" idx="3"/>
          </p:cNvCxnSpPr>
          <p:nvPr/>
        </p:nvCxnSpPr>
        <p:spPr>
          <a:xfrm>
            <a:off x="2492763" y="2196740"/>
            <a:ext cx="5112300" cy="0"/>
          </a:xfrm>
          <a:prstGeom prst="straightConnector1">
            <a:avLst/>
          </a:prstGeom>
          <a:noFill/>
          <a:ln cap="flat" cmpd="sng" w="9525">
            <a:solidFill>
              <a:schemeClr val="lt1"/>
            </a:solidFill>
            <a:prstDash val="solid"/>
            <a:round/>
            <a:headEnd len="med" w="med" type="none"/>
            <a:tailEnd len="med" w="med" type="none"/>
          </a:ln>
        </p:spPr>
      </p:cxnSp>
      <p:sp>
        <p:nvSpPr>
          <p:cNvPr id="1095" name="Google Shape;1095;p111"/>
          <p:cNvSpPr/>
          <p:nvPr/>
        </p:nvSpPr>
        <p:spPr>
          <a:xfrm>
            <a:off x="550525" y="1216366"/>
            <a:ext cx="1588675" cy="1234650"/>
          </a:xfrm>
          <a:custGeom>
            <a:rect b="b" l="l" r="r" t="t"/>
            <a:pathLst>
              <a:path extrusionOk="0" h="49386" w="63547">
                <a:moveTo>
                  <a:pt x="0" y="39744"/>
                </a:moveTo>
                <a:cubicBezTo>
                  <a:pt x="6378" y="39744"/>
                  <a:pt x="16859" y="42649"/>
                  <a:pt x="18875" y="36598"/>
                </a:cubicBezTo>
                <a:cubicBezTo>
                  <a:pt x="20462" y="31834"/>
                  <a:pt x="9776" y="28047"/>
                  <a:pt x="11640" y="23385"/>
                </a:cubicBezTo>
                <a:cubicBezTo>
                  <a:pt x="13651" y="18355"/>
                  <a:pt x="23986" y="23527"/>
                  <a:pt x="27369" y="19296"/>
                </a:cubicBezTo>
                <a:cubicBezTo>
                  <a:pt x="30516" y="15361"/>
                  <a:pt x="23394" y="9480"/>
                  <a:pt x="24223" y="4510"/>
                </a:cubicBezTo>
                <a:cubicBezTo>
                  <a:pt x="24717" y="1546"/>
                  <a:pt x="29114" y="-319"/>
                  <a:pt x="32088" y="106"/>
                </a:cubicBezTo>
                <a:cubicBezTo>
                  <a:pt x="35331" y="570"/>
                  <a:pt x="39099" y="3167"/>
                  <a:pt x="39638" y="6398"/>
                </a:cubicBezTo>
                <a:cubicBezTo>
                  <a:pt x="40218" y="9875"/>
                  <a:pt x="36859" y="12878"/>
                  <a:pt x="35548" y="16150"/>
                </a:cubicBezTo>
                <a:cubicBezTo>
                  <a:pt x="34672" y="18337"/>
                  <a:pt x="36852" y="20735"/>
                  <a:pt x="38065" y="22756"/>
                </a:cubicBezTo>
                <a:cubicBezTo>
                  <a:pt x="39903" y="25818"/>
                  <a:pt x="39280" y="29929"/>
                  <a:pt x="38694" y="33452"/>
                </a:cubicBezTo>
                <a:cubicBezTo>
                  <a:pt x="37921" y="38101"/>
                  <a:pt x="31236" y="42624"/>
                  <a:pt x="33661" y="46665"/>
                </a:cubicBezTo>
                <a:cubicBezTo>
                  <a:pt x="35288" y="49376"/>
                  <a:pt x="41923" y="50544"/>
                  <a:pt x="43099" y="47609"/>
                </a:cubicBezTo>
                <a:cubicBezTo>
                  <a:pt x="44714" y="43575"/>
                  <a:pt x="40864" y="36085"/>
                  <a:pt x="44986" y="34711"/>
                </a:cubicBezTo>
                <a:cubicBezTo>
                  <a:pt x="46820" y="34100"/>
                  <a:pt x="49654" y="34311"/>
                  <a:pt x="50649" y="35969"/>
                </a:cubicBezTo>
                <a:cubicBezTo>
                  <a:pt x="51663" y="37658"/>
                  <a:pt x="51336" y="40586"/>
                  <a:pt x="53165" y="41317"/>
                </a:cubicBezTo>
                <a:cubicBezTo>
                  <a:pt x="56384" y="42604"/>
                  <a:pt x="60080" y="41946"/>
                  <a:pt x="63547" y="41946"/>
                </a:cubicBezTo>
              </a:path>
            </a:pathLst>
          </a:custGeom>
          <a:noFill/>
          <a:ln cap="flat" cmpd="sng" w="9525">
            <a:solidFill>
              <a:schemeClr val="lt1"/>
            </a:solidFill>
            <a:prstDash val="solid"/>
            <a:round/>
            <a:headEnd len="med" w="med" type="none"/>
            <a:tailEnd len="med" w="med" type="none"/>
          </a:ln>
        </p:spPr>
      </p:sp>
      <p:sp>
        <p:nvSpPr>
          <p:cNvPr id="1096" name="Google Shape;1096;p111"/>
          <p:cNvSpPr/>
          <p:nvPr/>
        </p:nvSpPr>
        <p:spPr>
          <a:xfrm>
            <a:off x="228600" y="1895390"/>
            <a:ext cx="602700" cy="602700"/>
          </a:xfrm>
          <a:prstGeom prst="roundRect">
            <a:avLst>
              <a:gd fmla="val 50000" name="adj"/>
            </a:avLst>
          </a:prstGeom>
          <a:solidFill>
            <a:schemeClr val="accent3"/>
          </a:solidFill>
          <a:ln>
            <a:noFill/>
          </a:ln>
        </p:spPr>
        <p:txBody>
          <a:bodyPr anchorCtr="0" anchor="ctr" bIns="91425" lIns="164575" spcFirstLastPara="1" rIns="91425" wrap="square" tIns="91425">
            <a:noAutofit/>
          </a:bodyPr>
          <a:lstStyle/>
          <a:p>
            <a:pPr indent="0" lvl="0" marL="0" rtl="0" algn="ctr">
              <a:spcBef>
                <a:spcPts val="0"/>
              </a:spcBef>
              <a:spcAft>
                <a:spcPts val="0"/>
              </a:spcAft>
              <a:buNone/>
            </a:pPr>
            <a:r>
              <a:t/>
            </a:r>
            <a:endParaRPr sz="1600">
              <a:solidFill>
                <a:schemeClr val="dk1"/>
              </a:solidFill>
              <a:latin typeface="Urbanist SemiBold"/>
              <a:ea typeface="Urbanist SemiBold"/>
              <a:cs typeface="Urbanist SemiBold"/>
              <a:sym typeface="Urbanist SemiBold"/>
            </a:endParaRPr>
          </a:p>
        </p:txBody>
      </p:sp>
      <p:sp>
        <p:nvSpPr>
          <p:cNvPr id="1097" name="Google Shape;1097;p111"/>
          <p:cNvSpPr/>
          <p:nvPr/>
        </p:nvSpPr>
        <p:spPr>
          <a:xfrm>
            <a:off x="2034363" y="1895390"/>
            <a:ext cx="602700" cy="602700"/>
          </a:xfrm>
          <a:prstGeom prst="roundRect">
            <a:avLst>
              <a:gd fmla="val 28849" name="adj"/>
            </a:avLst>
          </a:prstGeom>
          <a:solidFill>
            <a:srgbClr val="FFFF00"/>
          </a:solidFill>
          <a:ln>
            <a:noFill/>
          </a:ln>
        </p:spPr>
        <p:txBody>
          <a:bodyPr anchorCtr="0" anchor="ctr" bIns="91425" lIns="164575" spcFirstLastPara="1" rIns="91425" wrap="square" tIns="91425">
            <a:noAutofit/>
          </a:bodyPr>
          <a:lstStyle/>
          <a:p>
            <a:pPr indent="0" lvl="0" marL="0" rtl="0" algn="ctr">
              <a:spcBef>
                <a:spcPts val="0"/>
              </a:spcBef>
              <a:spcAft>
                <a:spcPts val="0"/>
              </a:spcAft>
              <a:buNone/>
            </a:pPr>
            <a:r>
              <a:t/>
            </a:r>
            <a:endParaRPr sz="1600">
              <a:solidFill>
                <a:schemeClr val="accent3"/>
              </a:solidFill>
              <a:latin typeface="Urbanist SemiBold"/>
              <a:ea typeface="Urbanist SemiBold"/>
              <a:cs typeface="Urbanist SemiBold"/>
              <a:sym typeface="Urbanist SemiBold"/>
            </a:endParaRPr>
          </a:p>
        </p:txBody>
      </p:sp>
      <p:sp>
        <p:nvSpPr>
          <p:cNvPr id="1098" name="Google Shape;1098;p111"/>
          <p:cNvSpPr/>
          <p:nvPr/>
        </p:nvSpPr>
        <p:spPr>
          <a:xfrm>
            <a:off x="3829950" y="1895390"/>
            <a:ext cx="602700" cy="602700"/>
          </a:xfrm>
          <a:prstGeom prst="roundRect">
            <a:avLst>
              <a:gd fmla="val 28849" name="adj"/>
            </a:avLst>
          </a:prstGeom>
          <a:solidFill>
            <a:srgbClr val="F1FF72"/>
          </a:solidFill>
          <a:ln>
            <a:noFill/>
          </a:ln>
        </p:spPr>
        <p:txBody>
          <a:bodyPr anchorCtr="0" anchor="ctr" bIns="91425" lIns="164575" spcFirstLastPara="1" rIns="91425" wrap="square" tIns="91425">
            <a:noAutofit/>
          </a:bodyPr>
          <a:lstStyle/>
          <a:p>
            <a:pPr indent="0" lvl="0" marL="0" rtl="0" algn="ctr">
              <a:spcBef>
                <a:spcPts val="0"/>
              </a:spcBef>
              <a:spcAft>
                <a:spcPts val="0"/>
              </a:spcAft>
              <a:buNone/>
            </a:pPr>
            <a:r>
              <a:t/>
            </a:r>
            <a:endParaRPr sz="1600">
              <a:solidFill>
                <a:schemeClr val="accent3"/>
              </a:solidFill>
              <a:latin typeface="Urbanist SemiBold"/>
              <a:ea typeface="Urbanist SemiBold"/>
              <a:cs typeface="Urbanist SemiBold"/>
              <a:sym typeface="Urbanist SemiBold"/>
            </a:endParaRPr>
          </a:p>
        </p:txBody>
      </p:sp>
      <p:sp>
        <p:nvSpPr>
          <p:cNvPr id="1099" name="Google Shape;1099;p111"/>
          <p:cNvSpPr/>
          <p:nvPr/>
        </p:nvSpPr>
        <p:spPr>
          <a:xfrm>
            <a:off x="5645375" y="1895390"/>
            <a:ext cx="602700" cy="602700"/>
          </a:xfrm>
          <a:prstGeom prst="roundRect">
            <a:avLst>
              <a:gd fmla="val 28849" name="adj"/>
            </a:avLst>
          </a:prstGeom>
          <a:solidFill>
            <a:srgbClr val="D1FF48"/>
          </a:solidFill>
          <a:ln>
            <a:noFill/>
          </a:ln>
        </p:spPr>
        <p:txBody>
          <a:bodyPr anchorCtr="0" anchor="ctr" bIns="91425" lIns="164575" spcFirstLastPara="1" rIns="91425" wrap="square" tIns="91425">
            <a:noAutofit/>
          </a:bodyPr>
          <a:lstStyle/>
          <a:p>
            <a:pPr indent="0" lvl="0" marL="0" rtl="0" algn="ctr">
              <a:spcBef>
                <a:spcPts val="0"/>
              </a:spcBef>
              <a:spcAft>
                <a:spcPts val="0"/>
              </a:spcAft>
              <a:buNone/>
            </a:pPr>
            <a:r>
              <a:t/>
            </a:r>
            <a:endParaRPr sz="1600">
              <a:solidFill>
                <a:schemeClr val="accent3"/>
              </a:solidFill>
              <a:latin typeface="Urbanist SemiBold"/>
              <a:ea typeface="Urbanist SemiBold"/>
              <a:cs typeface="Urbanist SemiBold"/>
              <a:sym typeface="Urbanist SemiBold"/>
            </a:endParaRPr>
          </a:p>
        </p:txBody>
      </p:sp>
      <p:sp>
        <p:nvSpPr>
          <p:cNvPr id="1100" name="Google Shape;1100;p111"/>
          <p:cNvSpPr/>
          <p:nvPr/>
        </p:nvSpPr>
        <p:spPr>
          <a:xfrm>
            <a:off x="7460789" y="1895390"/>
            <a:ext cx="602700" cy="602700"/>
          </a:xfrm>
          <a:prstGeom prst="roundRect">
            <a:avLst>
              <a:gd fmla="val 28849" name="adj"/>
            </a:avLst>
          </a:prstGeom>
          <a:solidFill>
            <a:srgbClr val="00FF00"/>
          </a:solidFill>
          <a:ln>
            <a:noFill/>
          </a:ln>
        </p:spPr>
        <p:txBody>
          <a:bodyPr anchorCtr="0" anchor="ctr" bIns="91425" lIns="164575" spcFirstLastPara="1" rIns="91425" wrap="square" tIns="91425">
            <a:noAutofit/>
          </a:bodyPr>
          <a:lstStyle/>
          <a:p>
            <a:pPr indent="0" lvl="0" marL="0" rtl="0" algn="ctr">
              <a:spcBef>
                <a:spcPts val="0"/>
              </a:spcBef>
              <a:spcAft>
                <a:spcPts val="0"/>
              </a:spcAft>
              <a:buNone/>
            </a:pPr>
            <a:r>
              <a:t/>
            </a:r>
            <a:endParaRPr sz="1600">
              <a:solidFill>
                <a:schemeClr val="accent3"/>
              </a:solidFill>
              <a:latin typeface="Urbanist SemiBold"/>
              <a:ea typeface="Urbanist SemiBold"/>
              <a:cs typeface="Urbanist SemiBold"/>
              <a:sym typeface="Urbanist SemiBold"/>
            </a:endParaRPr>
          </a:p>
        </p:txBody>
      </p:sp>
      <p:sp>
        <p:nvSpPr>
          <p:cNvPr id="1101" name="Google Shape;1101;p111"/>
          <p:cNvSpPr txBox="1"/>
          <p:nvPr>
            <p:ph idx="4294967295" type="subTitle"/>
          </p:nvPr>
        </p:nvSpPr>
        <p:spPr>
          <a:xfrm>
            <a:off x="228600" y="2572225"/>
            <a:ext cx="1398600" cy="491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Identify a problem</a:t>
            </a:r>
            <a:endParaRPr/>
          </a:p>
        </p:txBody>
      </p:sp>
      <p:sp>
        <p:nvSpPr>
          <p:cNvPr id="1102" name="Google Shape;1102;p111"/>
          <p:cNvSpPr txBox="1"/>
          <p:nvPr>
            <p:ph idx="4294967295" type="subTitle"/>
          </p:nvPr>
        </p:nvSpPr>
        <p:spPr>
          <a:xfrm>
            <a:off x="1961700" y="2558713"/>
            <a:ext cx="1339800" cy="491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Desire for Help</a:t>
            </a:r>
            <a:endParaRPr/>
          </a:p>
        </p:txBody>
      </p:sp>
      <p:sp>
        <p:nvSpPr>
          <p:cNvPr id="1103" name="Google Shape;1103;p111"/>
          <p:cNvSpPr txBox="1"/>
          <p:nvPr>
            <p:ph idx="4294967295" type="subTitle"/>
          </p:nvPr>
        </p:nvSpPr>
        <p:spPr>
          <a:xfrm>
            <a:off x="372900" y="2029450"/>
            <a:ext cx="314100" cy="33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1</a:t>
            </a:r>
            <a:endParaRPr/>
          </a:p>
        </p:txBody>
      </p:sp>
      <p:sp>
        <p:nvSpPr>
          <p:cNvPr id="1094" name="Google Shape;1094;p111"/>
          <p:cNvSpPr txBox="1"/>
          <p:nvPr>
            <p:ph idx="4294967295" type="subTitle"/>
          </p:nvPr>
        </p:nvSpPr>
        <p:spPr>
          <a:xfrm>
            <a:off x="2178663" y="2027390"/>
            <a:ext cx="314100" cy="33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2</a:t>
            </a:r>
            <a:endParaRPr/>
          </a:p>
        </p:txBody>
      </p:sp>
      <p:sp>
        <p:nvSpPr>
          <p:cNvPr id="1104" name="Google Shape;1104;p111"/>
          <p:cNvSpPr txBox="1"/>
          <p:nvPr>
            <p:ph idx="4294967295" type="subTitle"/>
          </p:nvPr>
        </p:nvSpPr>
        <p:spPr>
          <a:xfrm>
            <a:off x="3974250" y="2027390"/>
            <a:ext cx="314100" cy="33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3</a:t>
            </a:r>
            <a:endParaRPr/>
          </a:p>
        </p:txBody>
      </p:sp>
      <p:sp>
        <p:nvSpPr>
          <p:cNvPr id="1105" name="Google Shape;1105;p111"/>
          <p:cNvSpPr txBox="1"/>
          <p:nvPr>
            <p:ph idx="4294967295" type="subTitle"/>
          </p:nvPr>
        </p:nvSpPr>
        <p:spPr>
          <a:xfrm>
            <a:off x="5789675" y="2027390"/>
            <a:ext cx="314100" cy="33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4</a:t>
            </a:r>
            <a:endParaRPr/>
          </a:p>
        </p:txBody>
      </p:sp>
      <p:sp>
        <p:nvSpPr>
          <p:cNvPr id="1106" name="Google Shape;1106;p111"/>
          <p:cNvSpPr txBox="1"/>
          <p:nvPr>
            <p:ph idx="4294967295" type="subTitle"/>
          </p:nvPr>
        </p:nvSpPr>
        <p:spPr>
          <a:xfrm>
            <a:off x="7605089" y="2027390"/>
            <a:ext cx="314100" cy="33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5</a:t>
            </a:r>
            <a:endParaRPr/>
          </a:p>
        </p:txBody>
      </p:sp>
      <p:sp>
        <p:nvSpPr>
          <p:cNvPr id="1107" name="Google Shape;1107;p111"/>
          <p:cNvSpPr txBox="1"/>
          <p:nvPr>
            <p:ph idx="4294967295" type="subTitle"/>
          </p:nvPr>
        </p:nvSpPr>
        <p:spPr>
          <a:xfrm>
            <a:off x="3793613" y="2572225"/>
            <a:ext cx="1339800" cy="491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Help Availability</a:t>
            </a:r>
            <a:endParaRPr/>
          </a:p>
        </p:txBody>
      </p:sp>
      <p:sp>
        <p:nvSpPr>
          <p:cNvPr id="1108" name="Google Shape;1108;p111"/>
          <p:cNvSpPr txBox="1"/>
          <p:nvPr>
            <p:ph idx="4294967295" type="subTitle"/>
          </p:nvPr>
        </p:nvSpPr>
        <p:spPr>
          <a:xfrm>
            <a:off x="5554750" y="2572225"/>
            <a:ext cx="1805100" cy="491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Mediating the problem</a:t>
            </a:r>
            <a:endParaRPr/>
          </a:p>
        </p:txBody>
      </p:sp>
      <p:sp>
        <p:nvSpPr>
          <p:cNvPr id="1109" name="Google Shape;1109;p111"/>
          <p:cNvSpPr txBox="1"/>
          <p:nvPr>
            <p:ph idx="4294967295" type="subTitle"/>
          </p:nvPr>
        </p:nvSpPr>
        <p:spPr>
          <a:xfrm>
            <a:off x="7429325" y="2635225"/>
            <a:ext cx="1339800" cy="33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Follow-up</a:t>
            </a:r>
            <a:endParaRPr/>
          </a:p>
        </p:txBody>
      </p:sp>
      <p:sp>
        <p:nvSpPr>
          <p:cNvPr id="1110" name="Google Shape;1110;p111"/>
          <p:cNvSpPr txBox="1"/>
          <p:nvPr/>
        </p:nvSpPr>
        <p:spPr>
          <a:xfrm>
            <a:off x="228600" y="3115000"/>
            <a:ext cx="1210800" cy="2047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lt1"/>
                </a:solidFill>
                <a:latin typeface="Urbanist"/>
                <a:ea typeface="Urbanist"/>
                <a:cs typeface="Urbanist"/>
                <a:sym typeface="Urbanist"/>
              </a:rPr>
              <a:t>Shawn recognizes he's struggling with grief after his grandfather's passing—he can't concentrate in class and his grades are slipping</a:t>
            </a:r>
            <a:endParaRPr sz="1100">
              <a:solidFill>
                <a:schemeClr val="lt1"/>
              </a:solidFill>
              <a:latin typeface="Urbanist"/>
              <a:ea typeface="Urbanist"/>
              <a:cs typeface="Urbanist"/>
              <a:sym typeface="Urbanist"/>
            </a:endParaRPr>
          </a:p>
        </p:txBody>
      </p:sp>
      <p:sp>
        <p:nvSpPr>
          <p:cNvPr id="1111" name="Google Shape;1111;p111"/>
          <p:cNvSpPr txBox="1"/>
          <p:nvPr/>
        </p:nvSpPr>
        <p:spPr>
          <a:xfrm>
            <a:off x="1961700" y="3111025"/>
            <a:ext cx="10956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lt1"/>
                </a:solidFill>
                <a:latin typeface="Urbanist"/>
                <a:ea typeface="Urbanist"/>
                <a:cs typeface="Urbanist"/>
                <a:sym typeface="Urbanist"/>
              </a:rPr>
              <a:t>Shawn commits to seeking help, overcoming his worries about judgment, whether his grief warrants counseling, and concerns about cost and privacy</a:t>
            </a:r>
            <a:endParaRPr sz="1000">
              <a:solidFill>
                <a:schemeClr val="lt1"/>
              </a:solidFill>
              <a:latin typeface="Urbanist"/>
              <a:ea typeface="Urbanist"/>
              <a:cs typeface="Urbanist"/>
              <a:sym typeface="Urbanist"/>
            </a:endParaRPr>
          </a:p>
        </p:txBody>
      </p:sp>
      <p:sp>
        <p:nvSpPr>
          <p:cNvPr id="1112" name="Google Shape;1112;p111"/>
          <p:cNvSpPr txBox="1"/>
          <p:nvPr/>
        </p:nvSpPr>
        <p:spPr>
          <a:xfrm>
            <a:off x="3793625" y="3063950"/>
            <a:ext cx="12108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lt1"/>
                </a:solidFill>
                <a:latin typeface="Urbanist"/>
                <a:ea typeface="Urbanist"/>
                <a:cs typeface="Urbanist"/>
                <a:sym typeface="Urbanist"/>
              </a:rPr>
              <a:t>Instead of a 3-week wait, Shawn downloads PeopleFirst and receives immediate support within minutes, available 24/7 whenever he needs it</a:t>
            </a:r>
            <a:endParaRPr sz="1000">
              <a:solidFill>
                <a:schemeClr val="lt1"/>
              </a:solidFill>
              <a:latin typeface="Urbanist"/>
              <a:ea typeface="Urbanist"/>
              <a:cs typeface="Urbanist"/>
              <a:sym typeface="Urbanist"/>
            </a:endParaRPr>
          </a:p>
        </p:txBody>
      </p:sp>
      <p:sp>
        <p:nvSpPr>
          <p:cNvPr id="1113" name="Google Shape;1113;p111"/>
          <p:cNvSpPr txBox="1"/>
          <p:nvPr/>
        </p:nvSpPr>
        <p:spPr>
          <a:xfrm>
            <a:off x="5536375" y="3063950"/>
            <a:ext cx="10956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lt1"/>
                </a:solidFill>
                <a:latin typeface="Urbanist"/>
                <a:ea typeface="Urbanist"/>
                <a:cs typeface="Urbanist"/>
                <a:sym typeface="Urbanist"/>
              </a:rPr>
              <a:t>Shawn engages at his comfort level—using anonymous peer support and mood tracking. </a:t>
            </a:r>
            <a:endParaRPr sz="1000">
              <a:solidFill>
                <a:schemeClr val="lt1"/>
              </a:solidFill>
              <a:latin typeface="Urbanist"/>
              <a:ea typeface="Urbanist"/>
              <a:cs typeface="Urbanist"/>
              <a:sym typeface="Urbanist"/>
            </a:endParaRPr>
          </a:p>
        </p:txBody>
      </p:sp>
      <p:pic>
        <p:nvPicPr>
          <p:cNvPr id="1114" name="Google Shape;1114;p111"/>
          <p:cNvPicPr preferRelativeResize="0"/>
          <p:nvPr/>
        </p:nvPicPr>
        <p:blipFill>
          <a:blip r:embed="rId3">
            <a:alphaModFix/>
          </a:blip>
          <a:stretch>
            <a:fillRect/>
          </a:stretch>
        </p:blipFill>
        <p:spPr>
          <a:xfrm>
            <a:off x="7825570" y="261750"/>
            <a:ext cx="975024" cy="1463825"/>
          </a:xfrm>
          <a:prstGeom prst="rect">
            <a:avLst/>
          </a:prstGeom>
          <a:noFill/>
          <a:ln>
            <a:noFill/>
          </a:ln>
        </p:spPr>
      </p:pic>
      <p:sp>
        <p:nvSpPr>
          <p:cNvPr id="1115" name="Google Shape;1115;p111"/>
          <p:cNvSpPr txBox="1"/>
          <p:nvPr/>
        </p:nvSpPr>
        <p:spPr>
          <a:xfrm>
            <a:off x="7431300" y="3036300"/>
            <a:ext cx="1339800" cy="172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lt1"/>
                </a:solidFill>
                <a:latin typeface="Urbanist"/>
                <a:ea typeface="Urbanist"/>
                <a:cs typeface="Urbanist"/>
                <a:sym typeface="Urbanist"/>
              </a:rPr>
              <a:t>Shawn maintains progress through mood tracking, peer chat between sessions, and flexible scheduling. The app provides check-in reminders and personalized self-care resources</a:t>
            </a:r>
            <a:endParaRPr sz="1100">
              <a:solidFill>
                <a:schemeClr val="lt1"/>
              </a:solidFill>
              <a:latin typeface="Urbanist"/>
              <a:ea typeface="Urbanist"/>
              <a:cs typeface="Urbanist"/>
              <a:sym typeface="Urbanis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9" name="Shape 1119"/>
        <p:cNvGrpSpPr/>
        <p:nvPr/>
      </p:nvGrpSpPr>
      <p:grpSpPr>
        <a:xfrm>
          <a:off x="0" y="0"/>
          <a:ext cx="0" cy="0"/>
          <a:chOff x="0" y="0"/>
          <a:chExt cx="0" cy="0"/>
        </a:xfrm>
      </p:grpSpPr>
      <p:sp>
        <p:nvSpPr>
          <p:cNvPr id="1120" name="Google Shape;1120;p112"/>
          <p:cNvSpPr txBox="1"/>
          <p:nvPr>
            <p:ph type="title"/>
          </p:nvPr>
        </p:nvSpPr>
        <p:spPr>
          <a:xfrm>
            <a:off x="291800" y="465200"/>
            <a:ext cx="5666400" cy="4449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sz="3400">
                <a:latin typeface="Urbanist SemiBold"/>
                <a:ea typeface="Urbanist SemiBold"/>
                <a:cs typeface="Urbanist SemiBold"/>
                <a:sym typeface="Urbanist SemiBold"/>
              </a:rPr>
              <a:t>Features</a:t>
            </a:r>
            <a:endParaRPr sz="3400">
              <a:latin typeface="Urbanist SemiBold"/>
              <a:ea typeface="Urbanist SemiBold"/>
              <a:cs typeface="Urbanist SemiBold"/>
              <a:sym typeface="Urbanist SemiBold"/>
            </a:endParaRPr>
          </a:p>
        </p:txBody>
      </p:sp>
      <p:graphicFrame>
        <p:nvGraphicFramePr>
          <p:cNvPr id="1121" name="Google Shape;1121;p112"/>
          <p:cNvGraphicFramePr/>
          <p:nvPr/>
        </p:nvGraphicFramePr>
        <p:xfrm>
          <a:off x="378650" y="1187950"/>
          <a:ext cx="3000000" cy="3000000"/>
        </p:xfrm>
        <a:graphic>
          <a:graphicData uri="http://schemas.openxmlformats.org/drawingml/2006/table">
            <a:tbl>
              <a:tblPr>
                <a:noFill/>
                <a:tableStyleId>{39EBB834-6FB6-480E-8170-48CC61BC8D5D}</a:tableStyleId>
              </a:tblPr>
              <a:tblGrid>
                <a:gridCol w="1552850"/>
                <a:gridCol w="1250350"/>
                <a:gridCol w="1452025"/>
                <a:gridCol w="1008350"/>
                <a:gridCol w="2157850"/>
              </a:tblGrid>
              <a:tr h="227425">
                <a:tc>
                  <a:txBody>
                    <a:bodyPr/>
                    <a:lstStyle/>
                    <a:p>
                      <a:pPr indent="0" lvl="0" marL="0" rtl="0" algn="ctr">
                        <a:lnSpc>
                          <a:spcPct val="115000"/>
                        </a:lnSpc>
                        <a:spcBef>
                          <a:spcPts val="0"/>
                        </a:spcBef>
                        <a:spcAft>
                          <a:spcPts val="0"/>
                        </a:spcAft>
                        <a:buNone/>
                      </a:pPr>
                      <a:r>
                        <a:rPr b="1" lang="en" sz="1000"/>
                        <a:t>Feature</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D9D9D9"/>
                    </a:solidFill>
                  </a:tcPr>
                </a:tc>
                <a:tc>
                  <a:txBody>
                    <a:bodyPr/>
                    <a:lstStyle/>
                    <a:p>
                      <a:pPr indent="0" lvl="0" marL="0" rtl="0" algn="ctr">
                        <a:lnSpc>
                          <a:spcPct val="115000"/>
                        </a:lnSpc>
                        <a:spcBef>
                          <a:spcPts val="0"/>
                        </a:spcBef>
                        <a:spcAft>
                          <a:spcPts val="0"/>
                        </a:spcAft>
                        <a:buNone/>
                      </a:pPr>
                      <a:r>
                        <a:rPr b="1" lang="en" sz="1000"/>
                        <a:t>Student</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D9D9D9"/>
                    </a:solidFill>
                  </a:tcPr>
                </a:tc>
                <a:tc>
                  <a:txBody>
                    <a:bodyPr/>
                    <a:lstStyle/>
                    <a:p>
                      <a:pPr indent="0" lvl="0" marL="0" rtl="0" algn="ctr">
                        <a:lnSpc>
                          <a:spcPct val="115000"/>
                        </a:lnSpc>
                        <a:spcBef>
                          <a:spcPts val="0"/>
                        </a:spcBef>
                        <a:spcAft>
                          <a:spcPts val="0"/>
                        </a:spcAft>
                        <a:buNone/>
                      </a:pPr>
                      <a:r>
                        <a:rPr b="1" lang="en" sz="1000"/>
                        <a:t>Counselor</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D9D9D9"/>
                    </a:solidFill>
                  </a:tcPr>
                </a:tc>
                <a:tc>
                  <a:txBody>
                    <a:bodyPr/>
                    <a:lstStyle/>
                    <a:p>
                      <a:pPr indent="0" lvl="0" marL="0" rtl="0" algn="ctr">
                        <a:lnSpc>
                          <a:spcPct val="115000"/>
                        </a:lnSpc>
                        <a:spcBef>
                          <a:spcPts val="0"/>
                        </a:spcBef>
                        <a:spcAft>
                          <a:spcPts val="0"/>
                        </a:spcAft>
                        <a:buNone/>
                      </a:pPr>
                      <a:r>
                        <a:rPr b="1" lang="en" sz="1000"/>
                        <a:t>Admin</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D9D9D9"/>
                    </a:solidFill>
                  </a:tcPr>
                </a:tc>
                <a:tc>
                  <a:txBody>
                    <a:bodyPr/>
                    <a:lstStyle/>
                    <a:p>
                      <a:pPr indent="0" lvl="0" marL="0" rtl="0" algn="ctr">
                        <a:lnSpc>
                          <a:spcPct val="115000"/>
                        </a:lnSpc>
                        <a:spcBef>
                          <a:spcPts val="0"/>
                        </a:spcBef>
                        <a:spcAft>
                          <a:spcPts val="0"/>
                        </a:spcAft>
                        <a:buNone/>
                      </a:pPr>
                      <a:r>
                        <a:rPr b="1" lang="en" sz="1000"/>
                        <a:t>Notes</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D9D9D9"/>
                    </a:solidFill>
                  </a:tcPr>
                </a:tc>
              </a:tr>
              <a:tr h="227425">
                <a:tc gridSpan="5">
                  <a:txBody>
                    <a:bodyPr/>
                    <a:lstStyle/>
                    <a:p>
                      <a:pPr indent="0" lvl="0" marL="0" rtl="0" algn="l">
                        <a:lnSpc>
                          <a:spcPct val="115000"/>
                        </a:lnSpc>
                        <a:spcBef>
                          <a:spcPts val="0"/>
                        </a:spcBef>
                        <a:spcAft>
                          <a:spcPts val="0"/>
                        </a:spcAft>
                        <a:buNone/>
                      </a:pPr>
                      <a:r>
                        <a:rPr b="1" lang="en" sz="1000"/>
                        <a:t>Forums</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9FC5E8"/>
                    </a:solidFill>
                  </a:tcPr>
                </a:tc>
                <a:tc hMerge="1"/>
                <a:tc hMerge="1"/>
                <a:tc hMerge="1"/>
                <a:tc hMerge="1"/>
              </a:tr>
              <a:tr h="272900">
                <a:tc>
                  <a:txBody>
                    <a:bodyPr/>
                    <a:lstStyle/>
                    <a:p>
                      <a:pPr indent="0" lvl="0" marL="0" rtl="0" algn="l">
                        <a:lnSpc>
                          <a:spcPct val="115000"/>
                        </a:lnSpc>
                        <a:spcBef>
                          <a:spcPts val="0"/>
                        </a:spcBef>
                        <a:spcAft>
                          <a:spcPts val="0"/>
                        </a:spcAft>
                        <a:buNone/>
                      </a:pPr>
                      <a:r>
                        <a:rPr lang="en" sz="1000"/>
                        <a:t>Create Forum topics</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9FC5E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L cap="flat" cmpd="sng" w="7625">
                      <a:solidFill>
                        <a:srgbClr val="000000"/>
                      </a:solidFill>
                      <a:prstDash val="solid"/>
                      <a:round/>
                      <a:headEnd len="sm" w="sm" type="none"/>
                      <a:tailEnd len="sm" w="sm" type="none"/>
                    </a:lnL>
                    <a:lnT cap="flat" cmpd="sng" w="7625">
                      <a:solidFill>
                        <a:srgbClr val="000000"/>
                      </a:solidFill>
                      <a:prstDash val="solid"/>
                      <a:round/>
                      <a:headEnd len="sm" w="sm" type="none"/>
                      <a:tailEnd len="sm" w="sm" type="none"/>
                    </a:lnT>
                    <a:solidFill>
                      <a:srgbClr val="9FC5E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T cap="flat" cmpd="sng" w="7625">
                      <a:solidFill>
                        <a:srgbClr val="000000"/>
                      </a:solidFill>
                      <a:prstDash val="solid"/>
                      <a:round/>
                      <a:headEnd len="sm" w="sm" type="none"/>
                      <a:tailEnd len="sm" w="sm" type="none"/>
                    </a:lnT>
                    <a:solidFill>
                      <a:srgbClr val="9FC5E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T cap="flat" cmpd="sng" w="7625">
                      <a:solidFill>
                        <a:srgbClr val="000000"/>
                      </a:solidFill>
                      <a:prstDash val="solid"/>
                      <a:round/>
                      <a:headEnd len="sm" w="sm" type="none"/>
                      <a:tailEnd len="sm" w="sm" type="none"/>
                    </a:lnT>
                    <a:solidFill>
                      <a:srgbClr val="9FC5E8"/>
                    </a:solidFill>
                  </a:tcPr>
                </a:tc>
                <a:tc>
                  <a:txBody>
                    <a:bodyPr/>
                    <a:lstStyle/>
                    <a:p>
                      <a:pPr indent="0" lvl="0" marL="0" rtl="0" algn="l">
                        <a:spcBef>
                          <a:spcPts val="0"/>
                        </a:spcBef>
                        <a:spcAft>
                          <a:spcPts val="0"/>
                        </a:spcAft>
                        <a:buNone/>
                      </a:pPr>
                      <a:r>
                        <a:t/>
                      </a:r>
                      <a:endParaRPr/>
                    </a:p>
                  </a:txBody>
                  <a:tcPr marT="19050" marB="19050" marR="28575" marL="28575" anchor="b">
                    <a:lnT cap="flat" cmpd="sng" w="7625">
                      <a:solidFill>
                        <a:srgbClr val="000000"/>
                      </a:solidFill>
                      <a:prstDash val="solid"/>
                      <a:round/>
                      <a:headEnd len="sm" w="sm" type="none"/>
                      <a:tailEnd len="sm" w="sm" type="none"/>
                    </a:lnT>
                    <a:solidFill>
                      <a:srgbClr val="9FC5E8"/>
                    </a:solidFill>
                  </a:tcPr>
                </a:tc>
              </a:tr>
              <a:tr h="272900">
                <a:tc>
                  <a:txBody>
                    <a:bodyPr/>
                    <a:lstStyle/>
                    <a:p>
                      <a:pPr indent="0" lvl="0" marL="0" rtl="0" algn="l">
                        <a:lnSpc>
                          <a:spcPct val="115000"/>
                        </a:lnSpc>
                        <a:spcBef>
                          <a:spcPts val="0"/>
                        </a:spcBef>
                        <a:spcAft>
                          <a:spcPts val="0"/>
                        </a:spcAft>
                        <a:buNone/>
                      </a:pPr>
                      <a:r>
                        <a:rPr lang="en" sz="1000"/>
                        <a:t>Post in open Forums</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9FC5E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L cap="flat" cmpd="sng" w="7625">
                      <a:solidFill>
                        <a:srgbClr val="000000"/>
                      </a:solidFill>
                      <a:prstDash val="solid"/>
                      <a:round/>
                      <a:headEnd len="sm" w="sm" type="none"/>
                      <a:tailEnd len="sm" w="sm" type="none"/>
                    </a:lnL>
                    <a:solidFill>
                      <a:srgbClr val="9FC5E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solidFill>
                      <a:srgbClr val="9FC5E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solidFill>
                      <a:srgbClr val="9FC5E8"/>
                    </a:solidFill>
                  </a:tcPr>
                </a:tc>
                <a:tc>
                  <a:txBody>
                    <a:bodyPr/>
                    <a:lstStyle/>
                    <a:p>
                      <a:pPr indent="0" lvl="0" marL="0" rtl="0" algn="l">
                        <a:spcBef>
                          <a:spcPts val="0"/>
                        </a:spcBef>
                        <a:spcAft>
                          <a:spcPts val="0"/>
                        </a:spcAft>
                        <a:buNone/>
                      </a:pPr>
                      <a:r>
                        <a:t/>
                      </a:r>
                      <a:endParaRPr/>
                    </a:p>
                  </a:txBody>
                  <a:tcPr marT="19050" marB="19050" marR="28575" marL="28575" anchor="b">
                    <a:solidFill>
                      <a:srgbClr val="9FC5E8"/>
                    </a:solidFill>
                  </a:tcPr>
                </a:tc>
              </a:tr>
              <a:tr h="272900">
                <a:tc>
                  <a:txBody>
                    <a:bodyPr/>
                    <a:lstStyle/>
                    <a:p>
                      <a:pPr indent="0" lvl="0" marL="0" rtl="0" algn="l">
                        <a:lnSpc>
                          <a:spcPct val="115000"/>
                        </a:lnSpc>
                        <a:spcBef>
                          <a:spcPts val="0"/>
                        </a:spcBef>
                        <a:spcAft>
                          <a:spcPts val="0"/>
                        </a:spcAft>
                        <a:buNone/>
                      </a:pPr>
                      <a:r>
                        <a:rPr lang="en" sz="1000"/>
                        <a:t>Flag negative comments</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9FC5E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L cap="flat" cmpd="sng" w="7625">
                      <a:solidFill>
                        <a:srgbClr val="000000"/>
                      </a:solidFill>
                      <a:prstDash val="solid"/>
                      <a:round/>
                      <a:headEnd len="sm" w="sm" type="none"/>
                      <a:tailEnd len="sm" w="sm" type="none"/>
                    </a:lnL>
                    <a:lnB cap="flat" cmpd="sng" w="7625">
                      <a:solidFill>
                        <a:srgbClr val="000000"/>
                      </a:solidFill>
                      <a:prstDash val="solid"/>
                      <a:round/>
                      <a:headEnd len="sm" w="sm" type="none"/>
                      <a:tailEnd len="sm" w="sm" type="none"/>
                    </a:lnB>
                    <a:solidFill>
                      <a:srgbClr val="9FC5E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B cap="flat" cmpd="sng" w="7625">
                      <a:solidFill>
                        <a:srgbClr val="000000"/>
                      </a:solidFill>
                      <a:prstDash val="solid"/>
                      <a:round/>
                      <a:headEnd len="sm" w="sm" type="none"/>
                      <a:tailEnd len="sm" w="sm" type="none"/>
                    </a:lnB>
                    <a:solidFill>
                      <a:srgbClr val="9FC5E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B cap="flat" cmpd="sng" w="7625">
                      <a:solidFill>
                        <a:srgbClr val="000000"/>
                      </a:solidFill>
                      <a:prstDash val="solid"/>
                      <a:round/>
                      <a:headEnd len="sm" w="sm" type="none"/>
                      <a:tailEnd len="sm" w="sm" type="none"/>
                    </a:lnB>
                    <a:solidFill>
                      <a:srgbClr val="9FC5E8"/>
                    </a:solidFill>
                  </a:tcPr>
                </a:tc>
                <a:tc>
                  <a:txBody>
                    <a:bodyPr/>
                    <a:lstStyle/>
                    <a:p>
                      <a:pPr indent="0" lvl="0" marL="0" rtl="0" algn="l">
                        <a:spcBef>
                          <a:spcPts val="0"/>
                        </a:spcBef>
                        <a:spcAft>
                          <a:spcPts val="0"/>
                        </a:spcAft>
                        <a:buNone/>
                      </a:pPr>
                      <a:r>
                        <a:t/>
                      </a:r>
                      <a:endParaRPr/>
                    </a:p>
                  </a:txBody>
                  <a:tcPr marT="19050" marB="19050" marR="28575" marL="28575" anchor="b">
                    <a:lnB cap="flat" cmpd="sng" w="7625">
                      <a:solidFill>
                        <a:srgbClr val="000000"/>
                      </a:solidFill>
                      <a:prstDash val="solid"/>
                      <a:round/>
                      <a:headEnd len="sm" w="sm" type="none"/>
                      <a:tailEnd len="sm" w="sm" type="none"/>
                    </a:lnB>
                    <a:solidFill>
                      <a:srgbClr val="9FC5E8"/>
                    </a:solidFill>
                  </a:tcPr>
                </a:tc>
              </a:tr>
              <a:tr h="227425">
                <a:tc gridSpan="5">
                  <a:txBody>
                    <a:bodyPr/>
                    <a:lstStyle/>
                    <a:p>
                      <a:pPr indent="0" lvl="0" marL="0" rtl="0" algn="l">
                        <a:lnSpc>
                          <a:spcPct val="115000"/>
                        </a:lnSpc>
                        <a:spcBef>
                          <a:spcPts val="0"/>
                        </a:spcBef>
                        <a:spcAft>
                          <a:spcPts val="0"/>
                        </a:spcAft>
                        <a:buNone/>
                      </a:pPr>
                      <a:r>
                        <a:rPr b="1" lang="en" sz="1000"/>
                        <a:t>Data Privacy</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FFE599"/>
                    </a:solidFill>
                  </a:tcPr>
                </a:tc>
                <a:tc hMerge="1"/>
                <a:tc hMerge="1"/>
                <a:tc hMerge="1"/>
                <a:tc hMerge="1"/>
              </a:tr>
              <a:tr h="272900">
                <a:tc>
                  <a:txBody>
                    <a:bodyPr/>
                    <a:lstStyle/>
                    <a:p>
                      <a:pPr indent="0" lvl="0" marL="0" rtl="0" algn="l">
                        <a:lnSpc>
                          <a:spcPct val="115000"/>
                        </a:lnSpc>
                        <a:spcBef>
                          <a:spcPts val="0"/>
                        </a:spcBef>
                        <a:spcAft>
                          <a:spcPts val="0"/>
                        </a:spcAft>
                        <a:buNone/>
                      </a:pPr>
                      <a:r>
                        <a:rPr lang="en" sz="1000"/>
                        <a:t>Student Profile Access</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FFE599"/>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L cap="flat" cmpd="sng" w="7625">
                      <a:solidFill>
                        <a:srgbClr val="000000"/>
                      </a:solidFill>
                      <a:prstDash val="solid"/>
                      <a:round/>
                      <a:headEnd len="sm" w="sm" type="none"/>
                      <a:tailEnd len="sm" w="sm" type="none"/>
                    </a:lnL>
                    <a:lnT cap="flat" cmpd="sng" w="7625">
                      <a:solidFill>
                        <a:srgbClr val="000000"/>
                      </a:solidFill>
                      <a:prstDash val="solid"/>
                      <a:round/>
                      <a:headEnd len="sm" w="sm" type="none"/>
                      <a:tailEnd len="sm" w="sm" type="none"/>
                    </a:lnT>
                    <a:solidFill>
                      <a:srgbClr val="FFE599"/>
                    </a:solidFill>
                  </a:tcPr>
                </a:tc>
                <a:tc>
                  <a:txBody>
                    <a:bodyPr/>
                    <a:lstStyle/>
                    <a:p>
                      <a:pPr indent="0" lvl="0" marL="0" rtl="0" algn="l">
                        <a:spcBef>
                          <a:spcPts val="0"/>
                        </a:spcBef>
                        <a:spcAft>
                          <a:spcPts val="0"/>
                        </a:spcAft>
                        <a:buNone/>
                      </a:pPr>
                      <a:r>
                        <a:t/>
                      </a:r>
                      <a:endParaRPr/>
                    </a:p>
                  </a:txBody>
                  <a:tcPr marT="19050" marB="19050" marR="28575" marL="28575" anchor="b">
                    <a:lnT cap="flat" cmpd="sng" w="7625">
                      <a:solidFill>
                        <a:srgbClr val="000000"/>
                      </a:solidFill>
                      <a:prstDash val="solid"/>
                      <a:round/>
                      <a:headEnd len="sm" w="sm" type="none"/>
                      <a:tailEnd len="sm" w="sm" type="none"/>
                    </a:lnT>
                    <a:solidFill>
                      <a:srgbClr val="FFE599"/>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T cap="flat" cmpd="sng" w="7625">
                      <a:solidFill>
                        <a:srgbClr val="000000"/>
                      </a:solidFill>
                      <a:prstDash val="solid"/>
                      <a:round/>
                      <a:headEnd len="sm" w="sm" type="none"/>
                      <a:tailEnd len="sm" w="sm" type="none"/>
                    </a:lnT>
                    <a:solidFill>
                      <a:srgbClr val="FFE599"/>
                    </a:solidFill>
                  </a:tcPr>
                </a:tc>
                <a:tc>
                  <a:txBody>
                    <a:bodyPr/>
                    <a:lstStyle/>
                    <a:p>
                      <a:pPr indent="0" lvl="0" marL="0" rtl="0" algn="l">
                        <a:lnSpc>
                          <a:spcPct val="115000"/>
                        </a:lnSpc>
                        <a:spcBef>
                          <a:spcPts val="0"/>
                        </a:spcBef>
                        <a:spcAft>
                          <a:spcPts val="0"/>
                        </a:spcAft>
                        <a:buNone/>
                      </a:pPr>
                      <a:r>
                        <a:rPr lang="en" sz="1000"/>
                        <a:t>Admins have limited access</a:t>
                      </a:r>
                      <a:endParaRPr sz="1000"/>
                    </a:p>
                  </a:txBody>
                  <a:tcPr marT="19050" marB="19050" marR="28575" marL="28575" anchor="b">
                    <a:lnT cap="flat" cmpd="sng" w="7625">
                      <a:solidFill>
                        <a:srgbClr val="000000"/>
                      </a:solidFill>
                      <a:prstDash val="solid"/>
                      <a:round/>
                      <a:headEnd len="sm" w="sm" type="none"/>
                      <a:tailEnd len="sm" w="sm" type="none"/>
                    </a:lnT>
                    <a:solidFill>
                      <a:srgbClr val="FFE599"/>
                    </a:solidFill>
                  </a:tcPr>
                </a:tc>
              </a:tr>
              <a:tr h="272900">
                <a:tc>
                  <a:txBody>
                    <a:bodyPr/>
                    <a:lstStyle/>
                    <a:p>
                      <a:pPr indent="0" lvl="0" marL="0" rtl="0" algn="l">
                        <a:lnSpc>
                          <a:spcPct val="115000"/>
                        </a:lnSpc>
                        <a:spcBef>
                          <a:spcPts val="0"/>
                        </a:spcBef>
                        <a:spcAft>
                          <a:spcPts val="0"/>
                        </a:spcAft>
                        <a:buNone/>
                      </a:pPr>
                      <a:r>
                        <a:rPr lang="en" sz="1000"/>
                        <a:t>Anonymity</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FFE599"/>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L cap="flat" cmpd="sng" w="7625">
                      <a:solidFill>
                        <a:srgbClr val="000000"/>
                      </a:solidFill>
                      <a:prstDash val="solid"/>
                      <a:round/>
                      <a:headEnd len="sm" w="sm" type="none"/>
                      <a:tailEnd len="sm" w="sm" type="none"/>
                    </a:lnL>
                    <a:lnB cap="flat" cmpd="sng" w="7625">
                      <a:solidFill>
                        <a:srgbClr val="000000"/>
                      </a:solidFill>
                      <a:prstDash val="solid"/>
                      <a:round/>
                      <a:headEnd len="sm" w="sm" type="none"/>
                      <a:tailEnd len="sm" w="sm" type="none"/>
                    </a:lnB>
                    <a:solidFill>
                      <a:srgbClr val="FFE599"/>
                    </a:solidFill>
                  </a:tcPr>
                </a:tc>
                <a:tc>
                  <a:txBody>
                    <a:bodyPr/>
                    <a:lstStyle/>
                    <a:p>
                      <a:pPr indent="0" lvl="0" marL="0" rtl="0" algn="l">
                        <a:spcBef>
                          <a:spcPts val="0"/>
                        </a:spcBef>
                        <a:spcAft>
                          <a:spcPts val="0"/>
                        </a:spcAft>
                        <a:buNone/>
                      </a:pPr>
                      <a:r>
                        <a:t/>
                      </a:r>
                      <a:endParaRPr/>
                    </a:p>
                  </a:txBody>
                  <a:tcPr marT="19050" marB="19050" marR="28575" marL="28575" anchor="b">
                    <a:lnB cap="flat" cmpd="sng" w="7625">
                      <a:solidFill>
                        <a:srgbClr val="000000"/>
                      </a:solidFill>
                      <a:prstDash val="solid"/>
                      <a:round/>
                      <a:headEnd len="sm" w="sm" type="none"/>
                      <a:tailEnd len="sm" w="sm" type="none"/>
                    </a:lnB>
                    <a:solidFill>
                      <a:srgbClr val="FFE599"/>
                    </a:solidFill>
                  </a:tcPr>
                </a:tc>
                <a:tc>
                  <a:txBody>
                    <a:bodyPr/>
                    <a:lstStyle/>
                    <a:p>
                      <a:pPr indent="0" lvl="0" marL="0" rtl="0" algn="l">
                        <a:spcBef>
                          <a:spcPts val="0"/>
                        </a:spcBef>
                        <a:spcAft>
                          <a:spcPts val="0"/>
                        </a:spcAft>
                        <a:buNone/>
                      </a:pPr>
                      <a:r>
                        <a:t/>
                      </a:r>
                      <a:endParaRPr/>
                    </a:p>
                  </a:txBody>
                  <a:tcPr marT="19050" marB="19050" marR="28575" marL="28575" anchor="b">
                    <a:lnB cap="flat" cmpd="sng" w="7625">
                      <a:solidFill>
                        <a:srgbClr val="000000"/>
                      </a:solidFill>
                      <a:prstDash val="solid"/>
                      <a:round/>
                      <a:headEnd len="sm" w="sm" type="none"/>
                      <a:tailEnd len="sm" w="sm" type="none"/>
                    </a:lnB>
                    <a:solidFill>
                      <a:srgbClr val="FFE599"/>
                    </a:solidFill>
                  </a:tcPr>
                </a:tc>
                <a:tc>
                  <a:txBody>
                    <a:bodyPr/>
                    <a:lstStyle/>
                    <a:p>
                      <a:pPr indent="0" lvl="0" marL="0" rtl="0" algn="l">
                        <a:spcBef>
                          <a:spcPts val="0"/>
                        </a:spcBef>
                        <a:spcAft>
                          <a:spcPts val="0"/>
                        </a:spcAft>
                        <a:buNone/>
                      </a:pPr>
                      <a:r>
                        <a:t/>
                      </a:r>
                      <a:endParaRPr/>
                    </a:p>
                  </a:txBody>
                  <a:tcPr marT="19050" marB="19050" marR="28575" marL="28575" anchor="b">
                    <a:lnB cap="flat" cmpd="sng" w="7625">
                      <a:solidFill>
                        <a:srgbClr val="000000"/>
                      </a:solidFill>
                      <a:prstDash val="solid"/>
                      <a:round/>
                      <a:headEnd len="sm" w="sm" type="none"/>
                      <a:tailEnd len="sm" w="sm" type="none"/>
                    </a:lnB>
                    <a:solidFill>
                      <a:srgbClr val="FFE599"/>
                    </a:solidFill>
                  </a:tcPr>
                </a:tc>
              </a:tr>
              <a:tr h="227425">
                <a:tc gridSpan="5">
                  <a:txBody>
                    <a:bodyPr/>
                    <a:lstStyle/>
                    <a:p>
                      <a:pPr indent="0" lvl="0" marL="0" rtl="0" algn="l">
                        <a:lnSpc>
                          <a:spcPct val="115000"/>
                        </a:lnSpc>
                        <a:spcBef>
                          <a:spcPts val="0"/>
                        </a:spcBef>
                        <a:spcAft>
                          <a:spcPts val="0"/>
                        </a:spcAft>
                        <a:buNone/>
                      </a:pPr>
                      <a:r>
                        <a:rPr b="1" lang="en" sz="1000"/>
                        <a:t>Resources</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B6D7A8"/>
                    </a:solidFill>
                  </a:tcPr>
                </a:tc>
                <a:tc hMerge="1"/>
                <a:tc hMerge="1"/>
                <a:tc hMerge="1"/>
                <a:tc hMerge="1"/>
              </a:tr>
              <a:tr h="272900">
                <a:tc>
                  <a:txBody>
                    <a:bodyPr/>
                    <a:lstStyle/>
                    <a:p>
                      <a:pPr indent="0" lvl="0" marL="0" rtl="0" algn="l">
                        <a:lnSpc>
                          <a:spcPct val="115000"/>
                        </a:lnSpc>
                        <a:spcBef>
                          <a:spcPts val="0"/>
                        </a:spcBef>
                        <a:spcAft>
                          <a:spcPts val="0"/>
                        </a:spcAft>
                        <a:buNone/>
                      </a:pPr>
                      <a:r>
                        <a:rPr lang="en" sz="1000"/>
                        <a:t>Access</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B6D7A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L cap="flat" cmpd="sng" w="7625">
                      <a:solidFill>
                        <a:srgbClr val="000000"/>
                      </a:solidFill>
                      <a:prstDash val="solid"/>
                      <a:round/>
                      <a:headEnd len="sm" w="sm" type="none"/>
                      <a:tailEnd len="sm" w="sm" type="none"/>
                    </a:lnL>
                    <a:lnT cap="flat" cmpd="sng" w="7625">
                      <a:solidFill>
                        <a:srgbClr val="000000"/>
                      </a:solidFill>
                      <a:prstDash val="solid"/>
                      <a:round/>
                      <a:headEnd len="sm" w="sm" type="none"/>
                      <a:tailEnd len="sm" w="sm" type="none"/>
                    </a:lnT>
                    <a:solidFill>
                      <a:srgbClr val="B6D7A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T cap="flat" cmpd="sng" w="7625">
                      <a:solidFill>
                        <a:srgbClr val="000000"/>
                      </a:solidFill>
                      <a:prstDash val="solid"/>
                      <a:round/>
                      <a:headEnd len="sm" w="sm" type="none"/>
                      <a:tailEnd len="sm" w="sm" type="none"/>
                    </a:lnT>
                    <a:solidFill>
                      <a:srgbClr val="B6D7A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T cap="flat" cmpd="sng" w="7625">
                      <a:solidFill>
                        <a:srgbClr val="000000"/>
                      </a:solidFill>
                      <a:prstDash val="solid"/>
                      <a:round/>
                      <a:headEnd len="sm" w="sm" type="none"/>
                      <a:tailEnd len="sm" w="sm" type="none"/>
                    </a:lnT>
                    <a:solidFill>
                      <a:srgbClr val="B6D7A8"/>
                    </a:solidFill>
                  </a:tcPr>
                </a:tc>
                <a:tc>
                  <a:txBody>
                    <a:bodyPr/>
                    <a:lstStyle/>
                    <a:p>
                      <a:pPr indent="0" lvl="0" marL="0" rtl="0" algn="l">
                        <a:spcBef>
                          <a:spcPts val="0"/>
                        </a:spcBef>
                        <a:spcAft>
                          <a:spcPts val="0"/>
                        </a:spcAft>
                        <a:buNone/>
                      </a:pPr>
                      <a:r>
                        <a:t/>
                      </a:r>
                      <a:endParaRPr/>
                    </a:p>
                  </a:txBody>
                  <a:tcPr marT="19050" marB="19050" marR="28575" marL="28575" anchor="b">
                    <a:lnT cap="flat" cmpd="sng" w="7625">
                      <a:solidFill>
                        <a:srgbClr val="000000"/>
                      </a:solidFill>
                      <a:prstDash val="solid"/>
                      <a:round/>
                      <a:headEnd len="sm" w="sm" type="none"/>
                      <a:tailEnd len="sm" w="sm" type="none"/>
                    </a:lnT>
                    <a:solidFill>
                      <a:srgbClr val="B6D7A8"/>
                    </a:solidFill>
                  </a:tcPr>
                </a:tc>
              </a:tr>
              <a:tr h="413500">
                <a:tc>
                  <a:txBody>
                    <a:bodyPr/>
                    <a:lstStyle/>
                    <a:p>
                      <a:pPr indent="0" lvl="0" marL="0" rtl="0" algn="l">
                        <a:lnSpc>
                          <a:spcPct val="115000"/>
                        </a:lnSpc>
                        <a:spcBef>
                          <a:spcPts val="0"/>
                        </a:spcBef>
                        <a:spcAft>
                          <a:spcPts val="0"/>
                        </a:spcAft>
                        <a:buNone/>
                      </a:pPr>
                      <a:r>
                        <a:rPr lang="en" sz="1000"/>
                        <a:t>Add Resources</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B6D7A8"/>
                    </a:solidFill>
                  </a:tcPr>
                </a:tc>
                <a:tc>
                  <a:txBody>
                    <a:bodyPr/>
                    <a:lstStyle/>
                    <a:p>
                      <a:pPr indent="0" lvl="0" marL="0" rtl="0" algn="l">
                        <a:spcBef>
                          <a:spcPts val="0"/>
                        </a:spcBef>
                        <a:spcAft>
                          <a:spcPts val="0"/>
                        </a:spcAft>
                        <a:buNone/>
                      </a:pPr>
                      <a:r>
                        <a:t/>
                      </a:r>
                      <a:endParaRPr/>
                    </a:p>
                  </a:txBody>
                  <a:tcPr marT="19050" marB="19050" marR="28575" marL="28575" anchor="b">
                    <a:lnL cap="flat" cmpd="sng" w="7625">
                      <a:solidFill>
                        <a:srgbClr val="000000"/>
                      </a:solidFill>
                      <a:prstDash val="solid"/>
                      <a:round/>
                      <a:headEnd len="sm" w="sm" type="none"/>
                      <a:tailEnd len="sm" w="sm" type="none"/>
                    </a:lnL>
                    <a:lnB cap="flat" cmpd="sng" w="7625">
                      <a:solidFill>
                        <a:srgbClr val="000000"/>
                      </a:solidFill>
                      <a:prstDash val="solid"/>
                      <a:round/>
                      <a:headEnd len="sm" w="sm" type="none"/>
                      <a:tailEnd len="sm" w="sm" type="none"/>
                    </a:lnB>
                    <a:solidFill>
                      <a:srgbClr val="B6D7A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B cap="flat" cmpd="sng" w="7625">
                      <a:solidFill>
                        <a:srgbClr val="000000"/>
                      </a:solidFill>
                      <a:prstDash val="solid"/>
                      <a:round/>
                      <a:headEnd len="sm" w="sm" type="none"/>
                      <a:tailEnd len="sm" w="sm" type="none"/>
                    </a:lnB>
                    <a:solidFill>
                      <a:srgbClr val="B6D7A8"/>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B cap="flat" cmpd="sng" w="7625">
                      <a:solidFill>
                        <a:srgbClr val="000000"/>
                      </a:solidFill>
                      <a:prstDash val="solid"/>
                      <a:round/>
                      <a:headEnd len="sm" w="sm" type="none"/>
                      <a:tailEnd len="sm" w="sm" type="none"/>
                    </a:lnB>
                    <a:solidFill>
                      <a:srgbClr val="B6D7A8"/>
                    </a:solidFill>
                  </a:tcPr>
                </a:tc>
                <a:tc>
                  <a:txBody>
                    <a:bodyPr/>
                    <a:lstStyle/>
                    <a:p>
                      <a:pPr indent="0" lvl="0" marL="0" rtl="0" algn="l">
                        <a:lnSpc>
                          <a:spcPct val="115000"/>
                        </a:lnSpc>
                        <a:spcBef>
                          <a:spcPts val="0"/>
                        </a:spcBef>
                        <a:spcAft>
                          <a:spcPts val="0"/>
                        </a:spcAft>
                        <a:buNone/>
                      </a:pPr>
                      <a:r>
                        <a:rPr lang="en" sz="1000"/>
                        <a:t>Counselors can request resources added</a:t>
                      </a:r>
                      <a:endParaRPr sz="1000"/>
                    </a:p>
                  </a:txBody>
                  <a:tcPr marT="19050" marB="19050" marR="28575" marL="28575" anchor="b">
                    <a:lnB cap="flat" cmpd="sng" w="7625">
                      <a:solidFill>
                        <a:srgbClr val="000000"/>
                      </a:solidFill>
                      <a:prstDash val="solid"/>
                      <a:round/>
                      <a:headEnd len="sm" w="sm" type="none"/>
                      <a:tailEnd len="sm" w="sm" type="none"/>
                    </a:lnB>
                    <a:solidFill>
                      <a:srgbClr val="B6D7A8"/>
                    </a:solidFill>
                  </a:tcPr>
                </a:tc>
              </a:tr>
              <a:tr h="227425">
                <a:tc gridSpan="5">
                  <a:txBody>
                    <a:bodyPr/>
                    <a:lstStyle/>
                    <a:p>
                      <a:pPr indent="0" lvl="0" marL="0" rtl="0" algn="l">
                        <a:lnSpc>
                          <a:spcPct val="115000"/>
                        </a:lnSpc>
                        <a:spcBef>
                          <a:spcPts val="0"/>
                        </a:spcBef>
                        <a:spcAft>
                          <a:spcPts val="0"/>
                        </a:spcAft>
                        <a:buNone/>
                      </a:pPr>
                      <a:r>
                        <a:rPr b="1" lang="en" sz="1000"/>
                        <a:t>Echo</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B4A7D6"/>
                    </a:solidFill>
                  </a:tcPr>
                </a:tc>
                <a:tc hMerge="1"/>
                <a:tc hMerge="1"/>
                <a:tc hMerge="1"/>
                <a:tc hMerge="1"/>
              </a:tr>
              <a:tr h="272900">
                <a:tc>
                  <a:txBody>
                    <a:bodyPr/>
                    <a:lstStyle/>
                    <a:p>
                      <a:pPr indent="0" lvl="0" marL="0" rtl="0" algn="l">
                        <a:lnSpc>
                          <a:spcPct val="115000"/>
                        </a:lnSpc>
                        <a:spcBef>
                          <a:spcPts val="0"/>
                        </a:spcBef>
                        <a:spcAft>
                          <a:spcPts val="0"/>
                        </a:spcAft>
                        <a:buNone/>
                      </a:pPr>
                      <a:r>
                        <a:rPr lang="en" sz="1000"/>
                        <a:t>Chatbot Access</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B4A7D6"/>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L cap="flat" cmpd="sng" w="7625">
                      <a:solidFill>
                        <a:srgbClr val="000000"/>
                      </a:solidFill>
                      <a:prstDash val="solid"/>
                      <a:round/>
                      <a:headEnd len="sm" w="sm" type="none"/>
                      <a:tailEnd len="sm" w="sm" type="none"/>
                    </a:lnL>
                    <a:lnT cap="flat" cmpd="sng" w="7625">
                      <a:solidFill>
                        <a:srgbClr val="000000"/>
                      </a:solidFill>
                      <a:prstDash val="solid"/>
                      <a:round/>
                      <a:headEnd len="sm" w="sm" type="none"/>
                      <a:tailEnd len="sm" w="sm" type="none"/>
                    </a:lnT>
                    <a:solidFill>
                      <a:srgbClr val="B4A7D6"/>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T cap="flat" cmpd="sng" w="7625">
                      <a:solidFill>
                        <a:srgbClr val="000000"/>
                      </a:solidFill>
                      <a:prstDash val="solid"/>
                      <a:round/>
                      <a:headEnd len="sm" w="sm" type="none"/>
                      <a:tailEnd len="sm" w="sm" type="none"/>
                    </a:lnT>
                    <a:solidFill>
                      <a:srgbClr val="B4A7D6"/>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lnT cap="flat" cmpd="sng" w="7625">
                      <a:solidFill>
                        <a:srgbClr val="000000"/>
                      </a:solidFill>
                      <a:prstDash val="solid"/>
                      <a:round/>
                      <a:headEnd len="sm" w="sm" type="none"/>
                      <a:tailEnd len="sm" w="sm" type="none"/>
                    </a:lnT>
                    <a:solidFill>
                      <a:srgbClr val="B4A7D6"/>
                    </a:solidFill>
                  </a:tcPr>
                </a:tc>
                <a:tc>
                  <a:txBody>
                    <a:bodyPr/>
                    <a:lstStyle/>
                    <a:p>
                      <a:pPr indent="0" lvl="0" marL="0" rtl="0" algn="l">
                        <a:spcBef>
                          <a:spcPts val="0"/>
                        </a:spcBef>
                        <a:spcAft>
                          <a:spcPts val="0"/>
                        </a:spcAft>
                        <a:buNone/>
                      </a:pPr>
                      <a:r>
                        <a:t/>
                      </a:r>
                      <a:endParaRPr/>
                    </a:p>
                  </a:txBody>
                  <a:tcPr marT="19050" marB="19050" marR="28575" marL="28575" anchor="b">
                    <a:lnT cap="flat" cmpd="sng" w="7625">
                      <a:solidFill>
                        <a:srgbClr val="000000"/>
                      </a:solidFill>
                      <a:prstDash val="solid"/>
                      <a:round/>
                      <a:headEnd len="sm" w="sm" type="none"/>
                      <a:tailEnd len="sm" w="sm" type="none"/>
                    </a:lnT>
                    <a:solidFill>
                      <a:srgbClr val="B4A7D6"/>
                    </a:solidFill>
                  </a:tcPr>
                </a:tc>
              </a:tr>
              <a:tr h="272900">
                <a:tc>
                  <a:txBody>
                    <a:bodyPr/>
                    <a:lstStyle/>
                    <a:p>
                      <a:pPr indent="0" lvl="0" marL="0" rtl="0" algn="l">
                        <a:lnSpc>
                          <a:spcPct val="115000"/>
                        </a:lnSpc>
                        <a:spcBef>
                          <a:spcPts val="0"/>
                        </a:spcBef>
                        <a:spcAft>
                          <a:spcPts val="0"/>
                        </a:spcAft>
                        <a:buNone/>
                      </a:pPr>
                      <a:r>
                        <a:rPr lang="en" sz="1000"/>
                        <a:t>Rating</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B4A7D6"/>
                    </a:solidFill>
                  </a:tcPr>
                </a:tc>
                <a:tc>
                  <a:txBody>
                    <a:bodyPr/>
                    <a:lstStyle/>
                    <a:p>
                      <a:pPr indent="0" lvl="0" marL="0" rtl="0" algn="l">
                        <a:spcBef>
                          <a:spcPts val="0"/>
                        </a:spcBef>
                        <a:spcAft>
                          <a:spcPts val="0"/>
                        </a:spcAft>
                        <a:buNone/>
                      </a:pPr>
                      <a:r>
                        <a:t/>
                      </a:r>
                      <a:endParaRPr/>
                    </a:p>
                  </a:txBody>
                  <a:tcPr marT="19050" marB="19050" marR="28575" marL="28575" anchor="b">
                    <a:lnL cap="flat" cmpd="sng" w="7625">
                      <a:solidFill>
                        <a:srgbClr val="000000"/>
                      </a:solidFill>
                      <a:prstDash val="solid"/>
                      <a:round/>
                      <a:headEnd len="sm" w="sm" type="none"/>
                      <a:tailEnd len="sm" w="sm" type="none"/>
                    </a:lnL>
                    <a:solidFill>
                      <a:srgbClr val="B4A7D6"/>
                    </a:solidFill>
                  </a:tcPr>
                </a:tc>
                <a:tc>
                  <a:txBody>
                    <a:bodyPr/>
                    <a:lstStyle/>
                    <a:p>
                      <a:pPr indent="0" lvl="0" marL="0" rtl="0" algn="ctr">
                        <a:lnSpc>
                          <a:spcPct val="115000"/>
                        </a:lnSpc>
                        <a:spcBef>
                          <a:spcPts val="0"/>
                        </a:spcBef>
                        <a:spcAft>
                          <a:spcPts val="0"/>
                        </a:spcAft>
                        <a:buNone/>
                      </a:pPr>
                      <a:r>
                        <a:rPr lang="en" sz="1000"/>
                        <a:t>X</a:t>
                      </a:r>
                      <a:endParaRPr sz="1000"/>
                    </a:p>
                  </a:txBody>
                  <a:tcPr marT="19050" marB="19050" marR="28575" marL="28575" anchor="b">
                    <a:solidFill>
                      <a:srgbClr val="B4A7D6"/>
                    </a:solidFill>
                  </a:tcPr>
                </a:tc>
                <a:tc>
                  <a:txBody>
                    <a:bodyPr/>
                    <a:lstStyle/>
                    <a:p>
                      <a:pPr indent="0" lvl="0" marL="0" rtl="0" algn="l">
                        <a:spcBef>
                          <a:spcPts val="0"/>
                        </a:spcBef>
                        <a:spcAft>
                          <a:spcPts val="0"/>
                        </a:spcAft>
                        <a:buNone/>
                      </a:pPr>
                      <a:r>
                        <a:t/>
                      </a:r>
                      <a:endParaRPr/>
                    </a:p>
                  </a:txBody>
                  <a:tcPr marT="19050" marB="19050" marR="28575" marL="28575" anchor="b">
                    <a:solidFill>
                      <a:srgbClr val="B4A7D6"/>
                    </a:solidFill>
                  </a:tcPr>
                </a:tc>
                <a:tc>
                  <a:txBody>
                    <a:bodyPr/>
                    <a:lstStyle/>
                    <a:p>
                      <a:pPr indent="0" lvl="0" marL="0" rtl="0" algn="l">
                        <a:spcBef>
                          <a:spcPts val="0"/>
                        </a:spcBef>
                        <a:spcAft>
                          <a:spcPts val="0"/>
                        </a:spcAft>
                        <a:buNone/>
                      </a:pPr>
                      <a:r>
                        <a:t/>
                      </a:r>
                      <a:endParaRPr/>
                    </a:p>
                  </a:txBody>
                  <a:tcPr marT="19050" marB="19050" marR="28575" marL="28575" anchor="b">
                    <a:solidFill>
                      <a:srgbClr val="B4A7D6"/>
                    </a:solidFill>
                  </a:tcPr>
                </a:tc>
              </a:tr>
            </a:tbl>
          </a:graphicData>
        </a:graphic>
      </p:graphicFrame>
      <p:pic>
        <p:nvPicPr>
          <p:cNvPr id="1122" name="Google Shape;1122;p112"/>
          <p:cNvPicPr preferRelativeResize="0"/>
          <p:nvPr/>
        </p:nvPicPr>
        <p:blipFill>
          <a:blip r:embed="rId3">
            <a:alphaModFix/>
          </a:blip>
          <a:stretch>
            <a:fillRect/>
          </a:stretch>
        </p:blipFill>
        <p:spPr>
          <a:xfrm>
            <a:off x="8010299" y="154225"/>
            <a:ext cx="934701" cy="140330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6" name="Shape 1126"/>
        <p:cNvGrpSpPr/>
        <p:nvPr/>
      </p:nvGrpSpPr>
      <p:grpSpPr>
        <a:xfrm>
          <a:off x="0" y="0"/>
          <a:ext cx="0" cy="0"/>
          <a:chOff x="0" y="0"/>
          <a:chExt cx="0" cy="0"/>
        </a:xfrm>
      </p:grpSpPr>
      <p:sp>
        <p:nvSpPr>
          <p:cNvPr id="1127" name="Google Shape;1127;p113"/>
          <p:cNvSpPr txBox="1"/>
          <p:nvPr>
            <p:ph type="title"/>
          </p:nvPr>
        </p:nvSpPr>
        <p:spPr>
          <a:xfrm>
            <a:off x="281050" y="168025"/>
            <a:ext cx="6390300" cy="965400"/>
          </a:xfrm>
          <a:prstGeom prst="rect">
            <a:avLst/>
          </a:prstGeom>
        </p:spPr>
        <p:txBody>
          <a:bodyPr anchorCtr="0" anchor="b" bIns="0" lIns="0" spcFirstLastPara="1" rIns="0" wrap="square" tIns="0">
            <a:noAutofit/>
          </a:bodyPr>
          <a:lstStyle/>
          <a:p>
            <a:pPr indent="0" lvl="0" marL="0" rtl="0" algn="l">
              <a:lnSpc>
                <a:spcPct val="85000"/>
              </a:lnSpc>
              <a:spcBef>
                <a:spcPts val="0"/>
              </a:spcBef>
              <a:spcAft>
                <a:spcPts val="0"/>
              </a:spcAft>
              <a:buNone/>
            </a:pPr>
            <a:r>
              <a:rPr lang="en" sz="3400">
                <a:latin typeface="Urbanist Medium"/>
                <a:ea typeface="Urbanist Medium"/>
                <a:cs typeface="Urbanist Medium"/>
                <a:sym typeface="Urbanist Medium"/>
              </a:rPr>
              <a:t>Competition Matrix</a:t>
            </a:r>
            <a:endParaRPr sz="3400">
              <a:latin typeface="Urbanist Medium"/>
              <a:ea typeface="Urbanist Medium"/>
              <a:cs typeface="Urbanist Medium"/>
              <a:sym typeface="Urbanist Medium"/>
            </a:endParaRPr>
          </a:p>
          <a:p>
            <a:pPr indent="0" lvl="0" marL="0" rtl="0" algn="l">
              <a:lnSpc>
                <a:spcPct val="85000"/>
              </a:lnSpc>
              <a:spcBef>
                <a:spcPts val="0"/>
              </a:spcBef>
              <a:spcAft>
                <a:spcPts val="0"/>
              </a:spcAft>
              <a:buNone/>
            </a:pPr>
            <a:r>
              <a:t/>
            </a:r>
            <a:endParaRPr/>
          </a:p>
        </p:txBody>
      </p:sp>
      <p:graphicFrame>
        <p:nvGraphicFramePr>
          <p:cNvPr id="1128" name="Google Shape;1128;p113"/>
          <p:cNvGraphicFramePr/>
          <p:nvPr/>
        </p:nvGraphicFramePr>
        <p:xfrm>
          <a:off x="267200" y="1056900"/>
          <a:ext cx="3000000" cy="3000000"/>
        </p:xfrm>
        <a:graphic>
          <a:graphicData uri="http://schemas.openxmlformats.org/drawingml/2006/table">
            <a:tbl>
              <a:tblPr>
                <a:noFill/>
                <a:tableStyleId>{B5E673AC-FE77-469F-A28B-C940286D2299}</a:tableStyleId>
              </a:tblPr>
              <a:tblGrid>
                <a:gridCol w="1268625"/>
                <a:gridCol w="1089300"/>
                <a:gridCol w="1178975"/>
                <a:gridCol w="1178975"/>
                <a:gridCol w="1178975"/>
                <a:gridCol w="1178975"/>
              </a:tblGrid>
              <a:tr h="741875">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PeopleFirst</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RecWell</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BetterHelp</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Jed Foundation</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Student Health Services</a:t>
                      </a:r>
                      <a:endParaRPr>
                        <a:solidFill>
                          <a:schemeClr val="lt1"/>
                        </a:solidFill>
                      </a:endParaRPr>
                    </a:p>
                  </a:txBody>
                  <a:tcPr marT="91425" marB="91425" marR="91425" marL="91425"/>
                </a:tc>
              </a:tr>
              <a:tr h="357175">
                <a:tc>
                  <a:txBody>
                    <a:bodyPr/>
                    <a:lstStyle/>
                    <a:p>
                      <a:pPr indent="0" lvl="0" marL="0" rtl="0" algn="ctr">
                        <a:spcBef>
                          <a:spcPts val="0"/>
                        </a:spcBef>
                        <a:spcAft>
                          <a:spcPts val="0"/>
                        </a:spcAft>
                        <a:buNone/>
                      </a:pPr>
                      <a:r>
                        <a:rPr lang="en">
                          <a:solidFill>
                            <a:schemeClr val="lt1"/>
                          </a:solidFill>
                        </a:rPr>
                        <a:t>Forums</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r>
              <a:tr h="549525">
                <a:tc>
                  <a:txBody>
                    <a:bodyPr/>
                    <a:lstStyle/>
                    <a:p>
                      <a:pPr indent="0" lvl="0" marL="0" rtl="0" algn="ctr">
                        <a:spcBef>
                          <a:spcPts val="0"/>
                        </a:spcBef>
                        <a:spcAft>
                          <a:spcPts val="0"/>
                        </a:spcAft>
                        <a:buNone/>
                      </a:pPr>
                      <a:r>
                        <a:rPr lang="en">
                          <a:solidFill>
                            <a:schemeClr val="lt1"/>
                          </a:solidFill>
                        </a:rPr>
                        <a:t>Resources Provided</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r>
              <a:tr h="357175">
                <a:tc>
                  <a:txBody>
                    <a:bodyPr/>
                    <a:lstStyle/>
                    <a:p>
                      <a:pPr indent="0" lvl="0" marL="0" rtl="0" algn="ctr">
                        <a:spcBef>
                          <a:spcPts val="0"/>
                        </a:spcBef>
                        <a:spcAft>
                          <a:spcPts val="0"/>
                        </a:spcAft>
                        <a:buNone/>
                      </a:pPr>
                      <a:r>
                        <a:rPr lang="en">
                          <a:solidFill>
                            <a:schemeClr val="lt1"/>
                          </a:solidFill>
                        </a:rPr>
                        <a:t>Chat Bot</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r>
              <a:tr h="549525">
                <a:tc>
                  <a:txBody>
                    <a:bodyPr/>
                    <a:lstStyle/>
                    <a:p>
                      <a:pPr indent="0" lvl="0" marL="0" rtl="0" algn="ctr">
                        <a:spcBef>
                          <a:spcPts val="0"/>
                        </a:spcBef>
                        <a:spcAft>
                          <a:spcPts val="0"/>
                        </a:spcAft>
                        <a:buNone/>
                      </a:pPr>
                      <a:r>
                        <a:rPr lang="en">
                          <a:solidFill>
                            <a:schemeClr val="lt1"/>
                          </a:solidFill>
                        </a:rPr>
                        <a:t>Activities/ Events</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r>
              <a:tr h="357175">
                <a:tc>
                  <a:txBody>
                    <a:bodyPr/>
                    <a:lstStyle/>
                    <a:p>
                      <a:pPr indent="0" lvl="0" marL="0" rtl="0" algn="ctr">
                        <a:spcBef>
                          <a:spcPts val="0"/>
                        </a:spcBef>
                        <a:spcAft>
                          <a:spcPts val="0"/>
                        </a:spcAft>
                        <a:buNone/>
                      </a:pPr>
                      <a:r>
                        <a:rPr lang="en">
                          <a:solidFill>
                            <a:schemeClr val="lt1"/>
                          </a:solidFill>
                        </a:rPr>
                        <a:t>24/7 Help</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r>
              <a:tr h="357175">
                <a:tc>
                  <a:txBody>
                    <a:bodyPr/>
                    <a:lstStyle/>
                    <a:p>
                      <a:pPr indent="0" lvl="0" marL="0" rtl="0" algn="ctr">
                        <a:spcBef>
                          <a:spcPts val="0"/>
                        </a:spcBef>
                        <a:spcAft>
                          <a:spcPts val="0"/>
                        </a:spcAft>
                        <a:buNone/>
                      </a:pPr>
                      <a:r>
                        <a:rPr lang="en">
                          <a:solidFill>
                            <a:schemeClr val="lt1"/>
                          </a:solidFill>
                        </a:rPr>
                        <a:t>Free to Users</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t/>
                      </a:r>
                      <a:endParaRPr>
                        <a:solidFill>
                          <a:schemeClr val="lt1"/>
                        </a:solidFill>
                      </a:endParaRPr>
                    </a:p>
                  </a:txBody>
                  <a:tcPr marT="91425" marB="91425" marR="91425" marL="91425"/>
                </a:tc>
                <a:tc>
                  <a:txBody>
                    <a:bodyPr/>
                    <a:lstStyle/>
                    <a:p>
                      <a:pPr indent="0" lvl="0" marL="0" rtl="0" algn="ctr">
                        <a:spcBef>
                          <a:spcPts val="0"/>
                        </a:spcBef>
                        <a:spcAft>
                          <a:spcPts val="0"/>
                        </a:spcAft>
                        <a:buNone/>
                      </a:pPr>
                      <a:r>
                        <a:rPr lang="en">
                          <a:solidFill>
                            <a:schemeClr val="lt1"/>
                          </a:solidFill>
                        </a:rPr>
                        <a:t>X</a:t>
                      </a:r>
                      <a:endParaRPr>
                        <a:solidFill>
                          <a:schemeClr val="lt1"/>
                        </a:solidFill>
                      </a:endParaRPr>
                    </a:p>
                  </a:txBody>
                  <a:tcPr marT="91425" marB="91425" marR="91425" marL="91425"/>
                </a:tc>
              </a:tr>
            </a:tbl>
          </a:graphicData>
        </a:graphic>
      </p:graphicFrame>
      <p:pic>
        <p:nvPicPr>
          <p:cNvPr id="1129" name="Google Shape;1129;p113" title="RecWell.png"/>
          <p:cNvPicPr preferRelativeResize="0"/>
          <p:nvPr/>
        </p:nvPicPr>
        <p:blipFill>
          <a:blip r:embed="rId3">
            <a:alphaModFix/>
          </a:blip>
          <a:stretch>
            <a:fillRect/>
          </a:stretch>
        </p:blipFill>
        <p:spPr>
          <a:xfrm>
            <a:off x="6318250" y="114925"/>
            <a:ext cx="857600" cy="857600"/>
          </a:xfrm>
          <a:prstGeom prst="rect">
            <a:avLst/>
          </a:prstGeom>
          <a:noFill/>
          <a:ln>
            <a:noFill/>
          </a:ln>
        </p:spPr>
      </p:pic>
      <p:pic>
        <p:nvPicPr>
          <p:cNvPr id="1130" name="Google Shape;1130;p113"/>
          <p:cNvPicPr preferRelativeResize="0"/>
          <p:nvPr/>
        </p:nvPicPr>
        <p:blipFill>
          <a:blip r:embed="rId4">
            <a:alphaModFix/>
          </a:blip>
          <a:stretch>
            <a:fillRect/>
          </a:stretch>
        </p:blipFill>
        <p:spPr>
          <a:xfrm>
            <a:off x="7845707" y="114925"/>
            <a:ext cx="975024" cy="1463825"/>
          </a:xfrm>
          <a:prstGeom prst="rect">
            <a:avLst/>
          </a:prstGeom>
          <a:noFill/>
          <a:ln>
            <a:noFill/>
          </a:ln>
        </p:spPr>
      </p:pic>
      <p:pic>
        <p:nvPicPr>
          <p:cNvPr id="1131" name="Google Shape;1131;p113" title="BetterHelp.png"/>
          <p:cNvPicPr preferRelativeResize="0"/>
          <p:nvPr/>
        </p:nvPicPr>
        <p:blipFill>
          <a:blip r:embed="rId5">
            <a:alphaModFix/>
          </a:blip>
          <a:stretch>
            <a:fillRect/>
          </a:stretch>
        </p:blipFill>
        <p:spPr>
          <a:xfrm>
            <a:off x="7782700" y="3208925"/>
            <a:ext cx="1101051" cy="1101051"/>
          </a:xfrm>
          <a:prstGeom prst="rect">
            <a:avLst/>
          </a:prstGeom>
          <a:noFill/>
          <a:ln>
            <a:noFill/>
          </a:ln>
        </p:spPr>
      </p:pic>
      <p:pic>
        <p:nvPicPr>
          <p:cNvPr id="1132" name="Google Shape;1132;p113" title="JED.png"/>
          <p:cNvPicPr preferRelativeResize="0"/>
          <p:nvPr/>
        </p:nvPicPr>
        <p:blipFill>
          <a:blip r:embed="rId6">
            <a:alphaModFix/>
          </a:blip>
          <a:stretch>
            <a:fillRect/>
          </a:stretch>
        </p:blipFill>
        <p:spPr>
          <a:xfrm>
            <a:off x="7341014" y="1884950"/>
            <a:ext cx="1708412" cy="1138950"/>
          </a:xfrm>
          <a:prstGeom prst="rect">
            <a:avLst/>
          </a:prstGeom>
          <a:noFill/>
          <a:ln>
            <a:noFill/>
          </a:ln>
        </p:spPr>
      </p:pic>
      <p:graphicFrame>
        <p:nvGraphicFramePr>
          <p:cNvPr id="1133" name="Google Shape;1133;p113"/>
          <p:cNvGraphicFramePr/>
          <p:nvPr/>
        </p:nvGraphicFramePr>
        <p:xfrm>
          <a:off x="231338" y="1056913"/>
          <a:ext cx="3000000" cy="3000000"/>
        </p:xfrm>
        <a:graphic>
          <a:graphicData uri="http://schemas.openxmlformats.org/drawingml/2006/table">
            <a:tbl>
              <a:tblPr>
                <a:noFill/>
                <a:tableStyleId>{39EBB834-6FB6-480E-8170-48CC61BC8D5D}</a:tableStyleId>
              </a:tblPr>
              <a:tblGrid>
                <a:gridCol w="956550"/>
                <a:gridCol w="994825"/>
                <a:gridCol w="956550"/>
                <a:gridCol w="1157300"/>
                <a:gridCol w="1328900"/>
                <a:gridCol w="1751400"/>
              </a:tblGrid>
              <a:tr h="477225">
                <a:tc>
                  <a:txBody>
                    <a:bodyPr/>
                    <a:lstStyle/>
                    <a:p>
                      <a:pPr indent="0" lvl="0" marL="0" rtl="0" algn="ctr">
                        <a:lnSpc>
                          <a:spcPct val="115000"/>
                        </a:lnSpc>
                        <a:spcBef>
                          <a:spcPts val="0"/>
                        </a:spcBef>
                        <a:spcAft>
                          <a:spcPts val="0"/>
                        </a:spcAft>
                        <a:buNone/>
                      </a:pPr>
                      <a:r>
                        <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PeopleFirst</a:t>
                      </a:r>
                      <a:endParaRPr sz="1100">
                        <a:latin typeface="Roboto"/>
                        <a:ea typeface="Roboto"/>
                        <a:cs typeface="Roboto"/>
                        <a:sym typeface="Roboto"/>
                      </a:endParaRPr>
                    </a:p>
                  </a:txBody>
                  <a:tcPr marT="19050" marB="19050" marR="76200" marL="7620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CCCCCC"/>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RecWell</a:t>
                      </a:r>
                      <a:endParaRPr sz="1100">
                        <a:latin typeface="Roboto"/>
                        <a:ea typeface="Roboto"/>
                        <a:cs typeface="Roboto"/>
                        <a:sym typeface="Roboto"/>
                      </a:endParaRPr>
                    </a:p>
                  </a:txBody>
                  <a:tcPr marT="19050" marB="19050" marR="76200" marL="7620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CCCCCC"/>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BetterHelp</a:t>
                      </a:r>
                      <a:endParaRPr sz="1100">
                        <a:latin typeface="Roboto"/>
                        <a:ea typeface="Roboto"/>
                        <a:cs typeface="Roboto"/>
                        <a:sym typeface="Roboto"/>
                      </a:endParaRPr>
                    </a:p>
                  </a:txBody>
                  <a:tcPr marT="19050" marB="19050" marR="76200" marL="7620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CCCCCC"/>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Jed Foundation</a:t>
                      </a:r>
                      <a:endParaRPr sz="1100">
                        <a:latin typeface="Roboto"/>
                        <a:ea typeface="Roboto"/>
                        <a:cs typeface="Roboto"/>
                        <a:sym typeface="Roboto"/>
                      </a:endParaRPr>
                    </a:p>
                  </a:txBody>
                  <a:tcPr marT="19050" marB="19050" marR="76200" marL="7620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CCCCCC"/>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Student Health Services</a:t>
                      </a:r>
                      <a:endParaRPr sz="1100">
                        <a:latin typeface="Roboto"/>
                        <a:ea typeface="Roboto"/>
                        <a:cs typeface="Roboto"/>
                        <a:sym typeface="Roboto"/>
                      </a:endParaRPr>
                    </a:p>
                  </a:txBody>
                  <a:tcPr marT="19050" marB="19050" marR="76200" marL="7620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CCCCCC"/>
                    </a:solidFill>
                  </a:tcPr>
                </a:tc>
              </a:tr>
              <a:tr h="524925">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Forums</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rgbClr val="000000"/>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r>
              <a:tr h="524925">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Resources Provided</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rgbClr val="000000"/>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r>
              <a:tr h="524925">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Chat Bot</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rgbClr val="000000"/>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r>
              <a:tr h="524925">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Activities/ Events</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rgbClr val="000000"/>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r>
              <a:tr h="524925">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24/7 Help</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rgbClr val="000000"/>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accent2"/>
                      </a:solidFill>
                      <a:prstDash val="solid"/>
                      <a:round/>
                      <a:headEnd len="sm" w="sm" type="none"/>
                      <a:tailEnd len="sm" w="sm" type="none"/>
                    </a:lnB>
                    <a:solidFill>
                      <a:schemeClr val="accent2"/>
                    </a:solidFill>
                  </a:tcPr>
                </a:tc>
              </a:tr>
              <a:tr h="524925">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Free to Users</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rgbClr val="000000"/>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accent2"/>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2"/>
                    </a:solidFill>
                  </a:tcPr>
                </a:tc>
                <a:tc>
                  <a:txBody>
                    <a:bodyPr/>
                    <a:lstStyle/>
                    <a:p>
                      <a:pPr indent="0" lvl="0" marL="0" rtl="0" algn="ctr">
                        <a:spcBef>
                          <a:spcPts val="0"/>
                        </a:spcBef>
                        <a:spcAft>
                          <a:spcPts val="0"/>
                        </a:spcAft>
                        <a:buNone/>
                      </a:pPr>
                      <a:r>
                        <a:rPr lang="en"/>
                        <a:t>X</a:t>
                      </a:r>
                      <a:endParaRPr/>
                    </a:p>
                  </a:txBody>
                  <a:tcPr marT="19050" marB="19050" marR="76200" marL="76200" anchor="ctr">
                    <a:lnL cap="flat" cmpd="sng" w="9525">
                      <a:solidFill>
                        <a:schemeClr val="accent2"/>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accent2"/>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graphicFrame>
        <p:nvGraphicFramePr>
          <p:cNvPr id="1138" name="Google Shape;1138;p114"/>
          <p:cNvGraphicFramePr/>
          <p:nvPr/>
        </p:nvGraphicFramePr>
        <p:xfrm>
          <a:off x="926788" y="636900"/>
          <a:ext cx="3000000" cy="3000000"/>
        </p:xfrm>
        <a:graphic>
          <a:graphicData uri="http://schemas.openxmlformats.org/drawingml/2006/table">
            <a:tbl>
              <a:tblPr>
                <a:noFill/>
                <a:tableStyleId>{39EBB834-6FB6-480E-8170-48CC61BC8D5D}</a:tableStyleId>
              </a:tblPr>
              <a:tblGrid>
                <a:gridCol w="975950"/>
                <a:gridCol w="1015000"/>
                <a:gridCol w="975950"/>
                <a:gridCol w="1493200"/>
                <a:gridCol w="1504750"/>
                <a:gridCol w="1325575"/>
              </a:tblGrid>
              <a:tr h="690725">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Severity →</a:t>
                      </a:r>
                      <a:endParaRPr sz="1100">
                        <a:latin typeface="Roboto"/>
                        <a:ea typeface="Roboto"/>
                        <a:cs typeface="Roboto"/>
                        <a:sym typeface="Roboto"/>
                      </a:endParaRPr>
                    </a:p>
                    <a:p>
                      <a:pPr indent="0" lvl="0" marL="0" rtl="0" algn="ctr">
                        <a:lnSpc>
                          <a:spcPct val="115000"/>
                        </a:lnSpc>
                        <a:spcBef>
                          <a:spcPts val="0"/>
                        </a:spcBef>
                        <a:spcAft>
                          <a:spcPts val="0"/>
                        </a:spcAft>
                        <a:buNone/>
                      </a:pPr>
                      <a:r>
                        <a:rPr lang="en" sz="1100">
                          <a:latin typeface="Roboto"/>
                          <a:ea typeface="Roboto"/>
                          <a:cs typeface="Roboto"/>
                          <a:sym typeface="Roboto"/>
                        </a:rPr>
                        <a:t>Probability</a:t>
                      </a:r>
                      <a:endParaRPr sz="1100">
                        <a:latin typeface="Roboto"/>
                        <a:ea typeface="Roboto"/>
                        <a:cs typeface="Roboto"/>
                        <a:sym typeface="Roboto"/>
                      </a:endParaRPr>
                    </a:p>
                    <a:p>
                      <a:pPr indent="0" lvl="0" marL="0" rtl="0" algn="ctr">
                        <a:lnSpc>
                          <a:spcPct val="115000"/>
                        </a:lnSpc>
                        <a:spcBef>
                          <a:spcPts val="0"/>
                        </a:spcBef>
                        <a:spcAft>
                          <a:spcPts val="0"/>
                        </a:spcAft>
                        <a:buNone/>
                      </a:pPr>
                      <a:r>
                        <a:rPr lang="en" sz="1100">
                          <a:latin typeface="Roboto"/>
                          <a:ea typeface="Roboto"/>
                          <a:cs typeface="Roboto"/>
                          <a:sym typeface="Roboto"/>
                        </a:rPr>
                        <a:t>↓</a:t>
                      </a:r>
                      <a:endParaRPr sz="1100">
                        <a:latin typeface="Roboto"/>
                        <a:ea typeface="Roboto"/>
                        <a:cs typeface="Roboto"/>
                        <a:sym typeface="Roboto"/>
                      </a:endParaRPr>
                    </a:p>
                  </a:txBody>
                  <a:tcPr marT="19050" marB="19050" marR="76200" marL="76200" anchor="ctr">
                    <a:lnL cap="flat" cmpd="sng" w="9525">
                      <a:solidFill>
                        <a:srgbClr val="154A4B"/>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154A4B"/>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1</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154A4B"/>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2</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154A4B"/>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3</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154A4B"/>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4</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154A4B"/>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5</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154A4B"/>
                      </a:solidFill>
                      <a:prstDash val="solid"/>
                      <a:round/>
                      <a:headEnd len="sm" w="sm" type="none"/>
                      <a:tailEnd len="sm" w="sm" type="none"/>
                    </a:lnR>
                    <a:lnT cap="flat" cmpd="sng" w="9525">
                      <a:solidFill>
                        <a:srgbClr val="154A4B"/>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r>
              <a:tr h="551425">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Very Rare</a:t>
                      </a:r>
                      <a:endParaRPr sz="1100">
                        <a:latin typeface="Roboto"/>
                        <a:ea typeface="Roboto"/>
                        <a:cs typeface="Roboto"/>
                        <a:sym typeface="Roboto"/>
                      </a:endParaRPr>
                    </a:p>
                  </a:txBody>
                  <a:tcPr marT="19050" marB="19050" marR="76200" marL="76200" anchor="ctr">
                    <a:lnL cap="flat" cmpd="sng" w="9525">
                      <a:solidFill>
                        <a:srgbClr val="154A4B"/>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Data Privacy</a:t>
                      </a:r>
                      <a:endParaRPr sz="1100">
                        <a:latin typeface="Roboto"/>
                        <a:ea typeface="Roboto"/>
                        <a:cs typeface="Roboto"/>
                        <a:sym typeface="Roboto"/>
                      </a:endParaRPr>
                    </a:p>
                    <a:p>
                      <a:pPr indent="0" lvl="0" marL="0" rtl="0" algn="ctr">
                        <a:lnSpc>
                          <a:spcPct val="115000"/>
                        </a:lnSpc>
                        <a:spcBef>
                          <a:spcPts val="0"/>
                        </a:spcBef>
                        <a:spcAft>
                          <a:spcPts val="0"/>
                        </a:spcAft>
                        <a:buNone/>
                      </a:pPr>
                      <a:r>
                        <a:rPr lang="en" sz="1100">
                          <a:latin typeface="Roboto"/>
                          <a:ea typeface="Roboto"/>
                          <a:cs typeface="Roboto"/>
                          <a:sym typeface="Roboto"/>
                        </a:rPr>
                        <a:t>Resource Security</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r>
              <a:tr h="565000">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Rare</a:t>
                      </a:r>
                      <a:endParaRPr sz="1100">
                        <a:latin typeface="Roboto"/>
                        <a:ea typeface="Roboto"/>
                        <a:cs typeface="Roboto"/>
                        <a:sym typeface="Roboto"/>
                      </a:endParaRPr>
                    </a:p>
                  </a:txBody>
                  <a:tcPr marT="19050" marB="19050" marR="76200" marL="76200" anchor="ctr">
                    <a:lnL cap="flat" cmpd="sng" w="9525">
                      <a:solidFill>
                        <a:srgbClr val="154A4B"/>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c>
                  <a:txBody>
                    <a:bodyPr/>
                    <a:lstStyle/>
                    <a:p>
                      <a:pPr indent="0" lvl="0" marL="0" rtl="0" algn="ctr">
                        <a:lnSpc>
                          <a:spcPct val="115000"/>
                        </a:lnSpc>
                        <a:spcBef>
                          <a:spcPts val="0"/>
                        </a:spcBef>
                        <a:spcAft>
                          <a:spcPts val="0"/>
                        </a:spcAft>
                        <a:buNone/>
                      </a:pPr>
                      <a:r>
                        <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lnSpc>
                          <a:spcPct val="115000"/>
                        </a:lnSpc>
                        <a:spcBef>
                          <a:spcPts val="0"/>
                        </a:spcBef>
                        <a:spcAft>
                          <a:spcPts val="0"/>
                        </a:spcAft>
                        <a:buNone/>
                      </a:pPr>
                      <a:r>
                        <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r>
              <a:tr h="565000">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Unlikely</a:t>
                      </a:r>
                      <a:endParaRPr sz="1100">
                        <a:latin typeface="Roboto"/>
                        <a:ea typeface="Roboto"/>
                        <a:cs typeface="Roboto"/>
                        <a:sym typeface="Roboto"/>
                      </a:endParaRPr>
                    </a:p>
                  </a:txBody>
                  <a:tcPr marT="19050" marB="19050" marR="76200" marL="76200" anchor="ctr">
                    <a:lnL cap="flat" cmpd="sng" w="9525">
                      <a:solidFill>
                        <a:srgbClr val="154A4B"/>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lnSpc>
                          <a:spcPct val="115000"/>
                        </a:lnSpc>
                        <a:spcBef>
                          <a:spcPts val="0"/>
                        </a:spcBef>
                        <a:spcAft>
                          <a:spcPts val="0"/>
                        </a:spcAft>
                        <a:buNone/>
                      </a:pPr>
                      <a:r>
                        <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Liability</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r>
              <a:tr h="565000">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Medium</a:t>
                      </a:r>
                      <a:endParaRPr sz="1100">
                        <a:latin typeface="Roboto"/>
                        <a:ea typeface="Roboto"/>
                        <a:cs typeface="Roboto"/>
                        <a:sym typeface="Roboto"/>
                      </a:endParaRPr>
                    </a:p>
                  </a:txBody>
                  <a:tcPr marT="19050" marB="19050" marR="76200" marL="76200" anchor="ctr">
                    <a:lnL cap="flat" cmpd="sng" w="9525">
                      <a:solidFill>
                        <a:srgbClr val="154A4B"/>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B6D7A8"/>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Bias in AI Responses</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lnSpc>
                          <a:spcPct val="115000"/>
                        </a:lnSpc>
                        <a:spcBef>
                          <a:spcPts val="0"/>
                        </a:spcBef>
                        <a:spcAft>
                          <a:spcPts val="0"/>
                        </a:spcAft>
                        <a:buNone/>
                      </a:pPr>
                      <a:r>
                        <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Regulation</a:t>
                      </a:r>
                      <a:endParaRPr sz="1100">
                        <a:latin typeface="Roboto"/>
                        <a:ea typeface="Roboto"/>
                        <a:cs typeface="Roboto"/>
                        <a:sym typeface="Roboto"/>
                      </a:endParaRPr>
                    </a:p>
                    <a:p>
                      <a:pPr indent="0" lvl="0" marL="0" rtl="0" algn="ctr">
                        <a:lnSpc>
                          <a:spcPct val="115000"/>
                        </a:lnSpc>
                        <a:spcBef>
                          <a:spcPts val="0"/>
                        </a:spcBef>
                        <a:spcAft>
                          <a:spcPts val="0"/>
                        </a:spcAft>
                        <a:buNone/>
                      </a:pPr>
                      <a:r>
                        <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06666"/>
                    </a:solidFill>
                  </a:tcPr>
                </a:tc>
              </a:tr>
              <a:tr h="565000">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Possible</a:t>
                      </a:r>
                      <a:endParaRPr sz="1100">
                        <a:latin typeface="Roboto"/>
                        <a:ea typeface="Roboto"/>
                        <a:cs typeface="Roboto"/>
                        <a:sym typeface="Roboto"/>
                      </a:endParaRPr>
                    </a:p>
                  </a:txBody>
                  <a:tcPr marT="19050" marB="19050" marR="76200" marL="76200" anchor="ctr">
                    <a:lnL cap="flat" cmpd="sng" w="9525">
                      <a:solidFill>
                        <a:srgbClr val="154A4B"/>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Help Unavailability</a:t>
                      </a:r>
                      <a:endParaRPr sz="1100">
                        <a:latin typeface="Roboto"/>
                        <a:ea typeface="Roboto"/>
                        <a:cs typeface="Roboto"/>
                        <a:sym typeface="Roboto"/>
                      </a:endParaRPr>
                    </a:p>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De-identification</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06666"/>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06666"/>
                    </a:solidFill>
                  </a:tcPr>
                </a:tc>
              </a:tr>
              <a:tr h="565000">
                <a:tc>
                  <a:txBody>
                    <a:bodyPr/>
                    <a:lstStyle/>
                    <a:p>
                      <a:pPr indent="0" lvl="0" marL="0" rtl="0" algn="ctr">
                        <a:lnSpc>
                          <a:spcPct val="115000"/>
                        </a:lnSpc>
                        <a:spcBef>
                          <a:spcPts val="0"/>
                        </a:spcBef>
                        <a:spcAft>
                          <a:spcPts val="0"/>
                        </a:spcAft>
                        <a:buNone/>
                      </a:pPr>
                      <a:r>
                        <a:rPr i="1" lang="en" sz="1100">
                          <a:latin typeface="Roboto"/>
                          <a:ea typeface="Roboto"/>
                          <a:cs typeface="Roboto"/>
                          <a:sym typeface="Roboto"/>
                        </a:rPr>
                        <a:t>High</a:t>
                      </a:r>
                      <a:endParaRPr i="1" sz="1100">
                        <a:latin typeface="Roboto"/>
                        <a:ea typeface="Roboto"/>
                        <a:cs typeface="Roboto"/>
                        <a:sym typeface="Roboto"/>
                      </a:endParaRPr>
                    </a:p>
                  </a:txBody>
                  <a:tcPr marT="19050" marB="19050" marR="76200" marL="76200" anchor="ctr">
                    <a:lnL cap="flat" cmpd="sng" w="9525">
                      <a:solidFill>
                        <a:srgbClr val="154A4B"/>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154A4B"/>
                      </a:solidFill>
                      <a:prstDash val="solid"/>
                      <a:round/>
                      <a:headEnd len="sm" w="sm" type="none"/>
                      <a:tailEnd len="sm" w="sm" type="none"/>
                    </a:lnB>
                    <a:solidFill>
                      <a:srgbClr val="CCCCCC"/>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D966"/>
                    </a:solidFill>
                  </a:tcPr>
                </a:tc>
                <a:tc>
                  <a:txBody>
                    <a:bodyPr/>
                    <a:lstStyle/>
                    <a:p>
                      <a:pPr indent="0" lvl="0" marL="0" rtl="0" algn="ctr">
                        <a:spcBef>
                          <a:spcPts val="0"/>
                        </a:spcBef>
                        <a:spcAft>
                          <a:spcPts val="0"/>
                        </a:spcAft>
                        <a:buNone/>
                      </a:pPr>
                      <a:r>
                        <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06666"/>
                    </a:solidFill>
                  </a:tcPr>
                </a:tc>
                <a:tc>
                  <a:txBody>
                    <a:bodyPr/>
                    <a:lstStyle/>
                    <a:p>
                      <a:pPr indent="0" lvl="0" marL="0" rtl="0" algn="ctr">
                        <a:lnSpc>
                          <a:spcPct val="115000"/>
                        </a:lnSpc>
                        <a:spcBef>
                          <a:spcPts val="0"/>
                        </a:spcBef>
                        <a:spcAft>
                          <a:spcPts val="0"/>
                        </a:spcAft>
                        <a:buNone/>
                      </a:pPr>
                      <a:r>
                        <a:rPr lang="en" sz="1100">
                          <a:latin typeface="Roboto"/>
                          <a:ea typeface="Roboto"/>
                          <a:cs typeface="Roboto"/>
                          <a:sym typeface="Roboto"/>
                        </a:rPr>
                        <a:t>Misinformation</a:t>
                      </a:r>
                      <a:endParaRPr sz="1100">
                        <a:latin typeface="Roboto"/>
                        <a:ea typeface="Roboto"/>
                        <a:cs typeface="Roboto"/>
                        <a:sym typeface="Roboto"/>
                      </a:endParaRPr>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06666"/>
                    </a:solidFill>
                  </a:tcPr>
                </a:tc>
                <a:tc>
                  <a:txBody>
                    <a:bodyPr/>
                    <a:lstStyle/>
                    <a:p>
                      <a:pPr indent="0" lvl="0" marL="0" rtl="0" algn="ctr">
                        <a:spcBef>
                          <a:spcPts val="0"/>
                        </a:spcBef>
                        <a:spcAft>
                          <a:spcPts val="0"/>
                        </a:spcAft>
                        <a:buNone/>
                      </a:pPr>
                      <a:r>
                        <a:rPr lang="en" sz="1100"/>
                        <a:t>HIPAA Compliance</a:t>
                      </a:r>
                      <a:endParaRPr sz="1100"/>
                    </a:p>
                  </a:txBody>
                  <a:tcPr marT="19050" marB="19050" marR="76200" marL="7620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E06666"/>
                    </a:solidFill>
                  </a:tcPr>
                </a:tc>
              </a:tr>
            </a:tbl>
          </a:graphicData>
        </a:graphic>
      </p:graphicFrame>
      <p:sp>
        <p:nvSpPr>
          <p:cNvPr id="1139" name="Google Shape;1139;p114"/>
          <p:cNvSpPr txBox="1"/>
          <p:nvPr/>
        </p:nvSpPr>
        <p:spPr>
          <a:xfrm>
            <a:off x="73575" y="-64500"/>
            <a:ext cx="8877000" cy="70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3000">
                <a:solidFill>
                  <a:schemeClr val="lt1"/>
                </a:solidFill>
                <a:latin typeface="Instrument Sans"/>
                <a:ea typeface="Instrument Sans"/>
                <a:cs typeface="Instrument Sans"/>
                <a:sym typeface="Instrument Sans"/>
              </a:rPr>
              <a:t>Risk Matrix</a:t>
            </a:r>
            <a:endParaRPr sz="3000">
              <a:solidFill>
                <a:schemeClr val="lt1"/>
              </a:solidFill>
              <a:latin typeface="Instrument Sans"/>
              <a:ea typeface="Instrument Sans"/>
              <a:cs typeface="Instrument Sans"/>
              <a:sym typeface="Instrument Sans"/>
            </a:endParaRPr>
          </a:p>
        </p:txBody>
      </p:sp>
      <p:cxnSp>
        <p:nvCxnSpPr>
          <p:cNvPr id="1140" name="Google Shape;1140;p114"/>
          <p:cNvCxnSpPr/>
          <p:nvPr/>
        </p:nvCxnSpPr>
        <p:spPr>
          <a:xfrm>
            <a:off x="10447675" y="-771175"/>
            <a:ext cx="1762800" cy="1762800"/>
          </a:xfrm>
          <a:prstGeom prst="straightConnector1">
            <a:avLst/>
          </a:prstGeom>
          <a:noFill/>
          <a:ln cap="flat" cmpd="sng" w="9525">
            <a:solidFill>
              <a:schemeClr val="dk2"/>
            </a:solidFill>
            <a:prstDash val="solid"/>
            <a:round/>
            <a:headEnd len="med" w="med" type="none"/>
            <a:tailEnd len="med" w="med" type="none"/>
          </a:ln>
        </p:spPr>
      </p:cxnSp>
      <p:pic>
        <p:nvPicPr>
          <p:cNvPr id="1141" name="Google Shape;1141;p114"/>
          <p:cNvPicPr preferRelativeResize="0"/>
          <p:nvPr/>
        </p:nvPicPr>
        <p:blipFill>
          <a:blip r:embed="rId3">
            <a:alphaModFix/>
          </a:blip>
          <a:stretch>
            <a:fillRect/>
          </a:stretch>
        </p:blipFill>
        <p:spPr>
          <a:xfrm>
            <a:off x="0" y="63550"/>
            <a:ext cx="841951" cy="126407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15"/>
          <p:cNvSpPr/>
          <p:nvPr/>
        </p:nvSpPr>
        <p:spPr>
          <a:xfrm>
            <a:off x="6080700" y="228600"/>
            <a:ext cx="2835000" cy="2062800"/>
          </a:xfrm>
          <a:prstGeom prst="roundRect">
            <a:avLst>
              <a:gd fmla="val 1185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u="sng">
              <a:solidFill>
                <a:schemeClr val="dk1"/>
              </a:solidFill>
              <a:latin typeface="Urbanist"/>
              <a:ea typeface="Urbanist"/>
              <a:cs typeface="Urbanist"/>
              <a:sym typeface="Urbanist"/>
            </a:endParaRPr>
          </a:p>
        </p:txBody>
      </p:sp>
      <p:sp>
        <p:nvSpPr>
          <p:cNvPr id="1147" name="Google Shape;1147;p115"/>
          <p:cNvSpPr/>
          <p:nvPr/>
        </p:nvSpPr>
        <p:spPr>
          <a:xfrm>
            <a:off x="3154500" y="228600"/>
            <a:ext cx="2835000" cy="2062800"/>
          </a:xfrm>
          <a:prstGeom prst="roundRect">
            <a:avLst>
              <a:gd fmla="val 12302"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148" name="Google Shape;1148;p115"/>
          <p:cNvSpPr/>
          <p:nvPr/>
        </p:nvSpPr>
        <p:spPr>
          <a:xfrm>
            <a:off x="6080700" y="2389841"/>
            <a:ext cx="2835000" cy="2062800"/>
          </a:xfrm>
          <a:prstGeom prst="roundRect">
            <a:avLst>
              <a:gd fmla="val 11609"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149" name="Google Shape;1149;p115"/>
          <p:cNvSpPr/>
          <p:nvPr/>
        </p:nvSpPr>
        <p:spPr>
          <a:xfrm>
            <a:off x="3154500" y="2389841"/>
            <a:ext cx="2835000" cy="2062800"/>
          </a:xfrm>
          <a:prstGeom prst="roundRect">
            <a:avLst>
              <a:gd fmla="val 10875"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150" name="Google Shape;1150;p115"/>
          <p:cNvSpPr txBox="1"/>
          <p:nvPr>
            <p:ph idx="6" type="title"/>
          </p:nvPr>
        </p:nvSpPr>
        <p:spPr>
          <a:xfrm>
            <a:off x="233850" y="228600"/>
            <a:ext cx="2190000" cy="511800"/>
          </a:xfrm>
          <a:prstGeom prst="rect">
            <a:avLst/>
          </a:prstGeom>
        </p:spPr>
        <p:txBody>
          <a:bodyPr anchorCtr="0" anchor="t" bIns="0" lIns="182875" spcFirstLastPara="1" rIns="182875" wrap="square" tIns="0">
            <a:noAutofit/>
          </a:bodyPr>
          <a:lstStyle/>
          <a:p>
            <a:pPr indent="0" lvl="0" marL="0" rtl="0" algn="l">
              <a:spcBef>
                <a:spcPts val="0"/>
              </a:spcBef>
              <a:spcAft>
                <a:spcPts val="0"/>
              </a:spcAft>
              <a:buNone/>
            </a:pPr>
            <a:r>
              <a:rPr lang="en" sz="3400">
                <a:latin typeface="Urbanist Medium"/>
                <a:ea typeface="Urbanist Medium"/>
                <a:cs typeface="Urbanist Medium"/>
                <a:sym typeface="Urbanist Medium"/>
              </a:rPr>
              <a:t>Risks</a:t>
            </a:r>
            <a:endParaRPr sz="3400">
              <a:latin typeface="Urbanist Medium"/>
              <a:ea typeface="Urbanist Medium"/>
              <a:cs typeface="Urbanist Medium"/>
              <a:sym typeface="Urbanist Medium"/>
            </a:endParaRPr>
          </a:p>
        </p:txBody>
      </p:sp>
      <p:sp>
        <p:nvSpPr>
          <p:cNvPr id="1151" name="Google Shape;1151;p115"/>
          <p:cNvSpPr txBox="1"/>
          <p:nvPr>
            <p:ph type="title"/>
          </p:nvPr>
        </p:nvSpPr>
        <p:spPr>
          <a:xfrm>
            <a:off x="3379125" y="398475"/>
            <a:ext cx="2444700" cy="293100"/>
          </a:xfrm>
          <a:prstGeom prst="rect">
            <a:avLst/>
          </a:prstGeom>
        </p:spPr>
        <p:txBody>
          <a:bodyPr anchorCtr="0" anchor="b" bIns="0" lIns="0" spcFirstLastPara="1" rIns="0" wrap="square" tIns="0">
            <a:noAutofit/>
          </a:bodyPr>
          <a:lstStyle/>
          <a:p>
            <a:pPr indent="0" lvl="0" marL="0" rtl="0" algn="l">
              <a:lnSpc>
                <a:spcPct val="85000"/>
              </a:lnSpc>
              <a:spcBef>
                <a:spcPts val="0"/>
              </a:spcBef>
              <a:spcAft>
                <a:spcPts val="0"/>
              </a:spcAft>
              <a:buNone/>
            </a:pPr>
            <a:r>
              <a:rPr lang="en" sz="1800">
                <a:latin typeface="Urbanist Medium"/>
                <a:ea typeface="Urbanist Medium"/>
                <a:cs typeface="Urbanist Medium"/>
                <a:sym typeface="Urbanist Medium"/>
              </a:rPr>
              <a:t>Data Privacy/Security</a:t>
            </a:r>
            <a:endParaRPr sz="1800">
              <a:latin typeface="Urbanist Medium"/>
              <a:ea typeface="Urbanist Medium"/>
              <a:cs typeface="Urbanist Medium"/>
              <a:sym typeface="Urbanist Medium"/>
            </a:endParaRPr>
          </a:p>
        </p:txBody>
      </p:sp>
      <p:sp>
        <p:nvSpPr>
          <p:cNvPr id="1152" name="Google Shape;1152;p115"/>
          <p:cNvSpPr txBox="1"/>
          <p:nvPr>
            <p:ph idx="4294967295" type="subTitle"/>
          </p:nvPr>
        </p:nvSpPr>
        <p:spPr>
          <a:xfrm>
            <a:off x="3379125" y="1072074"/>
            <a:ext cx="2444700" cy="1123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Clr>
                <a:schemeClr val="dk1"/>
              </a:buClr>
              <a:buSzPts val="1100"/>
              <a:buFont typeface="Arial"/>
              <a:buNone/>
            </a:pPr>
            <a:r>
              <a:rPr lang="en" sz="1000">
                <a:solidFill>
                  <a:schemeClr val="lt1"/>
                </a:solidFill>
                <a:latin typeface="Urbanist"/>
                <a:ea typeface="Urbanist"/>
                <a:cs typeface="Urbanist"/>
                <a:sym typeface="Urbanist"/>
              </a:rPr>
              <a:t>Ensuring user data remains private and anonymous is the selling point of the app. A breach of this feature could lead to legal implications for not abiding by Terms of Service.</a:t>
            </a:r>
            <a:endParaRPr sz="1000">
              <a:solidFill>
                <a:schemeClr val="lt1"/>
              </a:solidFill>
              <a:latin typeface="Urbanist"/>
              <a:ea typeface="Urbanist"/>
              <a:cs typeface="Urbanist"/>
              <a:sym typeface="Urbanist"/>
            </a:endParaRPr>
          </a:p>
        </p:txBody>
      </p:sp>
      <p:sp>
        <p:nvSpPr>
          <p:cNvPr id="1153" name="Google Shape;1153;p115"/>
          <p:cNvSpPr txBox="1"/>
          <p:nvPr>
            <p:ph idx="5" type="title"/>
          </p:nvPr>
        </p:nvSpPr>
        <p:spPr>
          <a:xfrm>
            <a:off x="6145025" y="398475"/>
            <a:ext cx="1507200" cy="293100"/>
          </a:xfrm>
          <a:prstGeom prst="rect">
            <a:avLst/>
          </a:prstGeom>
        </p:spPr>
        <p:txBody>
          <a:bodyPr anchorCtr="0" anchor="ctr" bIns="0" lIns="182875" spcFirstLastPara="1" rIns="182875" wrap="square" tIns="0">
            <a:noAutofit/>
          </a:bodyPr>
          <a:lstStyle/>
          <a:p>
            <a:pPr indent="0" lvl="0" marL="0" rtl="0" algn="l">
              <a:lnSpc>
                <a:spcPct val="85000"/>
              </a:lnSpc>
              <a:spcBef>
                <a:spcPts val="0"/>
              </a:spcBef>
              <a:spcAft>
                <a:spcPts val="0"/>
              </a:spcAft>
              <a:buNone/>
            </a:pPr>
            <a:r>
              <a:rPr lang="en" sz="1800">
                <a:latin typeface="Urbanist Medium"/>
                <a:ea typeface="Urbanist Medium"/>
                <a:cs typeface="Urbanist Medium"/>
                <a:sym typeface="Urbanist Medium"/>
              </a:rPr>
              <a:t>Regulation</a:t>
            </a:r>
            <a:endParaRPr sz="1800">
              <a:latin typeface="Urbanist Medium"/>
              <a:ea typeface="Urbanist Medium"/>
              <a:cs typeface="Urbanist Medium"/>
              <a:sym typeface="Urbanist Medium"/>
            </a:endParaRPr>
          </a:p>
        </p:txBody>
      </p:sp>
      <p:sp>
        <p:nvSpPr>
          <p:cNvPr id="1154" name="Google Shape;1154;p115"/>
          <p:cNvSpPr txBox="1"/>
          <p:nvPr>
            <p:ph idx="4294967295" type="subTitle"/>
          </p:nvPr>
        </p:nvSpPr>
        <p:spPr>
          <a:xfrm>
            <a:off x="6318050" y="1072074"/>
            <a:ext cx="2444700" cy="104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Urbanist"/>
                <a:ea typeface="Urbanist"/>
                <a:cs typeface="Urbanist"/>
                <a:sym typeface="Urbanist"/>
              </a:rPr>
              <a:t>Student Chat forums risk students that have ill-intention and can give poor advice that is detrimental to struggling students. There are also cases in which trolls enter the chat giving negative perception  to an individual's case. </a:t>
            </a:r>
            <a:endParaRPr sz="1000">
              <a:solidFill>
                <a:schemeClr val="lt1"/>
              </a:solidFill>
              <a:latin typeface="Urbanist"/>
              <a:ea typeface="Urbanist"/>
              <a:cs typeface="Urbanist"/>
              <a:sym typeface="Urbanist"/>
            </a:endParaRPr>
          </a:p>
        </p:txBody>
      </p:sp>
      <p:sp>
        <p:nvSpPr>
          <p:cNvPr id="1155" name="Google Shape;1155;p115"/>
          <p:cNvSpPr txBox="1"/>
          <p:nvPr>
            <p:ph idx="8" type="title"/>
          </p:nvPr>
        </p:nvSpPr>
        <p:spPr>
          <a:xfrm>
            <a:off x="6141157" y="2529538"/>
            <a:ext cx="2380200" cy="293100"/>
          </a:xfrm>
          <a:prstGeom prst="rect">
            <a:avLst/>
          </a:prstGeom>
        </p:spPr>
        <p:txBody>
          <a:bodyPr anchorCtr="0" anchor="ctr" bIns="0" lIns="182875" spcFirstLastPara="1" rIns="182875" wrap="square" tIns="0">
            <a:noAutofit/>
          </a:bodyPr>
          <a:lstStyle/>
          <a:p>
            <a:pPr indent="0" lvl="0" marL="0" rtl="0" algn="l">
              <a:lnSpc>
                <a:spcPct val="85000"/>
              </a:lnSpc>
              <a:spcBef>
                <a:spcPts val="0"/>
              </a:spcBef>
              <a:spcAft>
                <a:spcPts val="0"/>
              </a:spcAft>
              <a:buNone/>
            </a:pPr>
            <a:r>
              <a:rPr lang="en" sz="1800">
                <a:latin typeface="Urbanist Medium"/>
                <a:ea typeface="Urbanist Medium"/>
                <a:cs typeface="Urbanist Medium"/>
                <a:sym typeface="Urbanist Medium"/>
              </a:rPr>
              <a:t>De-identification</a:t>
            </a:r>
            <a:endParaRPr sz="1800">
              <a:latin typeface="Urbanist Medium"/>
              <a:ea typeface="Urbanist Medium"/>
              <a:cs typeface="Urbanist Medium"/>
              <a:sym typeface="Urbanist Medium"/>
            </a:endParaRPr>
          </a:p>
        </p:txBody>
      </p:sp>
      <p:sp>
        <p:nvSpPr>
          <p:cNvPr id="1156" name="Google Shape;1156;p115"/>
          <p:cNvSpPr txBox="1"/>
          <p:nvPr>
            <p:ph idx="4294967295" type="subTitle"/>
          </p:nvPr>
        </p:nvSpPr>
        <p:spPr>
          <a:xfrm>
            <a:off x="6318025" y="2757225"/>
            <a:ext cx="2444700" cy="462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200"/>
              <a:t>Severity: 4/5</a:t>
            </a:r>
            <a:endParaRPr sz="1200"/>
          </a:p>
          <a:p>
            <a:pPr indent="0" lvl="0" marL="0" rtl="0" algn="l">
              <a:spcBef>
                <a:spcPts val="0"/>
              </a:spcBef>
              <a:spcAft>
                <a:spcPts val="0"/>
              </a:spcAft>
              <a:buClr>
                <a:schemeClr val="dk1"/>
              </a:buClr>
              <a:buSzPts val="1100"/>
              <a:buFont typeface="Arial"/>
              <a:buNone/>
            </a:pPr>
            <a:r>
              <a:rPr lang="en" sz="1200"/>
              <a:t>Probability: Medium/High</a:t>
            </a:r>
            <a:endParaRPr sz="1200"/>
          </a:p>
          <a:p>
            <a:pPr indent="0" lvl="0" marL="0" rtl="0" algn="l">
              <a:spcBef>
                <a:spcPts val="0"/>
              </a:spcBef>
              <a:spcAft>
                <a:spcPts val="0"/>
              </a:spcAft>
              <a:buNone/>
            </a:pPr>
            <a:r>
              <a:t/>
            </a:r>
            <a:endParaRPr sz="1200"/>
          </a:p>
        </p:txBody>
      </p:sp>
      <p:sp>
        <p:nvSpPr>
          <p:cNvPr id="1157" name="Google Shape;1157;p115"/>
          <p:cNvSpPr txBox="1"/>
          <p:nvPr>
            <p:ph idx="4294967295" type="subTitle"/>
          </p:nvPr>
        </p:nvSpPr>
        <p:spPr>
          <a:xfrm>
            <a:off x="6318025" y="3236729"/>
            <a:ext cx="2444700" cy="1176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Urbanist"/>
                <a:ea typeface="Urbanist"/>
                <a:cs typeface="Urbanist"/>
                <a:sym typeface="Urbanist"/>
              </a:rPr>
              <a:t>The more a student shares about the problems they’re going through on forums, the more at risk they are of being identified by someone online. Mitigation: </a:t>
            </a:r>
            <a:r>
              <a:rPr lang="en" sz="1000">
                <a:latin typeface="Urbanist"/>
                <a:ea typeface="Urbanist"/>
                <a:cs typeface="Urbanist"/>
                <a:sym typeface="Urbanist"/>
              </a:rPr>
              <a:t>Students names not allowed in username and they’re encouraged not to over-share.</a:t>
            </a:r>
            <a:endParaRPr sz="1000">
              <a:solidFill>
                <a:schemeClr val="lt1"/>
              </a:solidFill>
              <a:latin typeface="Urbanist"/>
              <a:ea typeface="Urbanist"/>
              <a:cs typeface="Urbanist"/>
              <a:sym typeface="Urbanist"/>
            </a:endParaRPr>
          </a:p>
        </p:txBody>
      </p:sp>
      <p:sp>
        <p:nvSpPr>
          <p:cNvPr id="1158" name="Google Shape;1158;p115"/>
          <p:cNvSpPr txBox="1"/>
          <p:nvPr>
            <p:ph idx="9" type="title"/>
          </p:nvPr>
        </p:nvSpPr>
        <p:spPr>
          <a:xfrm>
            <a:off x="3185700" y="2569600"/>
            <a:ext cx="2638200" cy="293100"/>
          </a:xfrm>
          <a:prstGeom prst="rect">
            <a:avLst/>
          </a:prstGeom>
        </p:spPr>
        <p:txBody>
          <a:bodyPr anchorCtr="0" anchor="t" bIns="0" lIns="182875" spcFirstLastPara="1" rIns="182875" wrap="square" tIns="0">
            <a:noAutofit/>
          </a:bodyPr>
          <a:lstStyle/>
          <a:p>
            <a:pPr indent="0" lvl="0" marL="0" rtl="0" algn="l">
              <a:lnSpc>
                <a:spcPct val="85000"/>
              </a:lnSpc>
              <a:spcBef>
                <a:spcPts val="0"/>
              </a:spcBef>
              <a:spcAft>
                <a:spcPts val="0"/>
              </a:spcAft>
              <a:buNone/>
            </a:pPr>
            <a:r>
              <a:rPr lang="en" sz="1800">
                <a:latin typeface="Urbanist Medium"/>
                <a:ea typeface="Urbanist Medium"/>
                <a:cs typeface="Urbanist Medium"/>
                <a:sym typeface="Urbanist Medium"/>
              </a:rPr>
              <a:t>HIPAA Compliance</a:t>
            </a:r>
            <a:endParaRPr sz="1800">
              <a:latin typeface="Urbanist Medium"/>
              <a:ea typeface="Urbanist Medium"/>
              <a:cs typeface="Urbanist Medium"/>
              <a:sym typeface="Urbanist Medium"/>
            </a:endParaRPr>
          </a:p>
        </p:txBody>
      </p:sp>
      <p:sp>
        <p:nvSpPr>
          <p:cNvPr id="1159" name="Google Shape;1159;p115"/>
          <p:cNvSpPr txBox="1"/>
          <p:nvPr>
            <p:ph idx="4294967295" type="subTitle"/>
          </p:nvPr>
        </p:nvSpPr>
        <p:spPr>
          <a:xfrm>
            <a:off x="3379125" y="2757225"/>
            <a:ext cx="1976700" cy="462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200"/>
              <a:t>Severity: 5/5</a:t>
            </a:r>
            <a:endParaRPr sz="1200"/>
          </a:p>
          <a:p>
            <a:pPr indent="0" lvl="0" marL="0" rtl="0" algn="l">
              <a:spcBef>
                <a:spcPts val="0"/>
              </a:spcBef>
              <a:spcAft>
                <a:spcPts val="0"/>
              </a:spcAft>
              <a:buClr>
                <a:schemeClr val="dk1"/>
              </a:buClr>
              <a:buSzPts val="1100"/>
              <a:buFont typeface="Arial"/>
              <a:buNone/>
            </a:pPr>
            <a:r>
              <a:rPr lang="en" sz="1200"/>
              <a:t>Probability: High</a:t>
            </a:r>
            <a:endParaRPr sz="1200"/>
          </a:p>
          <a:p>
            <a:pPr indent="0" lvl="0" marL="0" rtl="0" algn="l">
              <a:spcBef>
                <a:spcPts val="0"/>
              </a:spcBef>
              <a:spcAft>
                <a:spcPts val="0"/>
              </a:spcAft>
              <a:buNone/>
            </a:pPr>
            <a:r>
              <a:t/>
            </a:r>
            <a:endParaRPr sz="1200"/>
          </a:p>
        </p:txBody>
      </p:sp>
      <p:sp>
        <p:nvSpPr>
          <p:cNvPr id="1160" name="Google Shape;1160;p115"/>
          <p:cNvSpPr txBox="1"/>
          <p:nvPr>
            <p:ph idx="4294967295" type="subTitle"/>
          </p:nvPr>
        </p:nvSpPr>
        <p:spPr>
          <a:xfrm>
            <a:off x="3379123" y="3236717"/>
            <a:ext cx="2444700" cy="818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000">
                <a:latin typeface="Urbanist"/>
                <a:ea typeface="Urbanist"/>
                <a:cs typeface="Urbanist"/>
                <a:sym typeface="Urbanist"/>
              </a:rPr>
              <a:t>Students and counselor conversations require confidentiality from other students and developers to comply with HIPAA</a:t>
            </a:r>
            <a:endParaRPr sz="1000">
              <a:solidFill>
                <a:schemeClr val="lt1"/>
              </a:solidFill>
              <a:latin typeface="Urbanist"/>
              <a:ea typeface="Urbanist"/>
              <a:cs typeface="Urbanist"/>
              <a:sym typeface="Urbanist"/>
            </a:endParaRPr>
          </a:p>
        </p:txBody>
      </p:sp>
      <p:sp>
        <p:nvSpPr>
          <p:cNvPr id="1161" name="Google Shape;1161;p115"/>
          <p:cNvSpPr txBox="1"/>
          <p:nvPr>
            <p:ph idx="3" type="subTitle"/>
          </p:nvPr>
        </p:nvSpPr>
        <p:spPr>
          <a:xfrm>
            <a:off x="6420300" y="691575"/>
            <a:ext cx="1821900" cy="3804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sz="1200">
                <a:solidFill>
                  <a:schemeClr val="lt1"/>
                </a:solidFill>
                <a:latin typeface="Urbanist"/>
                <a:ea typeface="Urbanist"/>
                <a:cs typeface="Urbanist"/>
                <a:sym typeface="Urbanist"/>
              </a:rPr>
              <a:t>Severity: 5/5</a:t>
            </a:r>
            <a:endParaRPr sz="1200">
              <a:solidFill>
                <a:schemeClr val="lt1"/>
              </a:solidFill>
              <a:latin typeface="Urbanist"/>
              <a:ea typeface="Urbanist"/>
              <a:cs typeface="Urbanist"/>
              <a:sym typeface="Urbanist"/>
            </a:endParaRPr>
          </a:p>
          <a:p>
            <a:pPr indent="0" lvl="0" marL="0" rtl="0" algn="l">
              <a:spcBef>
                <a:spcPts val="0"/>
              </a:spcBef>
              <a:spcAft>
                <a:spcPts val="0"/>
              </a:spcAft>
              <a:buClr>
                <a:schemeClr val="dk1"/>
              </a:buClr>
              <a:buSzPts val="1100"/>
              <a:buFont typeface="Arial"/>
              <a:buNone/>
            </a:pPr>
            <a:r>
              <a:rPr lang="en" sz="1200">
                <a:solidFill>
                  <a:schemeClr val="lt1"/>
                </a:solidFill>
                <a:latin typeface="Urbanist"/>
                <a:ea typeface="Urbanist"/>
                <a:cs typeface="Urbanist"/>
                <a:sym typeface="Urbanist"/>
              </a:rPr>
              <a:t>Probability: Medium</a:t>
            </a:r>
            <a:endParaRPr sz="1200">
              <a:solidFill>
                <a:schemeClr val="lt1"/>
              </a:solidFill>
              <a:latin typeface="Urbanist"/>
              <a:ea typeface="Urbanist"/>
              <a:cs typeface="Urbanist"/>
              <a:sym typeface="Urbanist"/>
            </a:endParaRPr>
          </a:p>
          <a:p>
            <a:pPr indent="0" lvl="0" marL="0" rtl="0" algn="r">
              <a:spcBef>
                <a:spcPts val="0"/>
              </a:spcBef>
              <a:spcAft>
                <a:spcPts val="0"/>
              </a:spcAft>
              <a:buNone/>
            </a:pPr>
            <a:r>
              <a:t/>
            </a:r>
            <a:endParaRPr sz="1200">
              <a:latin typeface="Urbanist"/>
              <a:ea typeface="Urbanist"/>
              <a:cs typeface="Urbanist"/>
              <a:sym typeface="Urbanist"/>
            </a:endParaRPr>
          </a:p>
        </p:txBody>
      </p:sp>
      <p:sp>
        <p:nvSpPr>
          <p:cNvPr id="1162" name="Google Shape;1162;p115"/>
          <p:cNvSpPr txBox="1"/>
          <p:nvPr>
            <p:ph idx="4294967295" type="subTitle"/>
          </p:nvPr>
        </p:nvSpPr>
        <p:spPr>
          <a:xfrm>
            <a:off x="3379125" y="625875"/>
            <a:ext cx="1549500" cy="511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200">
                <a:latin typeface="Urbanist"/>
                <a:ea typeface="Urbanist"/>
                <a:cs typeface="Urbanist"/>
                <a:sym typeface="Urbanist"/>
              </a:rPr>
              <a:t>Severity: 5/5 Probability: Low</a:t>
            </a:r>
            <a:endParaRPr sz="1200">
              <a:latin typeface="Urbanist"/>
              <a:ea typeface="Urbanist"/>
              <a:cs typeface="Urbanist"/>
              <a:sym typeface="Urbanist"/>
            </a:endParaRPr>
          </a:p>
        </p:txBody>
      </p:sp>
      <p:pic>
        <p:nvPicPr>
          <p:cNvPr id="1163" name="Google Shape;1163;p115"/>
          <p:cNvPicPr preferRelativeResize="0"/>
          <p:nvPr/>
        </p:nvPicPr>
        <p:blipFill>
          <a:blip r:embed="rId3">
            <a:alphaModFix/>
          </a:blip>
          <a:stretch>
            <a:fillRect/>
          </a:stretch>
        </p:blipFill>
        <p:spPr>
          <a:xfrm>
            <a:off x="228595" y="3219900"/>
            <a:ext cx="975024" cy="14638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7" name="Shape 1167"/>
        <p:cNvGrpSpPr/>
        <p:nvPr/>
      </p:nvGrpSpPr>
      <p:grpSpPr>
        <a:xfrm>
          <a:off x="0" y="0"/>
          <a:ext cx="0" cy="0"/>
          <a:chOff x="0" y="0"/>
          <a:chExt cx="0" cy="0"/>
        </a:xfrm>
      </p:grpSpPr>
      <p:pic>
        <p:nvPicPr>
          <p:cNvPr id="1168" name="Google Shape;1168;p116"/>
          <p:cNvPicPr preferRelativeResize="0"/>
          <p:nvPr/>
        </p:nvPicPr>
        <p:blipFill>
          <a:blip r:embed="rId3">
            <a:alphaModFix/>
          </a:blip>
          <a:stretch>
            <a:fillRect/>
          </a:stretch>
        </p:blipFill>
        <p:spPr>
          <a:xfrm>
            <a:off x="-5" y="3679675"/>
            <a:ext cx="975024" cy="1463825"/>
          </a:xfrm>
          <a:prstGeom prst="rect">
            <a:avLst/>
          </a:prstGeom>
          <a:noFill/>
          <a:ln>
            <a:noFill/>
          </a:ln>
        </p:spPr>
      </p:pic>
      <p:sp>
        <p:nvSpPr>
          <p:cNvPr id="1169" name="Google Shape;1169;p116"/>
          <p:cNvSpPr txBox="1"/>
          <p:nvPr/>
        </p:nvSpPr>
        <p:spPr>
          <a:xfrm>
            <a:off x="284700" y="134350"/>
            <a:ext cx="3525300" cy="1198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3400">
                <a:solidFill>
                  <a:schemeClr val="lt1"/>
                </a:solidFill>
                <a:latin typeface="Urbanist Medium"/>
                <a:ea typeface="Urbanist Medium"/>
                <a:cs typeface="Urbanist Medium"/>
                <a:sym typeface="Urbanist Medium"/>
              </a:rPr>
              <a:t>Risks </a:t>
            </a:r>
            <a:endParaRPr sz="3400">
              <a:solidFill>
                <a:schemeClr val="lt1"/>
              </a:solidFill>
              <a:latin typeface="Urbanist Medium"/>
              <a:ea typeface="Urbanist Medium"/>
              <a:cs typeface="Urbanist Medium"/>
              <a:sym typeface="Urbanist Medium"/>
            </a:endParaRPr>
          </a:p>
          <a:p>
            <a:pPr indent="0" lvl="0" marL="0" rtl="0" algn="l">
              <a:spcBef>
                <a:spcPts val="0"/>
              </a:spcBef>
              <a:spcAft>
                <a:spcPts val="0"/>
              </a:spcAft>
              <a:buNone/>
            </a:pPr>
            <a:r>
              <a:rPr lang="en" sz="3400">
                <a:solidFill>
                  <a:schemeClr val="lt1"/>
                </a:solidFill>
                <a:latin typeface="Urbanist Medium"/>
                <a:ea typeface="Urbanist Medium"/>
                <a:cs typeface="Urbanist Medium"/>
                <a:sym typeface="Urbanist Medium"/>
              </a:rPr>
              <a:t>(continued)</a:t>
            </a:r>
            <a:endParaRPr sz="1000">
              <a:solidFill>
                <a:schemeClr val="lt1"/>
              </a:solidFill>
              <a:latin typeface="Instrument Sans"/>
              <a:ea typeface="Instrument Sans"/>
              <a:cs typeface="Instrument Sans"/>
              <a:sym typeface="Instrument Sans"/>
            </a:endParaRPr>
          </a:p>
        </p:txBody>
      </p:sp>
      <p:sp>
        <p:nvSpPr>
          <p:cNvPr id="1170" name="Google Shape;1170;p116"/>
          <p:cNvSpPr/>
          <p:nvPr/>
        </p:nvSpPr>
        <p:spPr>
          <a:xfrm>
            <a:off x="6023075" y="286191"/>
            <a:ext cx="2835000" cy="2062800"/>
          </a:xfrm>
          <a:prstGeom prst="roundRect">
            <a:avLst>
              <a:gd fmla="val 10875"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171" name="Google Shape;1171;p116"/>
          <p:cNvSpPr/>
          <p:nvPr/>
        </p:nvSpPr>
        <p:spPr>
          <a:xfrm>
            <a:off x="3058525" y="286191"/>
            <a:ext cx="2835000" cy="2062800"/>
          </a:xfrm>
          <a:prstGeom prst="roundRect">
            <a:avLst>
              <a:gd fmla="val 10875"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172" name="Google Shape;1172;p116"/>
          <p:cNvSpPr/>
          <p:nvPr/>
        </p:nvSpPr>
        <p:spPr>
          <a:xfrm>
            <a:off x="3058525" y="2515816"/>
            <a:ext cx="2835000" cy="2062800"/>
          </a:xfrm>
          <a:prstGeom prst="roundRect">
            <a:avLst>
              <a:gd fmla="val 10875"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173" name="Google Shape;1173;p116"/>
          <p:cNvSpPr txBox="1"/>
          <p:nvPr/>
        </p:nvSpPr>
        <p:spPr>
          <a:xfrm>
            <a:off x="3246775" y="355250"/>
            <a:ext cx="2458500" cy="690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lt1"/>
                </a:solidFill>
                <a:latin typeface="Instrument Sans"/>
                <a:ea typeface="Instrument Sans"/>
                <a:cs typeface="Instrument Sans"/>
                <a:sym typeface="Instrument Sans"/>
              </a:rPr>
              <a:t>Liability</a:t>
            </a:r>
            <a:endParaRPr sz="1800">
              <a:solidFill>
                <a:schemeClr val="lt1"/>
              </a:solidFill>
              <a:latin typeface="Instrument Sans"/>
              <a:ea typeface="Instrument Sans"/>
              <a:cs typeface="Instrument Sans"/>
              <a:sym typeface="Instrument Sans"/>
            </a:endParaRPr>
          </a:p>
        </p:txBody>
      </p:sp>
      <p:sp>
        <p:nvSpPr>
          <p:cNvPr id="1174" name="Google Shape;1174;p116"/>
          <p:cNvSpPr txBox="1"/>
          <p:nvPr/>
        </p:nvSpPr>
        <p:spPr>
          <a:xfrm>
            <a:off x="3282825" y="2571750"/>
            <a:ext cx="2458500" cy="54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lt1"/>
                </a:solidFill>
                <a:latin typeface="Instrument Sans"/>
                <a:ea typeface="Instrument Sans"/>
                <a:cs typeface="Instrument Sans"/>
                <a:sym typeface="Instrument Sans"/>
              </a:rPr>
              <a:t>Misinformation Risk (AI + Peer Forums)</a:t>
            </a:r>
            <a:endParaRPr sz="1800">
              <a:solidFill>
                <a:schemeClr val="lt1"/>
              </a:solidFill>
              <a:latin typeface="Instrument Sans"/>
              <a:ea typeface="Instrument Sans"/>
              <a:cs typeface="Instrument Sans"/>
              <a:sym typeface="Instrument Sans"/>
            </a:endParaRPr>
          </a:p>
        </p:txBody>
      </p:sp>
      <p:sp>
        <p:nvSpPr>
          <p:cNvPr id="1175" name="Google Shape;1175;p116"/>
          <p:cNvSpPr txBox="1"/>
          <p:nvPr/>
        </p:nvSpPr>
        <p:spPr>
          <a:xfrm>
            <a:off x="6151650" y="355250"/>
            <a:ext cx="2458500" cy="54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lt1"/>
                </a:solidFill>
                <a:latin typeface="Instrument Sans"/>
                <a:ea typeface="Instrument Sans"/>
                <a:cs typeface="Instrument Sans"/>
                <a:sym typeface="Instrument Sans"/>
              </a:rPr>
              <a:t>Resource Security</a:t>
            </a:r>
            <a:endParaRPr sz="1800">
              <a:solidFill>
                <a:schemeClr val="lt1"/>
              </a:solidFill>
              <a:latin typeface="Instrument Sans"/>
              <a:ea typeface="Instrument Sans"/>
              <a:cs typeface="Instrument Sans"/>
              <a:sym typeface="Instrument Sans"/>
            </a:endParaRPr>
          </a:p>
        </p:txBody>
      </p:sp>
      <p:sp>
        <p:nvSpPr>
          <p:cNvPr id="1176" name="Google Shape;1176;p116"/>
          <p:cNvSpPr txBox="1"/>
          <p:nvPr/>
        </p:nvSpPr>
        <p:spPr>
          <a:xfrm>
            <a:off x="3342750" y="944700"/>
            <a:ext cx="2059500" cy="54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lt1"/>
                </a:solidFill>
                <a:latin typeface="Instrument Sans"/>
                <a:ea typeface="Instrument Sans"/>
                <a:cs typeface="Instrument Sans"/>
                <a:sym typeface="Instrument Sans"/>
              </a:rPr>
              <a:t>Severity: 5/5</a:t>
            </a:r>
            <a:endParaRPr sz="1200">
              <a:solidFill>
                <a:schemeClr val="lt1"/>
              </a:solidFill>
              <a:latin typeface="Instrument Sans"/>
              <a:ea typeface="Instrument Sans"/>
              <a:cs typeface="Instrument Sans"/>
              <a:sym typeface="Instrument Sans"/>
            </a:endParaRPr>
          </a:p>
          <a:p>
            <a:pPr indent="0" lvl="0" marL="0" rtl="0" algn="l">
              <a:spcBef>
                <a:spcPts val="0"/>
              </a:spcBef>
              <a:spcAft>
                <a:spcPts val="0"/>
              </a:spcAft>
              <a:buNone/>
            </a:pPr>
            <a:r>
              <a:rPr lang="en" sz="1200">
                <a:solidFill>
                  <a:schemeClr val="lt1"/>
                </a:solidFill>
                <a:latin typeface="Instrument Sans"/>
                <a:ea typeface="Instrument Sans"/>
                <a:cs typeface="Instrument Sans"/>
                <a:sym typeface="Instrument Sans"/>
              </a:rPr>
              <a:t>Probability: Low/Medium</a:t>
            </a:r>
            <a:endParaRPr sz="1200">
              <a:solidFill>
                <a:schemeClr val="lt1"/>
              </a:solidFill>
              <a:latin typeface="Instrument Sans"/>
              <a:ea typeface="Instrument Sans"/>
              <a:cs typeface="Instrument Sans"/>
              <a:sym typeface="Instrument Sans"/>
            </a:endParaRPr>
          </a:p>
        </p:txBody>
      </p:sp>
      <p:sp>
        <p:nvSpPr>
          <p:cNvPr id="1177" name="Google Shape;1177;p116"/>
          <p:cNvSpPr txBox="1"/>
          <p:nvPr/>
        </p:nvSpPr>
        <p:spPr>
          <a:xfrm>
            <a:off x="3342750" y="3162813"/>
            <a:ext cx="2059500" cy="54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lt1"/>
                </a:solidFill>
                <a:latin typeface="Instrument Sans"/>
                <a:ea typeface="Instrument Sans"/>
                <a:cs typeface="Instrument Sans"/>
                <a:sym typeface="Instrument Sans"/>
              </a:rPr>
              <a:t>Severity: 4/5</a:t>
            </a:r>
            <a:endParaRPr sz="1200">
              <a:solidFill>
                <a:schemeClr val="lt1"/>
              </a:solidFill>
              <a:latin typeface="Instrument Sans"/>
              <a:ea typeface="Instrument Sans"/>
              <a:cs typeface="Instrument Sans"/>
              <a:sym typeface="Instrument Sans"/>
            </a:endParaRPr>
          </a:p>
          <a:p>
            <a:pPr indent="0" lvl="0" marL="0" rtl="0" algn="l">
              <a:spcBef>
                <a:spcPts val="0"/>
              </a:spcBef>
              <a:spcAft>
                <a:spcPts val="0"/>
              </a:spcAft>
              <a:buNone/>
            </a:pPr>
            <a:r>
              <a:rPr lang="en" sz="1200">
                <a:solidFill>
                  <a:schemeClr val="lt1"/>
                </a:solidFill>
                <a:latin typeface="Instrument Sans"/>
                <a:ea typeface="Instrument Sans"/>
                <a:cs typeface="Instrument Sans"/>
                <a:sym typeface="Instrument Sans"/>
              </a:rPr>
              <a:t>Probability: High</a:t>
            </a:r>
            <a:endParaRPr sz="1200">
              <a:solidFill>
                <a:schemeClr val="lt1"/>
              </a:solidFill>
              <a:latin typeface="Instrument Sans"/>
              <a:ea typeface="Instrument Sans"/>
              <a:cs typeface="Instrument Sans"/>
              <a:sym typeface="Instrument Sans"/>
            </a:endParaRPr>
          </a:p>
        </p:txBody>
      </p:sp>
      <p:sp>
        <p:nvSpPr>
          <p:cNvPr id="1178" name="Google Shape;1178;p116"/>
          <p:cNvSpPr txBox="1"/>
          <p:nvPr/>
        </p:nvSpPr>
        <p:spPr>
          <a:xfrm>
            <a:off x="6240425" y="944700"/>
            <a:ext cx="2059500" cy="54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lt1"/>
                </a:solidFill>
                <a:latin typeface="Instrument Sans"/>
                <a:ea typeface="Instrument Sans"/>
                <a:cs typeface="Instrument Sans"/>
                <a:sym typeface="Instrument Sans"/>
              </a:rPr>
              <a:t>Severity: 5/5</a:t>
            </a:r>
            <a:endParaRPr sz="1200">
              <a:solidFill>
                <a:schemeClr val="lt1"/>
              </a:solidFill>
              <a:latin typeface="Instrument Sans"/>
              <a:ea typeface="Instrument Sans"/>
              <a:cs typeface="Instrument Sans"/>
              <a:sym typeface="Instrument Sans"/>
            </a:endParaRPr>
          </a:p>
          <a:p>
            <a:pPr indent="0" lvl="0" marL="0" rtl="0" algn="l">
              <a:spcBef>
                <a:spcPts val="0"/>
              </a:spcBef>
              <a:spcAft>
                <a:spcPts val="0"/>
              </a:spcAft>
              <a:buNone/>
            </a:pPr>
            <a:r>
              <a:rPr lang="en" sz="1200">
                <a:solidFill>
                  <a:schemeClr val="lt1"/>
                </a:solidFill>
                <a:latin typeface="Instrument Sans"/>
                <a:ea typeface="Instrument Sans"/>
                <a:cs typeface="Instrument Sans"/>
                <a:sym typeface="Instrument Sans"/>
              </a:rPr>
              <a:t>Probability: Low</a:t>
            </a:r>
            <a:endParaRPr sz="1200">
              <a:solidFill>
                <a:schemeClr val="lt1"/>
              </a:solidFill>
              <a:latin typeface="Instrument Sans"/>
              <a:ea typeface="Instrument Sans"/>
              <a:cs typeface="Instrument Sans"/>
              <a:sym typeface="Instrument Sans"/>
            </a:endParaRPr>
          </a:p>
        </p:txBody>
      </p:sp>
      <p:sp>
        <p:nvSpPr>
          <p:cNvPr id="1179" name="Google Shape;1179;p116"/>
          <p:cNvSpPr txBox="1"/>
          <p:nvPr/>
        </p:nvSpPr>
        <p:spPr>
          <a:xfrm>
            <a:off x="3342750" y="1440225"/>
            <a:ext cx="2059500" cy="78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Instrument Sans"/>
                <a:ea typeface="Instrument Sans"/>
                <a:cs typeface="Instrument Sans"/>
                <a:sym typeface="Instrument Sans"/>
              </a:rPr>
              <a:t>There is a risk of becoming liable for conversations or posts that illicit self-harm within the app</a:t>
            </a:r>
            <a:endParaRPr sz="1000">
              <a:solidFill>
                <a:schemeClr val="lt1"/>
              </a:solidFill>
              <a:latin typeface="Instrument Sans"/>
              <a:ea typeface="Instrument Sans"/>
              <a:cs typeface="Instrument Sans"/>
              <a:sym typeface="Instrument Sans"/>
            </a:endParaRPr>
          </a:p>
        </p:txBody>
      </p:sp>
      <p:sp>
        <p:nvSpPr>
          <p:cNvPr id="1180" name="Google Shape;1180;p116"/>
          <p:cNvSpPr txBox="1"/>
          <p:nvPr/>
        </p:nvSpPr>
        <p:spPr>
          <a:xfrm>
            <a:off x="3342750" y="3629650"/>
            <a:ext cx="2369700" cy="86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Instrument Sans"/>
                <a:ea typeface="Instrument Sans"/>
                <a:cs typeface="Instrument Sans"/>
                <a:sym typeface="Instrument Sans"/>
              </a:rPr>
              <a:t>Both AI and students can easily spread incorrect advice. This is extremely likely in a mental-health context</a:t>
            </a:r>
            <a:r>
              <a:rPr lang="en" sz="1000">
                <a:solidFill>
                  <a:schemeClr val="lt1"/>
                </a:solidFill>
                <a:latin typeface="Instrument Sans"/>
                <a:ea typeface="Instrument Sans"/>
                <a:cs typeface="Instrument Sans"/>
                <a:sym typeface="Instrument Sans"/>
              </a:rPr>
              <a:t>. Mitigation: Reporting of posts/replies</a:t>
            </a:r>
            <a:endParaRPr sz="1000">
              <a:solidFill>
                <a:schemeClr val="lt1"/>
              </a:solidFill>
              <a:latin typeface="Instrument Sans"/>
              <a:ea typeface="Instrument Sans"/>
              <a:cs typeface="Instrument Sans"/>
              <a:sym typeface="Instrument Sans"/>
            </a:endParaRPr>
          </a:p>
        </p:txBody>
      </p:sp>
      <p:sp>
        <p:nvSpPr>
          <p:cNvPr id="1181" name="Google Shape;1181;p116"/>
          <p:cNvSpPr txBox="1"/>
          <p:nvPr/>
        </p:nvSpPr>
        <p:spPr>
          <a:xfrm>
            <a:off x="6240425" y="1373150"/>
            <a:ext cx="2369700" cy="90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Instrument Sans"/>
                <a:ea typeface="Instrument Sans"/>
                <a:cs typeface="Instrument Sans"/>
                <a:sym typeface="Instrument Sans"/>
              </a:rPr>
              <a:t>Since resources are in a database, hackers could attempt to gain access and post harmful resources for students. Mitigation: Server-managed requests</a:t>
            </a:r>
            <a:endParaRPr sz="1000">
              <a:solidFill>
                <a:schemeClr val="lt1"/>
              </a:solidFill>
              <a:latin typeface="Instrument Sans"/>
              <a:ea typeface="Instrument Sans"/>
              <a:cs typeface="Instrument Sans"/>
              <a:sym typeface="Instrument Sans"/>
            </a:endParaRPr>
          </a:p>
        </p:txBody>
      </p:sp>
      <p:sp>
        <p:nvSpPr>
          <p:cNvPr id="1182" name="Google Shape;1182;p116"/>
          <p:cNvSpPr/>
          <p:nvPr/>
        </p:nvSpPr>
        <p:spPr>
          <a:xfrm>
            <a:off x="6007775" y="2515816"/>
            <a:ext cx="2835000" cy="2062800"/>
          </a:xfrm>
          <a:prstGeom prst="roundRect">
            <a:avLst>
              <a:gd fmla="val 10875"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800">
                <a:solidFill>
                  <a:schemeClr val="lt1"/>
                </a:solidFill>
                <a:latin typeface="Instrument Sans"/>
                <a:ea typeface="Instrument Sans"/>
                <a:cs typeface="Instrument Sans"/>
                <a:sym typeface="Instrument Sans"/>
              </a:rPr>
              <a:t>Help Unavailability</a:t>
            </a:r>
            <a:endParaRPr sz="1800">
              <a:solidFill>
                <a:schemeClr val="lt1"/>
              </a:solidFill>
              <a:latin typeface="Instrument Sans"/>
              <a:ea typeface="Instrument Sans"/>
              <a:cs typeface="Instrument Sans"/>
              <a:sym typeface="Instrument Sans"/>
            </a:endParaRPr>
          </a:p>
          <a:p>
            <a:pPr indent="0" lvl="0" marL="0" rtl="0" algn="l">
              <a:spcBef>
                <a:spcPts val="0"/>
              </a:spcBef>
              <a:spcAft>
                <a:spcPts val="0"/>
              </a:spcAft>
              <a:buNone/>
            </a:pPr>
            <a:r>
              <a:t/>
            </a:r>
            <a:endParaRPr sz="1800">
              <a:solidFill>
                <a:schemeClr val="lt1"/>
              </a:solidFill>
              <a:latin typeface="Instrument Sans"/>
              <a:ea typeface="Instrument Sans"/>
              <a:cs typeface="Instrument Sans"/>
              <a:sym typeface="Instrument Sans"/>
            </a:endParaRPr>
          </a:p>
          <a:p>
            <a:pPr indent="0" lvl="0" marL="0" rtl="0" algn="l">
              <a:spcBef>
                <a:spcPts val="0"/>
              </a:spcBef>
              <a:spcAft>
                <a:spcPts val="0"/>
              </a:spcAft>
              <a:buNone/>
            </a:pPr>
            <a:r>
              <a:rPr lang="en" sz="1200">
                <a:solidFill>
                  <a:schemeClr val="lt1"/>
                </a:solidFill>
                <a:latin typeface="Instrument Sans"/>
                <a:ea typeface="Instrument Sans"/>
                <a:cs typeface="Instrument Sans"/>
                <a:sym typeface="Instrument Sans"/>
              </a:rPr>
              <a:t>Severity: 3/5</a:t>
            </a:r>
            <a:endParaRPr sz="1200">
              <a:solidFill>
                <a:schemeClr val="lt1"/>
              </a:solidFill>
              <a:latin typeface="Instrument Sans"/>
              <a:ea typeface="Instrument Sans"/>
              <a:cs typeface="Instrument Sans"/>
              <a:sym typeface="Instrument Sans"/>
            </a:endParaRPr>
          </a:p>
          <a:p>
            <a:pPr indent="0" lvl="0" marL="0" rtl="0" algn="l">
              <a:spcBef>
                <a:spcPts val="0"/>
              </a:spcBef>
              <a:spcAft>
                <a:spcPts val="0"/>
              </a:spcAft>
              <a:buNone/>
            </a:pPr>
            <a:r>
              <a:rPr lang="en" sz="1200">
                <a:solidFill>
                  <a:schemeClr val="lt1"/>
                </a:solidFill>
                <a:latin typeface="Instrument Sans"/>
                <a:ea typeface="Instrument Sans"/>
                <a:cs typeface="Instrument Sans"/>
                <a:sym typeface="Instrument Sans"/>
              </a:rPr>
              <a:t>Probability: Rare</a:t>
            </a:r>
            <a:endParaRPr sz="1200">
              <a:solidFill>
                <a:schemeClr val="lt1"/>
              </a:solidFill>
              <a:latin typeface="Instrument Sans"/>
              <a:ea typeface="Instrument Sans"/>
              <a:cs typeface="Instrument Sans"/>
              <a:sym typeface="Instrument Sans"/>
            </a:endParaRPr>
          </a:p>
          <a:p>
            <a:pPr indent="0" lvl="0" marL="0" rtl="0" algn="l">
              <a:spcBef>
                <a:spcPts val="0"/>
              </a:spcBef>
              <a:spcAft>
                <a:spcPts val="0"/>
              </a:spcAft>
              <a:buNone/>
            </a:pPr>
            <a:r>
              <a:t/>
            </a:r>
            <a:endParaRPr sz="1200">
              <a:solidFill>
                <a:schemeClr val="lt1"/>
              </a:solidFill>
              <a:latin typeface="Instrument Sans"/>
              <a:ea typeface="Instrument Sans"/>
              <a:cs typeface="Instrument Sans"/>
              <a:sym typeface="Instrument Sans"/>
            </a:endParaRPr>
          </a:p>
          <a:p>
            <a:pPr indent="0" lvl="0" marL="0" rtl="0" algn="l">
              <a:spcBef>
                <a:spcPts val="0"/>
              </a:spcBef>
              <a:spcAft>
                <a:spcPts val="0"/>
              </a:spcAft>
              <a:buNone/>
            </a:pPr>
            <a:r>
              <a:rPr lang="en" sz="1000">
                <a:solidFill>
                  <a:schemeClr val="lt1"/>
                </a:solidFill>
                <a:latin typeface="Instrument Sans"/>
                <a:ea typeface="Instrument Sans"/>
                <a:cs typeface="Instrument Sans"/>
                <a:sym typeface="Instrument Sans"/>
              </a:rPr>
              <a:t>The possibility that no mediums are available for someone that needs help is mitigated by abundance of resources.</a:t>
            </a:r>
            <a:endParaRPr sz="1800">
              <a:solidFill>
                <a:schemeClr val="lt1"/>
              </a:solidFill>
              <a:latin typeface="Instrument Sans"/>
              <a:ea typeface="Instrument Sans"/>
              <a:cs typeface="Instrument Sans"/>
              <a:sym typeface="Instrument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6" name="Shape 1186"/>
        <p:cNvGrpSpPr/>
        <p:nvPr/>
      </p:nvGrpSpPr>
      <p:grpSpPr>
        <a:xfrm>
          <a:off x="0" y="0"/>
          <a:ext cx="0" cy="0"/>
          <a:chOff x="0" y="0"/>
          <a:chExt cx="0" cy="0"/>
        </a:xfrm>
      </p:grpSpPr>
      <p:sp>
        <p:nvSpPr>
          <p:cNvPr id="1187" name="Google Shape;1187;p117"/>
          <p:cNvSpPr txBox="1"/>
          <p:nvPr>
            <p:ph type="title"/>
          </p:nvPr>
        </p:nvSpPr>
        <p:spPr>
          <a:xfrm>
            <a:off x="284700" y="474750"/>
            <a:ext cx="4227300" cy="965400"/>
          </a:xfrm>
          <a:prstGeom prst="rect">
            <a:avLst/>
          </a:prstGeom>
        </p:spPr>
        <p:txBody>
          <a:bodyPr anchorCtr="0" anchor="b" bIns="0" lIns="0" spcFirstLastPara="1" rIns="91425" wrap="square" tIns="0">
            <a:noAutofit/>
          </a:bodyPr>
          <a:lstStyle/>
          <a:p>
            <a:pPr indent="0" lvl="0" marL="0" rtl="0" algn="l">
              <a:lnSpc>
                <a:spcPct val="85000"/>
              </a:lnSpc>
              <a:spcBef>
                <a:spcPts val="0"/>
              </a:spcBef>
              <a:spcAft>
                <a:spcPts val="0"/>
              </a:spcAft>
              <a:buNone/>
            </a:pPr>
            <a:r>
              <a:rPr lang="en" sz="3400">
                <a:latin typeface="Urbanist Medium"/>
                <a:ea typeface="Urbanist Medium"/>
                <a:cs typeface="Urbanist Medium"/>
                <a:sym typeface="Urbanist Medium"/>
              </a:rPr>
              <a:t>Monetization</a:t>
            </a:r>
            <a:endParaRPr sz="3400">
              <a:latin typeface="Urbanist Medium"/>
              <a:ea typeface="Urbanist Medium"/>
              <a:cs typeface="Urbanist Medium"/>
              <a:sym typeface="Urbanist Medium"/>
            </a:endParaRPr>
          </a:p>
          <a:p>
            <a:pPr indent="0" lvl="0" marL="0" rtl="0" algn="l">
              <a:lnSpc>
                <a:spcPct val="85000"/>
              </a:lnSpc>
              <a:spcBef>
                <a:spcPts val="0"/>
              </a:spcBef>
              <a:spcAft>
                <a:spcPts val="0"/>
              </a:spcAft>
              <a:buNone/>
            </a:pPr>
            <a:r>
              <a:t/>
            </a:r>
            <a:endParaRPr sz="3600"/>
          </a:p>
        </p:txBody>
      </p:sp>
      <p:sp>
        <p:nvSpPr>
          <p:cNvPr id="1188" name="Google Shape;1188;p117"/>
          <p:cNvSpPr txBox="1"/>
          <p:nvPr>
            <p:ph idx="12" type="sldNum"/>
          </p:nvPr>
        </p:nvSpPr>
        <p:spPr>
          <a:xfrm>
            <a:off x="8556779" y="4668600"/>
            <a:ext cx="300000" cy="196800"/>
          </a:xfrm>
          <a:prstGeom prst="rect">
            <a:avLst/>
          </a:prstGeom>
        </p:spPr>
        <p:txBody>
          <a:bodyPr anchorCtr="0" anchor="b" bIns="0" lIns="0" spcFirstLastPara="1" rIns="0" wrap="square" tIns="0">
            <a:noAutofit/>
          </a:bodyPr>
          <a:lstStyle/>
          <a:p>
            <a:pPr indent="0" lvl="0" marL="0" rtl="0" algn="r">
              <a:spcBef>
                <a:spcPts val="0"/>
              </a:spcBef>
              <a:spcAft>
                <a:spcPts val="0"/>
              </a:spcAft>
              <a:buNone/>
            </a:pPr>
            <a:fld id="{00000000-1234-1234-1234-123412341234}" type="slidenum">
              <a:rPr lang="en"/>
              <a:t>‹#›</a:t>
            </a:fld>
            <a:endParaRPr/>
          </a:p>
        </p:txBody>
      </p:sp>
      <p:sp>
        <p:nvSpPr>
          <p:cNvPr id="1189" name="Google Shape;1189;p117"/>
          <p:cNvSpPr txBox="1"/>
          <p:nvPr/>
        </p:nvSpPr>
        <p:spPr>
          <a:xfrm>
            <a:off x="180900" y="974400"/>
            <a:ext cx="42273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200">
                <a:solidFill>
                  <a:schemeClr val="lt1"/>
                </a:solidFill>
                <a:latin typeface="Urbanist"/>
                <a:ea typeface="Urbanist"/>
                <a:cs typeface="Urbanist"/>
                <a:sym typeface="Urbanist"/>
              </a:rPr>
              <a:t>PeopleFirst will </a:t>
            </a:r>
            <a:r>
              <a:rPr b="1" i="1" lang="en" sz="1200">
                <a:solidFill>
                  <a:schemeClr val="lt1"/>
                </a:solidFill>
                <a:latin typeface="Urbanist"/>
                <a:ea typeface="Urbanist"/>
                <a:cs typeface="Urbanist"/>
                <a:sym typeface="Urbanist"/>
              </a:rPr>
              <a:t>not</a:t>
            </a:r>
            <a:r>
              <a:rPr b="1" lang="en" sz="1200">
                <a:solidFill>
                  <a:schemeClr val="lt1"/>
                </a:solidFill>
                <a:latin typeface="Urbanist"/>
                <a:ea typeface="Urbanist"/>
                <a:cs typeface="Urbanist"/>
                <a:sym typeface="Urbanist"/>
              </a:rPr>
              <a:t> charge students,</a:t>
            </a:r>
            <a:r>
              <a:rPr lang="en" sz="1200">
                <a:solidFill>
                  <a:schemeClr val="lt1"/>
                </a:solidFill>
                <a:latin typeface="Urbanist"/>
                <a:ea typeface="Urbanist"/>
                <a:cs typeface="Urbanist"/>
                <a:sym typeface="Urbanist"/>
              </a:rPr>
              <a:t> as adding financial pressure would undermine our mission of reducing mental stress. Instead, we offer a</a:t>
            </a:r>
            <a:r>
              <a:rPr b="1" lang="en" sz="1200">
                <a:solidFill>
                  <a:schemeClr val="lt1"/>
                </a:solidFill>
                <a:latin typeface="Urbanist"/>
                <a:ea typeface="Urbanist"/>
                <a:cs typeface="Urbanist"/>
                <a:sym typeface="Urbanist"/>
              </a:rPr>
              <a:t> B2B subscription model</a:t>
            </a:r>
            <a:r>
              <a:rPr lang="en" sz="1200">
                <a:solidFill>
                  <a:schemeClr val="lt1"/>
                </a:solidFill>
                <a:latin typeface="Urbanist"/>
                <a:ea typeface="Urbanist"/>
                <a:cs typeface="Urbanist"/>
                <a:sym typeface="Urbanist"/>
              </a:rPr>
              <a:t> targeting colleges and universities.</a:t>
            </a:r>
            <a:endParaRPr sz="1200">
              <a:solidFill>
                <a:schemeClr val="lt1"/>
              </a:solidFill>
              <a:latin typeface="Urbanist"/>
              <a:ea typeface="Urbanist"/>
              <a:cs typeface="Urbanist"/>
              <a:sym typeface="Urbanist"/>
            </a:endParaRPr>
          </a:p>
          <a:p>
            <a:pPr indent="-304800" lvl="0" marL="457200" rtl="0" algn="l">
              <a:spcBef>
                <a:spcPts val="0"/>
              </a:spcBef>
              <a:spcAft>
                <a:spcPts val="0"/>
              </a:spcAft>
              <a:buClr>
                <a:schemeClr val="lt1"/>
              </a:buClr>
              <a:buSzPts val="1200"/>
              <a:buFont typeface="Urbanist"/>
              <a:buChar char="●"/>
            </a:pPr>
            <a:r>
              <a:rPr lang="en" sz="1200">
                <a:solidFill>
                  <a:schemeClr val="lt1"/>
                </a:solidFill>
                <a:latin typeface="Urbanist"/>
                <a:ea typeface="Urbanist"/>
                <a:cs typeface="Urbanist"/>
                <a:sym typeface="Urbanist"/>
              </a:rPr>
              <a:t>Institutions purchase an annual </a:t>
            </a:r>
            <a:r>
              <a:rPr b="1" lang="en" sz="1200">
                <a:solidFill>
                  <a:schemeClr val="lt1"/>
                </a:solidFill>
                <a:latin typeface="Urbanist"/>
                <a:ea typeface="Urbanist"/>
                <a:cs typeface="Urbanist"/>
                <a:sym typeface="Urbanist"/>
              </a:rPr>
              <a:t>PeopleFirst Campus Subscription</a:t>
            </a:r>
            <a:r>
              <a:rPr lang="en" sz="1200">
                <a:solidFill>
                  <a:schemeClr val="lt1"/>
                </a:solidFill>
                <a:latin typeface="Urbanist"/>
                <a:ea typeface="Urbanist"/>
                <a:cs typeface="Urbanist"/>
                <a:sym typeface="Urbanist"/>
              </a:rPr>
              <a:t> and provide the service to the students </a:t>
            </a:r>
            <a:r>
              <a:rPr b="1" lang="en" sz="1200">
                <a:solidFill>
                  <a:schemeClr val="lt1"/>
                </a:solidFill>
                <a:latin typeface="Urbanist"/>
                <a:ea typeface="Urbanist"/>
                <a:cs typeface="Urbanist"/>
                <a:sym typeface="Urbanist"/>
              </a:rPr>
              <a:t>at no cost.</a:t>
            </a:r>
            <a:endParaRPr b="1" sz="1200">
              <a:solidFill>
                <a:schemeClr val="lt1"/>
              </a:solidFill>
              <a:latin typeface="Urbanist"/>
              <a:ea typeface="Urbanist"/>
              <a:cs typeface="Urbanist"/>
              <a:sym typeface="Urbanist"/>
            </a:endParaRPr>
          </a:p>
          <a:p>
            <a:pPr indent="-304800" lvl="0" marL="457200" rtl="0" algn="l">
              <a:spcBef>
                <a:spcPts val="0"/>
              </a:spcBef>
              <a:spcAft>
                <a:spcPts val="0"/>
              </a:spcAft>
              <a:buClr>
                <a:schemeClr val="lt1"/>
              </a:buClr>
              <a:buSzPts val="1200"/>
              <a:buFont typeface="Urbanist"/>
              <a:buChar char="●"/>
            </a:pPr>
            <a:r>
              <a:rPr lang="en" sz="1200">
                <a:solidFill>
                  <a:schemeClr val="lt1"/>
                </a:solidFill>
                <a:latin typeface="Urbanist"/>
                <a:ea typeface="Urbanist"/>
                <a:cs typeface="Urbanist"/>
                <a:sym typeface="Urbanist"/>
              </a:rPr>
              <a:t>Our sales team will emphasize that adopting PeopleFirst allows universities to:</a:t>
            </a:r>
            <a:endParaRPr sz="1200">
              <a:solidFill>
                <a:schemeClr val="lt1"/>
              </a:solidFill>
              <a:latin typeface="Urbanist"/>
              <a:ea typeface="Urbanist"/>
              <a:cs typeface="Urbanist"/>
              <a:sym typeface="Urbanist"/>
            </a:endParaRPr>
          </a:p>
          <a:p>
            <a:pPr indent="-304800" lvl="0" marL="914400" rtl="0" algn="l">
              <a:spcBef>
                <a:spcPts val="0"/>
              </a:spcBef>
              <a:spcAft>
                <a:spcPts val="0"/>
              </a:spcAft>
              <a:buClr>
                <a:schemeClr val="lt1"/>
              </a:buClr>
              <a:buSzPts val="1200"/>
              <a:buFont typeface="Urbanist"/>
              <a:buAutoNum type="arabicPeriod"/>
            </a:pPr>
            <a:r>
              <a:rPr lang="en" sz="1200">
                <a:solidFill>
                  <a:schemeClr val="lt1"/>
                </a:solidFill>
                <a:latin typeface="Urbanist"/>
                <a:ea typeface="Urbanist"/>
                <a:cs typeface="Urbanist"/>
                <a:sym typeface="Urbanist"/>
              </a:rPr>
              <a:t>Demonstrate commitment to student mental health.</a:t>
            </a:r>
            <a:endParaRPr sz="1200">
              <a:solidFill>
                <a:schemeClr val="lt1"/>
              </a:solidFill>
              <a:latin typeface="Urbanist"/>
              <a:ea typeface="Urbanist"/>
              <a:cs typeface="Urbanist"/>
              <a:sym typeface="Urbanist"/>
            </a:endParaRPr>
          </a:p>
          <a:p>
            <a:pPr indent="-304800" lvl="0" marL="914400" rtl="0" algn="l">
              <a:spcBef>
                <a:spcPts val="0"/>
              </a:spcBef>
              <a:spcAft>
                <a:spcPts val="0"/>
              </a:spcAft>
              <a:buClr>
                <a:schemeClr val="lt1"/>
              </a:buClr>
              <a:buSzPts val="1200"/>
              <a:buFont typeface="Urbanist"/>
              <a:buAutoNum type="arabicPeriod"/>
            </a:pPr>
            <a:r>
              <a:rPr lang="en" sz="1200">
                <a:solidFill>
                  <a:schemeClr val="lt1"/>
                </a:solidFill>
                <a:latin typeface="Urbanist"/>
                <a:ea typeface="Urbanist"/>
                <a:cs typeface="Urbanist"/>
                <a:sym typeface="Urbanist"/>
              </a:rPr>
              <a:t>Strengthen recruitment by offering modern mental-wellness support.</a:t>
            </a:r>
            <a:endParaRPr sz="1200">
              <a:solidFill>
                <a:schemeClr val="lt1"/>
              </a:solidFill>
              <a:latin typeface="Urbanist"/>
              <a:ea typeface="Urbanist"/>
              <a:cs typeface="Urbanist"/>
              <a:sym typeface="Urbanist"/>
            </a:endParaRPr>
          </a:p>
          <a:p>
            <a:pPr indent="-304800" lvl="0" marL="914400" rtl="0" algn="l">
              <a:spcBef>
                <a:spcPts val="0"/>
              </a:spcBef>
              <a:spcAft>
                <a:spcPts val="0"/>
              </a:spcAft>
              <a:buClr>
                <a:schemeClr val="lt1"/>
              </a:buClr>
              <a:buSzPts val="1200"/>
              <a:buFont typeface="Urbanist"/>
              <a:buAutoNum type="arabicPeriod"/>
            </a:pPr>
            <a:r>
              <a:rPr lang="en" sz="1200">
                <a:solidFill>
                  <a:schemeClr val="lt1"/>
                </a:solidFill>
                <a:latin typeface="Urbanist"/>
                <a:ea typeface="Urbanist"/>
                <a:cs typeface="Urbanist"/>
                <a:sym typeface="Urbanist"/>
              </a:rPr>
              <a:t>Enhance student retention through improved well-being.</a:t>
            </a:r>
            <a:endParaRPr sz="1200">
              <a:solidFill>
                <a:schemeClr val="lt1"/>
              </a:solidFill>
              <a:latin typeface="Urbanist"/>
              <a:ea typeface="Urbanist"/>
              <a:cs typeface="Urbanist"/>
              <a:sym typeface="Urbanist"/>
            </a:endParaRPr>
          </a:p>
          <a:p>
            <a:pPr indent="0" lvl="0" marL="0" rtl="0" algn="l">
              <a:spcBef>
                <a:spcPts val="0"/>
              </a:spcBef>
              <a:spcAft>
                <a:spcPts val="0"/>
              </a:spcAft>
              <a:buNone/>
            </a:pPr>
            <a:r>
              <a:rPr lang="en" sz="1200">
                <a:solidFill>
                  <a:schemeClr val="lt1"/>
                </a:solidFill>
                <a:latin typeface="Urbanist"/>
                <a:ea typeface="Urbanist"/>
                <a:cs typeface="Urbanist"/>
                <a:sym typeface="Urbanist"/>
              </a:rPr>
              <a:t>This model aligns with our core values while creating a sustainable revenue stream.</a:t>
            </a:r>
            <a:br>
              <a:rPr lang="en" sz="1200">
                <a:solidFill>
                  <a:schemeClr val="lt1"/>
                </a:solidFill>
                <a:latin typeface="Urbanist"/>
                <a:ea typeface="Urbanist"/>
                <a:cs typeface="Urbanist"/>
                <a:sym typeface="Urbanist"/>
              </a:rPr>
            </a:br>
            <a:endParaRPr sz="1200">
              <a:solidFill>
                <a:schemeClr val="lt1"/>
              </a:solidFill>
              <a:latin typeface="Urbanist"/>
              <a:ea typeface="Urbanist"/>
              <a:cs typeface="Urbanist"/>
              <a:sym typeface="Urbanist"/>
            </a:endParaRPr>
          </a:p>
          <a:p>
            <a:pPr indent="0" lvl="0" marL="457200" rtl="0" algn="l">
              <a:spcBef>
                <a:spcPts val="0"/>
              </a:spcBef>
              <a:spcAft>
                <a:spcPts val="0"/>
              </a:spcAft>
              <a:buNone/>
            </a:pPr>
            <a:r>
              <a:t/>
            </a:r>
            <a:endParaRPr sz="1200">
              <a:solidFill>
                <a:schemeClr val="lt1"/>
              </a:solidFill>
              <a:latin typeface="Urbanist"/>
              <a:ea typeface="Urbanist"/>
              <a:cs typeface="Urbanist"/>
              <a:sym typeface="Urbanist"/>
            </a:endParaRPr>
          </a:p>
        </p:txBody>
      </p:sp>
      <p:pic>
        <p:nvPicPr>
          <p:cNvPr id="1190" name="Google Shape;1190;p117"/>
          <p:cNvPicPr preferRelativeResize="0"/>
          <p:nvPr/>
        </p:nvPicPr>
        <p:blipFill>
          <a:blip r:embed="rId3">
            <a:alphaModFix/>
          </a:blip>
          <a:stretch>
            <a:fillRect/>
          </a:stretch>
        </p:blipFill>
        <p:spPr>
          <a:xfrm>
            <a:off x="4733237" y="347425"/>
            <a:ext cx="1099925" cy="1651324"/>
          </a:xfrm>
          <a:prstGeom prst="rect">
            <a:avLst/>
          </a:prstGeom>
          <a:noFill/>
          <a:ln>
            <a:noFill/>
          </a:ln>
        </p:spPr>
      </p:pic>
      <p:pic>
        <p:nvPicPr>
          <p:cNvPr id="1191" name="Google Shape;1191;p117" title="5596775.png"/>
          <p:cNvPicPr preferRelativeResize="0"/>
          <p:nvPr/>
        </p:nvPicPr>
        <p:blipFill>
          <a:blip r:embed="rId4">
            <a:alphaModFix/>
          </a:blip>
          <a:stretch>
            <a:fillRect/>
          </a:stretch>
        </p:blipFill>
        <p:spPr>
          <a:xfrm>
            <a:off x="7495650" y="250862"/>
            <a:ext cx="1500275" cy="1500275"/>
          </a:xfrm>
          <a:prstGeom prst="rect">
            <a:avLst/>
          </a:prstGeom>
          <a:noFill/>
          <a:ln>
            <a:noFill/>
          </a:ln>
        </p:spPr>
      </p:pic>
      <p:pic>
        <p:nvPicPr>
          <p:cNvPr id="1192" name="Google Shape;1192;p117" title="Red-Arrow-Transparent-File.png"/>
          <p:cNvPicPr preferRelativeResize="0"/>
          <p:nvPr/>
        </p:nvPicPr>
        <p:blipFill>
          <a:blip r:embed="rId5">
            <a:alphaModFix/>
          </a:blip>
          <a:stretch>
            <a:fillRect/>
          </a:stretch>
        </p:blipFill>
        <p:spPr>
          <a:xfrm rot="-8099977">
            <a:off x="6027200" y="1025934"/>
            <a:ext cx="1416399" cy="1414806"/>
          </a:xfrm>
          <a:prstGeom prst="rect">
            <a:avLst/>
          </a:prstGeom>
          <a:noFill/>
          <a:ln>
            <a:noFill/>
          </a:ln>
        </p:spPr>
      </p:pic>
      <p:pic>
        <p:nvPicPr>
          <p:cNvPr id="1193" name="Google Shape;1193;p117" title="Red-Arrow-Transparent-File.png"/>
          <p:cNvPicPr preferRelativeResize="0"/>
          <p:nvPr/>
        </p:nvPicPr>
        <p:blipFill>
          <a:blip r:embed="rId5">
            <a:alphaModFix/>
          </a:blip>
          <a:stretch>
            <a:fillRect/>
          </a:stretch>
        </p:blipFill>
        <p:spPr>
          <a:xfrm rot="2700046">
            <a:off x="6027200" y="293595"/>
            <a:ext cx="1416396" cy="1414809"/>
          </a:xfrm>
          <a:prstGeom prst="rect">
            <a:avLst/>
          </a:prstGeom>
          <a:noFill/>
          <a:ln>
            <a:noFill/>
          </a:ln>
        </p:spPr>
      </p:pic>
      <p:pic>
        <p:nvPicPr>
          <p:cNvPr id="1194" name="Google Shape;1194;p117" title="gold-dollar-sign-png-5.png"/>
          <p:cNvPicPr preferRelativeResize="0"/>
          <p:nvPr/>
        </p:nvPicPr>
        <p:blipFill>
          <a:blip r:embed="rId6">
            <a:alphaModFix/>
          </a:blip>
          <a:stretch>
            <a:fillRect/>
          </a:stretch>
        </p:blipFill>
        <p:spPr>
          <a:xfrm>
            <a:off x="6444563" y="347419"/>
            <a:ext cx="439676" cy="611308"/>
          </a:xfrm>
          <a:prstGeom prst="rect">
            <a:avLst/>
          </a:prstGeom>
          <a:noFill/>
          <a:ln>
            <a:noFill/>
          </a:ln>
        </p:spPr>
      </p:pic>
      <p:pic>
        <p:nvPicPr>
          <p:cNvPr id="1195" name="Google Shape;1195;p117" title="Red-Arrow-Transparent-File.png"/>
          <p:cNvPicPr preferRelativeResize="0"/>
          <p:nvPr/>
        </p:nvPicPr>
        <p:blipFill>
          <a:blip r:embed="rId5">
            <a:alphaModFix/>
          </a:blip>
          <a:stretch>
            <a:fillRect/>
          </a:stretch>
        </p:blipFill>
        <p:spPr>
          <a:xfrm flipH="1" rot="4046605">
            <a:off x="7005909" y="1910113"/>
            <a:ext cx="1386679" cy="1714875"/>
          </a:xfrm>
          <a:prstGeom prst="rect">
            <a:avLst/>
          </a:prstGeom>
          <a:noFill/>
          <a:ln>
            <a:noFill/>
          </a:ln>
        </p:spPr>
      </p:pic>
      <p:pic>
        <p:nvPicPr>
          <p:cNvPr id="1196" name="Google Shape;1196;p117" title="student-holding-phone-illustration-png.png"/>
          <p:cNvPicPr preferRelativeResize="0"/>
          <p:nvPr/>
        </p:nvPicPr>
        <p:blipFill>
          <a:blip r:embed="rId7">
            <a:alphaModFix/>
          </a:blip>
          <a:stretch>
            <a:fillRect/>
          </a:stretch>
        </p:blipFill>
        <p:spPr>
          <a:xfrm>
            <a:off x="5300150" y="3216127"/>
            <a:ext cx="1584101" cy="14151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0" name="Shape 1200"/>
        <p:cNvGrpSpPr/>
        <p:nvPr/>
      </p:nvGrpSpPr>
      <p:grpSpPr>
        <a:xfrm>
          <a:off x="0" y="0"/>
          <a:ext cx="0" cy="0"/>
          <a:chOff x="0" y="0"/>
          <a:chExt cx="0" cy="0"/>
        </a:xfrm>
      </p:grpSpPr>
      <p:sp>
        <p:nvSpPr>
          <p:cNvPr id="1201" name="Google Shape;1201;p118"/>
          <p:cNvSpPr txBox="1"/>
          <p:nvPr>
            <p:ph type="title"/>
          </p:nvPr>
        </p:nvSpPr>
        <p:spPr>
          <a:xfrm>
            <a:off x="284700" y="474750"/>
            <a:ext cx="4227300" cy="965400"/>
          </a:xfrm>
          <a:prstGeom prst="rect">
            <a:avLst/>
          </a:prstGeom>
        </p:spPr>
        <p:txBody>
          <a:bodyPr anchorCtr="0" anchor="b" bIns="0" lIns="0" spcFirstLastPara="1" rIns="91425" wrap="square" tIns="0">
            <a:noAutofit/>
          </a:bodyPr>
          <a:lstStyle/>
          <a:p>
            <a:pPr indent="0" lvl="0" marL="0" rtl="0" algn="l">
              <a:spcBef>
                <a:spcPts val="0"/>
              </a:spcBef>
              <a:spcAft>
                <a:spcPts val="0"/>
              </a:spcAft>
              <a:buNone/>
            </a:pPr>
            <a:r>
              <a:rPr lang="en"/>
              <a:t>Monetization</a:t>
            </a:r>
            <a:endParaRPr/>
          </a:p>
          <a:p>
            <a:pPr indent="0" lvl="0" marL="0" rtl="0" algn="l">
              <a:spcBef>
                <a:spcPts val="0"/>
              </a:spcBef>
              <a:spcAft>
                <a:spcPts val="0"/>
              </a:spcAft>
              <a:buNone/>
            </a:pPr>
            <a:r>
              <a:rPr lang="en"/>
              <a:t>(continued) </a:t>
            </a:r>
            <a:endParaRPr/>
          </a:p>
        </p:txBody>
      </p:sp>
      <p:sp>
        <p:nvSpPr>
          <p:cNvPr id="1202" name="Google Shape;1202;p118"/>
          <p:cNvSpPr txBox="1"/>
          <p:nvPr>
            <p:ph idx="1" type="body"/>
          </p:nvPr>
        </p:nvSpPr>
        <p:spPr>
          <a:xfrm>
            <a:off x="177550" y="2388075"/>
            <a:ext cx="4001400" cy="14877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Targeted Universities:  F</a:t>
            </a:r>
            <a:r>
              <a:rPr lang="en"/>
              <a:t>our-year</a:t>
            </a:r>
            <a:r>
              <a:rPr lang="en"/>
              <a:t> institutions</a:t>
            </a:r>
            <a:endParaRPr/>
          </a:p>
          <a:p>
            <a:pPr indent="0" lvl="0" marL="0" rtl="0" algn="l">
              <a:spcBef>
                <a:spcPts val="800"/>
              </a:spcBef>
              <a:spcAft>
                <a:spcPts val="0"/>
              </a:spcAft>
              <a:buNone/>
            </a:pPr>
            <a:r>
              <a:rPr lang="en"/>
              <a:t>Startup Advertisement: presentation  and demo</a:t>
            </a:r>
            <a:endParaRPr/>
          </a:p>
          <a:p>
            <a:pPr indent="0" lvl="0" marL="0" rtl="0" algn="l">
              <a:spcBef>
                <a:spcPts val="800"/>
              </a:spcBef>
              <a:spcAft>
                <a:spcPts val="0"/>
              </a:spcAft>
              <a:buNone/>
            </a:pPr>
            <a:r>
              <a:rPr lang="en"/>
              <a:t>Location: </a:t>
            </a:r>
            <a:r>
              <a:rPr lang="en"/>
              <a:t>Strictly</a:t>
            </a:r>
            <a:r>
              <a:rPr lang="en"/>
              <a:t> Vir</a:t>
            </a:r>
            <a:r>
              <a:rPr lang="en"/>
              <a:t>ginia </a:t>
            </a:r>
            <a:endParaRPr/>
          </a:p>
          <a:p>
            <a:pPr indent="0" lvl="0" marL="0" rtl="0" algn="l">
              <a:spcBef>
                <a:spcPts val="800"/>
              </a:spcBef>
              <a:spcAft>
                <a:spcPts val="0"/>
              </a:spcAft>
              <a:buNone/>
            </a:pPr>
            <a:r>
              <a:rPr lang="en"/>
              <a:t>Annual Subscription</a:t>
            </a:r>
            <a:r>
              <a:rPr lang="en"/>
              <a:t> Rate:</a:t>
            </a:r>
            <a:endParaRPr/>
          </a:p>
          <a:p>
            <a:pPr indent="0" lvl="0" marL="0" rtl="0" algn="l">
              <a:spcBef>
                <a:spcPts val="800"/>
              </a:spcBef>
              <a:spcAft>
                <a:spcPts val="0"/>
              </a:spcAft>
              <a:buNone/>
            </a:pPr>
            <a:r>
              <a:rPr lang="en"/>
              <a:t>	Under 5000 students: $18,000</a:t>
            </a:r>
            <a:endParaRPr/>
          </a:p>
          <a:p>
            <a:pPr indent="0" lvl="0" marL="0" rtl="0" algn="l">
              <a:spcBef>
                <a:spcPts val="800"/>
              </a:spcBef>
              <a:spcAft>
                <a:spcPts val="0"/>
              </a:spcAft>
              <a:buNone/>
            </a:pPr>
            <a:r>
              <a:rPr lang="en"/>
              <a:t>	Between 5000 and 15000 students: $30,000</a:t>
            </a:r>
            <a:endParaRPr/>
          </a:p>
          <a:p>
            <a:pPr indent="0" lvl="0" marL="0" rtl="0" algn="l">
              <a:spcBef>
                <a:spcPts val="800"/>
              </a:spcBef>
              <a:spcAft>
                <a:spcPts val="800"/>
              </a:spcAft>
              <a:buNone/>
            </a:pPr>
            <a:r>
              <a:rPr lang="en"/>
              <a:t>	Over 15000 Students:  $42,000</a:t>
            </a:r>
            <a:endParaRPr/>
          </a:p>
        </p:txBody>
      </p:sp>
      <p:sp>
        <p:nvSpPr>
          <p:cNvPr id="1203" name="Google Shape;1203;p118"/>
          <p:cNvSpPr txBox="1"/>
          <p:nvPr>
            <p:ph idx="3" type="subTitle"/>
          </p:nvPr>
        </p:nvSpPr>
        <p:spPr>
          <a:xfrm>
            <a:off x="284700" y="284400"/>
            <a:ext cx="1965900" cy="1920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204" name="Google Shape;1204;p118"/>
          <p:cNvSpPr txBox="1"/>
          <p:nvPr>
            <p:ph idx="4" type="subTitle"/>
          </p:nvPr>
        </p:nvSpPr>
        <p:spPr>
          <a:xfrm>
            <a:off x="6890875" y="284400"/>
            <a:ext cx="1965900" cy="192000"/>
          </a:xfrm>
          <a:prstGeom prst="rect">
            <a:avLst/>
          </a:prstGeom>
        </p:spPr>
        <p:txBody>
          <a:bodyPr anchorCtr="0" anchor="t" bIns="0" lIns="0" spcFirstLastPara="1" rIns="0" wrap="square" tIns="0">
            <a:noAutofit/>
          </a:bodyPr>
          <a:lstStyle/>
          <a:p>
            <a:pPr indent="0" lvl="0" marL="0" rtl="0" algn="r">
              <a:spcBef>
                <a:spcPts val="0"/>
              </a:spcBef>
              <a:spcAft>
                <a:spcPts val="0"/>
              </a:spcAft>
              <a:buNone/>
            </a:pPr>
            <a:r>
              <a:t/>
            </a:r>
            <a:endParaRPr/>
          </a:p>
        </p:txBody>
      </p:sp>
      <p:pic>
        <p:nvPicPr>
          <p:cNvPr id="1205" name="Google Shape;1205;p118" title="images.jpg"/>
          <p:cNvPicPr preferRelativeResize="0"/>
          <p:nvPr/>
        </p:nvPicPr>
        <p:blipFill>
          <a:blip r:embed="rId3">
            <a:alphaModFix/>
          </a:blip>
          <a:stretch>
            <a:fillRect/>
          </a:stretch>
        </p:blipFill>
        <p:spPr>
          <a:xfrm>
            <a:off x="4629475" y="2728225"/>
            <a:ext cx="3761325" cy="1715800"/>
          </a:xfrm>
          <a:prstGeom prst="rect">
            <a:avLst/>
          </a:prstGeom>
          <a:noFill/>
          <a:ln>
            <a:noFill/>
          </a:ln>
        </p:spPr>
      </p:pic>
      <p:pic>
        <p:nvPicPr>
          <p:cNvPr id="1206" name="Google Shape;1206;p118" title="virginia.png"/>
          <p:cNvPicPr preferRelativeResize="0"/>
          <p:nvPr/>
        </p:nvPicPr>
        <p:blipFill rotWithShape="1">
          <a:blip r:embed="rId4">
            <a:alphaModFix/>
          </a:blip>
          <a:srcRect b="-9981" l="-9981" r="-9981" t="-9981"/>
          <a:stretch/>
        </p:blipFill>
        <p:spPr>
          <a:xfrm>
            <a:off x="5168147" y="542500"/>
            <a:ext cx="2683999" cy="1795450"/>
          </a:xfrm>
          <a:prstGeom prst="rect">
            <a:avLst/>
          </a:prstGeom>
          <a:noFill/>
          <a:ln>
            <a:noFill/>
          </a:ln>
        </p:spPr>
      </p:pic>
      <p:pic>
        <p:nvPicPr>
          <p:cNvPr id="1207" name="Google Shape;1207;p118"/>
          <p:cNvPicPr preferRelativeResize="0"/>
          <p:nvPr/>
        </p:nvPicPr>
        <p:blipFill>
          <a:blip r:embed="rId5">
            <a:alphaModFix/>
          </a:blip>
          <a:stretch>
            <a:fillRect/>
          </a:stretch>
        </p:blipFill>
        <p:spPr>
          <a:xfrm>
            <a:off x="8035922" y="111300"/>
            <a:ext cx="885150" cy="13289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1" name="Shape 1211"/>
        <p:cNvGrpSpPr/>
        <p:nvPr/>
      </p:nvGrpSpPr>
      <p:grpSpPr>
        <a:xfrm>
          <a:off x="0" y="0"/>
          <a:ext cx="0" cy="0"/>
          <a:chOff x="0" y="0"/>
          <a:chExt cx="0" cy="0"/>
        </a:xfrm>
      </p:grpSpPr>
      <p:pic>
        <p:nvPicPr>
          <p:cNvPr descr="A panoramic shot of billowing clouds in the horizon. " id="1212" name="Google Shape;1212;p119"/>
          <p:cNvPicPr preferRelativeResize="0"/>
          <p:nvPr>
            <p:ph idx="2" type="pic"/>
          </p:nvPr>
        </p:nvPicPr>
        <p:blipFill rotWithShape="1">
          <a:blip r:embed="rId3">
            <a:alphaModFix/>
          </a:blip>
          <a:srcRect b="53306" l="0" r="29229" t="24002"/>
          <a:stretch/>
        </p:blipFill>
        <p:spPr>
          <a:xfrm>
            <a:off x="-7800" y="5625"/>
            <a:ext cx="9144000" cy="5143500"/>
          </a:xfrm>
          <a:prstGeom prst="roundRect">
            <a:avLst>
              <a:gd fmla="val 9982" name="adj"/>
            </a:avLst>
          </a:prstGeom>
          <a:noFill/>
        </p:spPr>
      </p:pic>
      <p:sp>
        <p:nvSpPr>
          <p:cNvPr id="1213" name="Google Shape;1213;p119"/>
          <p:cNvSpPr txBox="1"/>
          <p:nvPr>
            <p:ph idx="6" type="title"/>
          </p:nvPr>
        </p:nvSpPr>
        <p:spPr>
          <a:xfrm>
            <a:off x="92300" y="228600"/>
            <a:ext cx="7953900" cy="1556700"/>
          </a:xfrm>
          <a:prstGeom prst="rect">
            <a:avLst/>
          </a:prstGeom>
        </p:spPr>
        <p:txBody>
          <a:bodyPr anchorCtr="0" anchor="t" bIns="0" lIns="182875" spcFirstLastPara="1" rIns="182875" wrap="square" tIns="0">
            <a:noAutofit/>
          </a:bodyPr>
          <a:lstStyle/>
          <a:p>
            <a:pPr indent="0" lvl="0" marL="0" rtl="0" algn="l">
              <a:spcBef>
                <a:spcPts val="0"/>
              </a:spcBef>
              <a:spcAft>
                <a:spcPts val="0"/>
              </a:spcAft>
              <a:buNone/>
            </a:pPr>
            <a:r>
              <a:rPr lang="en" sz="4800">
                <a:latin typeface="Urbanist Medium"/>
                <a:ea typeface="Urbanist Medium"/>
                <a:cs typeface="Urbanist Medium"/>
                <a:sym typeface="Urbanist Medium"/>
              </a:rPr>
              <a:t>Changes from Prior Design</a:t>
            </a:r>
            <a:endParaRPr sz="4800">
              <a:latin typeface="Urbanist Medium"/>
              <a:ea typeface="Urbanist Medium"/>
              <a:cs typeface="Urbanist Medium"/>
              <a:sym typeface="Urbanist Medium"/>
            </a:endParaRPr>
          </a:p>
        </p:txBody>
      </p:sp>
      <p:pic>
        <p:nvPicPr>
          <p:cNvPr id="1214" name="Google Shape;1214;p119"/>
          <p:cNvPicPr preferRelativeResize="0"/>
          <p:nvPr/>
        </p:nvPicPr>
        <p:blipFill>
          <a:blip r:embed="rId4">
            <a:alphaModFix/>
          </a:blip>
          <a:stretch>
            <a:fillRect/>
          </a:stretch>
        </p:blipFill>
        <p:spPr>
          <a:xfrm>
            <a:off x="8168970" y="3703425"/>
            <a:ext cx="975024" cy="1463825"/>
          </a:xfrm>
          <a:prstGeom prst="rect">
            <a:avLst/>
          </a:prstGeom>
          <a:noFill/>
          <a:ln>
            <a:noFill/>
          </a:ln>
        </p:spPr>
      </p:pic>
      <p:sp>
        <p:nvSpPr>
          <p:cNvPr id="1215" name="Google Shape;1215;p119"/>
          <p:cNvSpPr txBox="1"/>
          <p:nvPr/>
        </p:nvSpPr>
        <p:spPr>
          <a:xfrm>
            <a:off x="383250" y="1440225"/>
            <a:ext cx="5348100" cy="3232500"/>
          </a:xfrm>
          <a:prstGeom prst="rect">
            <a:avLst/>
          </a:prstGeom>
          <a:noFill/>
          <a:ln>
            <a:noFill/>
          </a:ln>
        </p:spPr>
        <p:txBody>
          <a:bodyPr anchorCtr="0" anchor="t" bIns="91425" lIns="91425" spcFirstLastPara="1" rIns="91425" wrap="square" tIns="91425">
            <a:spAutoFit/>
          </a:bodyPr>
          <a:lstStyle/>
          <a:p>
            <a:pPr indent="-342900" lvl="0" marL="457200" rtl="0" algn="l">
              <a:spcBef>
                <a:spcPts val="0"/>
              </a:spcBef>
              <a:spcAft>
                <a:spcPts val="0"/>
              </a:spcAft>
              <a:buClr>
                <a:schemeClr val="lt1"/>
              </a:buClr>
              <a:buSzPts val="1800"/>
              <a:buFont typeface="Urbanist"/>
              <a:buChar char="●"/>
            </a:pPr>
            <a:r>
              <a:rPr lang="en" sz="1800">
                <a:solidFill>
                  <a:schemeClr val="lt1"/>
                </a:solidFill>
                <a:latin typeface="Urbanist"/>
                <a:ea typeface="Urbanist"/>
                <a:cs typeface="Urbanist"/>
                <a:sym typeface="Urbanist"/>
              </a:rPr>
              <a:t>No referral rating system</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t/>
            </a:r>
            <a:endParaRPr sz="1800">
              <a:solidFill>
                <a:schemeClr val="lt1"/>
              </a:solidFill>
              <a:latin typeface="Urbanist"/>
              <a:ea typeface="Urbanist"/>
              <a:cs typeface="Urbanist"/>
              <a:sym typeface="Urbanist"/>
            </a:endParaRPr>
          </a:p>
          <a:p>
            <a:pPr indent="-342900" lvl="0" marL="457200" rtl="0" algn="l">
              <a:spcBef>
                <a:spcPts val="0"/>
              </a:spcBef>
              <a:spcAft>
                <a:spcPts val="0"/>
              </a:spcAft>
              <a:buClr>
                <a:schemeClr val="lt1"/>
              </a:buClr>
              <a:buSzPts val="1800"/>
              <a:buFont typeface="Urbanist"/>
              <a:buChar char="●"/>
            </a:pPr>
            <a:r>
              <a:rPr lang="en" sz="1800">
                <a:solidFill>
                  <a:schemeClr val="lt1"/>
                </a:solidFill>
                <a:latin typeface="Urbanist"/>
                <a:ea typeface="Urbanist"/>
                <a:cs typeface="Urbanist"/>
                <a:sym typeface="Urbanist"/>
              </a:rPr>
              <a:t>Referral system</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t/>
            </a:r>
            <a:endParaRPr sz="1800">
              <a:solidFill>
                <a:schemeClr val="lt1"/>
              </a:solidFill>
              <a:latin typeface="Urbanist"/>
              <a:ea typeface="Urbanist"/>
              <a:cs typeface="Urbanist"/>
              <a:sym typeface="Urbanist"/>
            </a:endParaRPr>
          </a:p>
          <a:p>
            <a:pPr indent="0" lvl="0" marL="457200" rtl="0" algn="l">
              <a:spcBef>
                <a:spcPts val="0"/>
              </a:spcBef>
              <a:spcAft>
                <a:spcPts val="0"/>
              </a:spcAft>
              <a:buNone/>
            </a:pPr>
            <a:r>
              <a:t/>
            </a:r>
            <a:endParaRPr sz="1800">
              <a:solidFill>
                <a:schemeClr val="lt1"/>
              </a:solidFill>
              <a:latin typeface="Urbanist"/>
              <a:ea typeface="Urbanist"/>
              <a:cs typeface="Urbanist"/>
              <a:sym typeface="Urbanist"/>
            </a:endParaRPr>
          </a:p>
          <a:p>
            <a:pPr indent="-342900" lvl="0" marL="457200" rtl="0" algn="l">
              <a:spcBef>
                <a:spcPts val="0"/>
              </a:spcBef>
              <a:spcAft>
                <a:spcPts val="0"/>
              </a:spcAft>
              <a:buClr>
                <a:schemeClr val="lt1"/>
              </a:buClr>
              <a:buSzPts val="1800"/>
              <a:buFont typeface="Urbanist"/>
              <a:buChar char="●"/>
            </a:pPr>
            <a:r>
              <a:rPr lang="en" sz="1800">
                <a:solidFill>
                  <a:schemeClr val="lt1"/>
                </a:solidFill>
                <a:latin typeface="Urbanist"/>
                <a:ea typeface="Urbanist"/>
                <a:cs typeface="Urbanist"/>
                <a:sym typeface="Urbanist"/>
              </a:rPr>
              <a:t>NoSQL over MySQL</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t/>
            </a:r>
            <a:endParaRPr sz="1800">
              <a:solidFill>
                <a:schemeClr val="lt1"/>
              </a:solidFill>
              <a:latin typeface="Urbanist"/>
              <a:ea typeface="Urbanist"/>
              <a:cs typeface="Urbanist"/>
              <a:sym typeface="Urbanist"/>
            </a:endParaRPr>
          </a:p>
          <a:p>
            <a:pPr indent="-342900" lvl="0" marL="457200" rtl="0" algn="l">
              <a:spcBef>
                <a:spcPts val="0"/>
              </a:spcBef>
              <a:spcAft>
                <a:spcPts val="0"/>
              </a:spcAft>
              <a:buClr>
                <a:schemeClr val="lt1"/>
              </a:buClr>
              <a:buSzPts val="1800"/>
              <a:buFont typeface="Urbanist"/>
              <a:buChar char="●"/>
            </a:pPr>
            <a:r>
              <a:rPr lang="en" sz="1800">
                <a:solidFill>
                  <a:schemeClr val="lt1"/>
                </a:solidFill>
                <a:latin typeface="Urbanist"/>
                <a:ea typeface="Urbanist"/>
                <a:cs typeface="Urbanist"/>
                <a:sym typeface="Urbanist"/>
              </a:rPr>
              <a:t>No local counselors</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t/>
            </a:r>
            <a:endParaRPr sz="1800">
              <a:solidFill>
                <a:schemeClr val="lt1"/>
              </a:solidFill>
              <a:latin typeface="Urbanist"/>
              <a:ea typeface="Urbanist"/>
              <a:cs typeface="Urbanist"/>
              <a:sym typeface="Urbanist"/>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9" name="Shape 1219"/>
        <p:cNvGrpSpPr/>
        <p:nvPr/>
      </p:nvGrpSpPr>
      <p:grpSpPr>
        <a:xfrm>
          <a:off x="0" y="0"/>
          <a:ext cx="0" cy="0"/>
          <a:chOff x="0" y="0"/>
          <a:chExt cx="0" cy="0"/>
        </a:xfrm>
      </p:grpSpPr>
      <p:sp>
        <p:nvSpPr>
          <p:cNvPr id="1220" name="Google Shape;1220;p120"/>
          <p:cNvSpPr txBox="1"/>
          <p:nvPr>
            <p:ph idx="5" type="title"/>
          </p:nvPr>
        </p:nvSpPr>
        <p:spPr>
          <a:xfrm>
            <a:off x="67325" y="58850"/>
            <a:ext cx="3904500" cy="720300"/>
          </a:xfrm>
          <a:prstGeom prst="rect">
            <a:avLst/>
          </a:prstGeom>
        </p:spPr>
        <p:txBody>
          <a:bodyPr anchorCtr="0" anchor="ctr" bIns="0" lIns="182875" spcFirstLastPara="1" rIns="182875" wrap="square" tIns="0">
            <a:noAutofit/>
          </a:bodyPr>
          <a:lstStyle/>
          <a:p>
            <a:pPr indent="0" lvl="0" marL="0" rtl="0" algn="l">
              <a:spcBef>
                <a:spcPts val="0"/>
              </a:spcBef>
              <a:spcAft>
                <a:spcPts val="0"/>
              </a:spcAft>
              <a:buNone/>
            </a:pPr>
            <a:r>
              <a:rPr lang="en" sz="2400">
                <a:latin typeface="Urbanist Medium"/>
                <a:ea typeface="Urbanist Medium"/>
                <a:cs typeface="Urbanist Medium"/>
                <a:sym typeface="Urbanist Medium"/>
              </a:rPr>
              <a:t>Tech Stack</a:t>
            </a:r>
            <a:endParaRPr sz="2400">
              <a:latin typeface="Urbanist Medium"/>
              <a:ea typeface="Urbanist Medium"/>
              <a:cs typeface="Urbanist Medium"/>
              <a:sym typeface="Urbanist Medium"/>
            </a:endParaRPr>
          </a:p>
        </p:txBody>
      </p:sp>
      <p:pic>
        <p:nvPicPr>
          <p:cNvPr id="1221" name="Google Shape;1221;p120"/>
          <p:cNvPicPr preferRelativeResize="0"/>
          <p:nvPr/>
        </p:nvPicPr>
        <p:blipFill>
          <a:blip r:embed="rId3">
            <a:alphaModFix/>
          </a:blip>
          <a:stretch>
            <a:fillRect/>
          </a:stretch>
        </p:blipFill>
        <p:spPr>
          <a:xfrm>
            <a:off x="8375901" y="3990334"/>
            <a:ext cx="768101" cy="1153178"/>
          </a:xfrm>
          <a:prstGeom prst="rect">
            <a:avLst/>
          </a:prstGeom>
          <a:noFill/>
          <a:ln>
            <a:noFill/>
          </a:ln>
        </p:spPr>
      </p:pic>
      <p:pic>
        <p:nvPicPr>
          <p:cNvPr id="1222" name="Google Shape;1222;p120"/>
          <p:cNvPicPr preferRelativeResize="0"/>
          <p:nvPr/>
        </p:nvPicPr>
        <p:blipFill>
          <a:blip r:embed="rId4">
            <a:alphaModFix/>
          </a:blip>
          <a:stretch>
            <a:fillRect/>
          </a:stretch>
        </p:blipFill>
        <p:spPr>
          <a:xfrm>
            <a:off x="3539600" y="-43700"/>
            <a:ext cx="5731702" cy="3932149"/>
          </a:xfrm>
          <a:prstGeom prst="rect">
            <a:avLst/>
          </a:prstGeom>
          <a:noFill/>
          <a:ln>
            <a:noFill/>
          </a:ln>
        </p:spPr>
      </p:pic>
      <p:sp>
        <p:nvSpPr>
          <p:cNvPr id="1223" name="Google Shape;1223;p120"/>
          <p:cNvSpPr txBox="1"/>
          <p:nvPr/>
        </p:nvSpPr>
        <p:spPr>
          <a:xfrm>
            <a:off x="110375" y="940425"/>
            <a:ext cx="3675000" cy="3989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lt1"/>
                </a:solidFill>
                <a:latin typeface="Urbanist"/>
                <a:ea typeface="Urbanist"/>
                <a:cs typeface="Urbanist"/>
                <a:sym typeface="Urbanist"/>
              </a:rPr>
              <a:t>Front-end - Python with Kivy graphical interface</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rPr lang="en" sz="1800">
                <a:solidFill>
                  <a:schemeClr val="lt1"/>
                </a:solidFill>
                <a:latin typeface="Urbanist"/>
                <a:ea typeface="Urbanist"/>
                <a:cs typeface="Urbanist"/>
                <a:sym typeface="Urbanist"/>
              </a:rPr>
              <a:t>Middle-tier - Flask developmental web server with RESTful API calls between Front-end, Database, and Echo chatbot</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t/>
            </a:r>
            <a:endParaRPr sz="1800">
              <a:solidFill>
                <a:schemeClr val="lt1"/>
              </a:solidFill>
              <a:latin typeface="Urbanist"/>
              <a:ea typeface="Urbanist"/>
              <a:cs typeface="Urbanist"/>
              <a:sym typeface="Urbanist"/>
            </a:endParaRPr>
          </a:p>
          <a:p>
            <a:pPr indent="0" lvl="0" marL="0" rtl="0" algn="l">
              <a:spcBef>
                <a:spcPts val="0"/>
              </a:spcBef>
              <a:spcAft>
                <a:spcPts val="0"/>
              </a:spcAft>
              <a:buNone/>
            </a:pPr>
            <a:r>
              <a:rPr lang="en" sz="1800">
                <a:solidFill>
                  <a:schemeClr val="lt1"/>
                </a:solidFill>
                <a:latin typeface="Urbanist"/>
                <a:ea typeface="Urbanist"/>
                <a:cs typeface="Urbanist"/>
                <a:sym typeface="Urbanist"/>
              </a:rPr>
              <a:t>Back-end - Consists of NoSQL database implemented with MongoDB and a Natural Language Processing AI chatbot</a:t>
            </a:r>
            <a:endParaRPr sz="1800">
              <a:solidFill>
                <a:schemeClr val="lt1"/>
              </a:solidFill>
              <a:latin typeface="Urbanist"/>
              <a:ea typeface="Urbanist"/>
              <a:cs typeface="Urbanist"/>
              <a:sym typeface="Urbanist"/>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7" name="Shape 1227"/>
        <p:cNvGrpSpPr/>
        <p:nvPr/>
      </p:nvGrpSpPr>
      <p:grpSpPr>
        <a:xfrm>
          <a:off x="0" y="0"/>
          <a:ext cx="0" cy="0"/>
          <a:chOff x="0" y="0"/>
          <a:chExt cx="0" cy="0"/>
        </a:xfrm>
      </p:grpSpPr>
      <p:sp>
        <p:nvSpPr>
          <p:cNvPr id="1228" name="Google Shape;1228;p121"/>
          <p:cNvSpPr txBox="1"/>
          <p:nvPr>
            <p:ph idx="6" type="title"/>
          </p:nvPr>
        </p:nvSpPr>
        <p:spPr>
          <a:xfrm>
            <a:off x="233850" y="228600"/>
            <a:ext cx="2190000" cy="384900"/>
          </a:xfrm>
          <a:prstGeom prst="rect">
            <a:avLst/>
          </a:prstGeom>
        </p:spPr>
        <p:txBody>
          <a:bodyPr anchorCtr="0" anchor="t" bIns="0" lIns="182875" spcFirstLastPara="1" rIns="182875" wrap="square" tIns="0">
            <a:noAutofit/>
          </a:bodyPr>
          <a:lstStyle/>
          <a:p>
            <a:pPr indent="0" lvl="0" marL="0" rtl="0" algn="l">
              <a:spcBef>
                <a:spcPts val="0"/>
              </a:spcBef>
              <a:spcAft>
                <a:spcPts val="0"/>
              </a:spcAft>
              <a:buNone/>
            </a:pPr>
            <a:r>
              <a:rPr lang="en" sz="2400">
                <a:latin typeface="Urbanist"/>
                <a:ea typeface="Urbanist"/>
                <a:cs typeface="Urbanist"/>
                <a:sym typeface="Urbanist"/>
              </a:rPr>
              <a:t>References</a:t>
            </a:r>
            <a:endParaRPr sz="2800">
              <a:latin typeface="Urbanist"/>
              <a:ea typeface="Urbanist"/>
              <a:cs typeface="Urbanist"/>
              <a:sym typeface="Urbanist"/>
            </a:endParaRPr>
          </a:p>
        </p:txBody>
      </p:sp>
      <p:pic>
        <p:nvPicPr>
          <p:cNvPr id="1229" name="Google Shape;1229;p121"/>
          <p:cNvPicPr preferRelativeResize="0"/>
          <p:nvPr/>
        </p:nvPicPr>
        <p:blipFill>
          <a:blip r:embed="rId3">
            <a:alphaModFix/>
          </a:blip>
          <a:stretch>
            <a:fillRect/>
          </a:stretch>
        </p:blipFill>
        <p:spPr>
          <a:xfrm>
            <a:off x="8168970" y="3679675"/>
            <a:ext cx="975024" cy="1463825"/>
          </a:xfrm>
          <a:prstGeom prst="rect">
            <a:avLst/>
          </a:prstGeom>
          <a:noFill/>
          <a:ln>
            <a:noFill/>
          </a:ln>
        </p:spPr>
      </p:pic>
      <p:sp>
        <p:nvSpPr>
          <p:cNvPr id="1230" name="Google Shape;1230;p121"/>
          <p:cNvSpPr txBox="1"/>
          <p:nvPr/>
        </p:nvSpPr>
        <p:spPr>
          <a:xfrm>
            <a:off x="291000" y="707825"/>
            <a:ext cx="7479300" cy="39759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lt1"/>
              </a:buClr>
              <a:buSzPts val="1100"/>
              <a:buChar char="●"/>
            </a:pPr>
            <a:r>
              <a:rPr lang="en" sz="1100">
                <a:solidFill>
                  <a:schemeClr val="lt1"/>
                </a:solidFill>
              </a:rPr>
              <a:t>Flannery, M. E. (2023, March 29). </a:t>
            </a:r>
            <a:r>
              <a:rPr i="1" lang="en" sz="1100">
                <a:solidFill>
                  <a:schemeClr val="lt1"/>
                </a:solidFill>
              </a:rPr>
              <a:t>The Mental Health Crisis on college campuses</a:t>
            </a:r>
            <a:r>
              <a:rPr lang="en" sz="1100">
                <a:solidFill>
                  <a:schemeClr val="lt1"/>
                </a:solidFill>
              </a:rPr>
              <a:t>. NEA. https://www.nea.org/nea-today/all-news-articles/mental-health-crisis-college-campuses </a:t>
            </a:r>
            <a:endParaRPr sz="1100">
              <a:solidFill>
                <a:schemeClr val="lt1"/>
              </a:solidFill>
            </a:endParaRPr>
          </a:p>
          <a:p>
            <a:pPr indent="0" lvl="0" marL="457200" rtl="0" algn="l">
              <a:lnSpc>
                <a:spcPct val="115000"/>
              </a:lnSpc>
              <a:spcBef>
                <a:spcPts val="1200"/>
              </a:spcBef>
              <a:spcAft>
                <a:spcPts val="0"/>
              </a:spcAft>
              <a:buNone/>
            </a:pPr>
            <a:r>
              <a:t/>
            </a:r>
            <a:endParaRPr sz="1100">
              <a:solidFill>
                <a:schemeClr val="lt1"/>
              </a:solidFill>
            </a:endParaRPr>
          </a:p>
          <a:p>
            <a:pPr indent="-298450" lvl="0" marL="457200" rtl="0" algn="l">
              <a:lnSpc>
                <a:spcPct val="115000"/>
              </a:lnSpc>
              <a:spcBef>
                <a:spcPts val="1200"/>
              </a:spcBef>
              <a:spcAft>
                <a:spcPts val="0"/>
              </a:spcAft>
              <a:buClr>
                <a:schemeClr val="lt1"/>
              </a:buClr>
              <a:buSzPts val="1100"/>
              <a:buChar char="●"/>
            </a:pPr>
            <a:r>
              <a:rPr i="1" lang="en" sz="1100">
                <a:solidFill>
                  <a:schemeClr val="lt1"/>
                </a:solidFill>
              </a:rPr>
              <a:t>Professional therapy with a licensed therapist</a:t>
            </a:r>
            <a:r>
              <a:rPr lang="en" sz="1100">
                <a:solidFill>
                  <a:schemeClr val="lt1"/>
                </a:solidFill>
              </a:rPr>
              <a:t>. BetterHelp. (n.d.).</a:t>
            </a:r>
            <a:endParaRPr sz="1100">
              <a:solidFill>
                <a:schemeClr val="lt1"/>
              </a:solidFill>
            </a:endParaRPr>
          </a:p>
          <a:p>
            <a:pPr indent="0" lvl="0" marL="457200" rtl="0" algn="l">
              <a:lnSpc>
                <a:spcPct val="115000"/>
              </a:lnSpc>
              <a:spcBef>
                <a:spcPts val="1200"/>
              </a:spcBef>
              <a:spcAft>
                <a:spcPts val="0"/>
              </a:spcAft>
              <a:buNone/>
            </a:pPr>
            <a:r>
              <a:rPr lang="en" sz="1100" u="sng">
                <a:solidFill>
                  <a:schemeClr val="lt1"/>
                </a:solidFill>
                <a:hlinkClick r:id="rId4">
                  <a:extLst>
                    <a:ext uri="{A12FA001-AC4F-418D-AE19-62706E023703}">
                      <ahyp:hlinkClr val="tx"/>
                    </a:ext>
                  </a:extLst>
                </a:hlinkClick>
              </a:rPr>
              <a:t>https://www.betterhelp.com/</a:t>
            </a:r>
            <a:endParaRPr sz="1100">
              <a:solidFill>
                <a:schemeClr val="lt1"/>
              </a:solidFill>
            </a:endParaRPr>
          </a:p>
          <a:p>
            <a:pPr indent="-298450" lvl="0" marL="457200" rtl="0" algn="l">
              <a:lnSpc>
                <a:spcPct val="115000"/>
              </a:lnSpc>
              <a:spcBef>
                <a:spcPts val="1200"/>
              </a:spcBef>
              <a:spcAft>
                <a:spcPts val="0"/>
              </a:spcAft>
              <a:buClr>
                <a:schemeClr val="lt1"/>
              </a:buClr>
              <a:buSzPts val="1100"/>
              <a:buChar char="●"/>
            </a:pPr>
            <a:r>
              <a:rPr i="1" lang="en" sz="1100">
                <a:solidFill>
                  <a:schemeClr val="lt1"/>
                </a:solidFill>
              </a:rPr>
              <a:t>Recwell app</a:t>
            </a:r>
            <a:r>
              <a:rPr lang="en" sz="1100">
                <a:solidFill>
                  <a:schemeClr val="lt1"/>
                </a:solidFill>
              </a:rPr>
              <a:t>. Old Dominion University. (2024, February 6). https://www.odu.edu/recreation-wellness/about/recwell-app </a:t>
            </a:r>
            <a:endParaRPr sz="1100">
              <a:solidFill>
                <a:schemeClr val="lt1"/>
              </a:solidFill>
            </a:endParaRPr>
          </a:p>
          <a:p>
            <a:pPr indent="0" lvl="0" marL="457200" rtl="0" algn="l">
              <a:lnSpc>
                <a:spcPct val="115000"/>
              </a:lnSpc>
              <a:spcBef>
                <a:spcPts val="1200"/>
              </a:spcBef>
              <a:spcAft>
                <a:spcPts val="0"/>
              </a:spcAft>
              <a:buNone/>
            </a:pPr>
            <a:r>
              <a:t/>
            </a:r>
            <a:endParaRPr sz="1100">
              <a:solidFill>
                <a:schemeClr val="lt1"/>
              </a:solidFill>
            </a:endParaRPr>
          </a:p>
          <a:p>
            <a:pPr indent="-298450" lvl="0" marL="457200" rtl="0" algn="l">
              <a:lnSpc>
                <a:spcPct val="115000"/>
              </a:lnSpc>
              <a:spcBef>
                <a:spcPts val="1200"/>
              </a:spcBef>
              <a:spcAft>
                <a:spcPts val="0"/>
              </a:spcAft>
              <a:buClr>
                <a:schemeClr val="lt1"/>
              </a:buClr>
              <a:buSzPts val="1100"/>
              <a:buChar char="●"/>
            </a:pPr>
            <a:r>
              <a:rPr i="1" lang="en" sz="1100">
                <a:solidFill>
                  <a:schemeClr val="lt1"/>
                </a:solidFill>
              </a:rPr>
              <a:t>Student Health Services</a:t>
            </a:r>
            <a:r>
              <a:rPr lang="en" sz="1100">
                <a:solidFill>
                  <a:schemeClr val="lt1"/>
                </a:solidFill>
              </a:rPr>
              <a:t>. https://www.odu.edu/studenthealth. (2025, September 10). https://www.odu.edu/studenthealth </a:t>
            </a:r>
            <a:endParaRPr sz="1100">
              <a:solidFill>
                <a:schemeClr val="lt1"/>
              </a:solidFill>
            </a:endParaRPr>
          </a:p>
          <a:p>
            <a:pPr indent="0" lvl="0" marL="457200" rtl="0" algn="l">
              <a:lnSpc>
                <a:spcPct val="115000"/>
              </a:lnSpc>
              <a:spcBef>
                <a:spcPts val="1200"/>
              </a:spcBef>
              <a:spcAft>
                <a:spcPts val="0"/>
              </a:spcAft>
              <a:buNone/>
            </a:pPr>
            <a:r>
              <a:t/>
            </a:r>
            <a:endParaRPr sz="1100">
              <a:solidFill>
                <a:schemeClr val="lt1"/>
              </a:solidFill>
            </a:endParaRPr>
          </a:p>
          <a:p>
            <a:pPr indent="-298450" lvl="0" marL="457200" rtl="0" algn="l">
              <a:lnSpc>
                <a:spcPct val="115000"/>
              </a:lnSpc>
              <a:spcBef>
                <a:spcPts val="1200"/>
              </a:spcBef>
              <a:spcAft>
                <a:spcPts val="0"/>
              </a:spcAft>
              <a:buClr>
                <a:schemeClr val="lt1"/>
              </a:buClr>
              <a:buSzPts val="1100"/>
              <a:buChar char="●"/>
            </a:pPr>
            <a:r>
              <a:rPr lang="en" sz="1100">
                <a:solidFill>
                  <a:schemeClr val="lt1"/>
                </a:solidFill>
              </a:rPr>
              <a:t>The Jed Foundation. (2025, October 17). https://jedfoundation.org/ </a:t>
            </a:r>
            <a:endParaRPr sz="1100">
              <a:solidFill>
                <a:schemeClr val="lt1"/>
              </a:solidFill>
            </a:endParaRPr>
          </a:p>
          <a:p>
            <a:pPr indent="0" lvl="0" marL="457200" rtl="0" algn="l">
              <a:lnSpc>
                <a:spcPct val="115000"/>
              </a:lnSpc>
              <a:spcBef>
                <a:spcPts val="1200"/>
              </a:spcBef>
              <a:spcAft>
                <a:spcPts val="0"/>
              </a:spcAft>
              <a:buNone/>
            </a:pPr>
            <a:r>
              <a:t/>
            </a:r>
            <a:endParaRPr sz="1100">
              <a:solidFill>
                <a:schemeClr val="lt1"/>
              </a:solidFill>
            </a:endParaRPr>
          </a:p>
          <a:p>
            <a:pPr indent="0" lvl="0" marL="457200" rtl="0" algn="l">
              <a:lnSpc>
                <a:spcPct val="115000"/>
              </a:lnSpc>
              <a:spcBef>
                <a:spcPts val="1200"/>
              </a:spcBef>
              <a:spcAft>
                <a:spcPts val="1200"/>
              </a:spcAft>
              <a:buNone/>
            </a:pPr>
            <a:r>
              <a:t/>
            </a:r>
            <a:endParaRPr sz="1100">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Pastel gradients">
  <a:themeElements>
    <a:clrScheme name="Simple Light">
      <a:dk1>
        <a:srgbClr val="F4F4F4"/>
      </a:dk1>
      <a:lt1>
        <a:srgbClr val="202124"/>
      </a:lt1>
      <a:dk2>
        <a:srgbClr val="E8F0FE"/>
      </a:dk2>
      <a:lt2>
        <a:srgbClr val="FEFEFE"/>
      </a:lt2>
      <a:accent1>
        <a:srgbClr val="FFFFBE"/>
      </a:accent1>
      <a:accent2>
        <a:srgbClr val="AECBFA"/>
      </a:accent2>
      <a:accent3>
        <a:srgbClr val="FFC9C9"/>
      </a:accent3>
      <a:accent4>
        <a:srgbClr val="F9F93D"/>
      </a:accent4>
      <a:accent5>
        <a:srgbClr val="747474"/>
      </a:accent5>
      <a:accent6>
        <a:srgbClr val="5A5A5A"/>
      </a:accent6>
      <a:hlink>
        <a:srgbClr val="FFC9C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Dark Particles">
  <a:themeElements>
    <a:clrScheme name="Simple Light">
      <a:dk1>
        <a:srgbClr val="000000"/>
      </a:dk1>
      <a:lt1>
        <a:srgbClr val="FFFFFF"/>
      </a:lt1>
      <a:dk2>
        <a:srgbClr val="F5F5F5"/>
      </a:dk2>
      <a:lt2>
        <a:srgbClr val="323232"/>
      </a:lt2>
      <a:accent1>
        <a:srgbClr val="434343"/>
      </a:accent1>
      <a:accent2>
        <a:srgbClr val="252525"/>
      </a:accent2>
      <a:accent3>
        <a:srgbClr val="DEFF9A"/>
      </a:accent3>
      <a:accent4>
        <a:srgbClr val="DAFFDE"/>
      </a:accent4>
      <a:accent5>
        <a:srgbClr val="4CDC8B"/>
      </a:accent5>
      <a:accent6>
        <a:srgbClr val="4C7FDC"/>
      </a:accent6>
      <a:hlink>
        <a:srgbClr val="18181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