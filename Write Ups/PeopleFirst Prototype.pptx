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7" r:id="rId1"/>
    <p:sldMasterId id="2147483748" r:id="rId2"/>
    <p:sldMasterId id="2147483749" r:id="rId3"/>
  </p:sldMasterIdLst>
  <p:notesMasterIdLst>
    <p:notesMasterId r:id="rId3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 id="278" r:id="rId23"/>
    <p:sldId id="279" r:id="rId24"/>
    <p:sldId id="281" r:id="rId25"/>
    <p:sldId id="276" r:id="rId26"/>
    <p:sldId id="280" r:id="rId27"/>
    <p:sldId id="277" r:id="rId28"/>
    <p:sldId id="282" r:id="rId29"/>
    <p:sldId id="274" r:id="rId30"/>
  </p:sldIdLst>
  <p:sldSz cx="9144000" cy="5143500" type="screen16x9"/>
  <p:notesSz cx="6858000" cy="9144000"/>
  <p:embeddedFontLst>
    <p:embeddedFont>
      <p:font typeface="Instrument Sans" panose="020B0604020202020204" charset="0"/>
      <p:regular r:id="rId32"/>
      <p:bold r:id="rId33"/>
      <p:italic r:id="rId34"/>
      <p:boldItalic r:id="rId35"/>
    </p:embeddedFont>
    <p:embeddedFont>
      <p:font typeface="Instrument Sans Medium" panose="020B0604020202020204" charset="0"/>
      <p:regular r:id="rId36"/>
      <p:bold r:id="rId37"/>
      <p:italic r:id="rId38"/>
      <p:boldItalic r:id="rId39"/>
    </p:embeddedFont>
    <p:embeddedFont>
      <p:font typeface="Instrument Sans SemiBold" panose="020B0604020202020204"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Urbanist" panose="020B0604020202020204" charset="0"/>
      <p:regular r:id="rId48"/>
      <p:bold r:id="rId49"/>
      <p:italic r:id="rId50"/>
      <p:boldItalic r:id="rId51"/>
    </p:embeddedFont>
    <p:embeddedFont>
      <p:font typeface="Urbanist Medium" panose="020B0604020202020204" charset="0"/>
      <p:regular r:id="rId52"/>
      <p:bold r:id="rId53"/>
      <p:italic r:id="rId54"/>
      <p:boldItalic r:id="rId55"/>
    </p:embeddedFont>
    <p:embeddedFont>
      <p:font typeface="Urbanist SemiBold" panose="020B0604020202020204"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EBB834-6FB6-480E-8170-48CC61BC8D5D}">
  <a:tblStyle styleId="{39EBB834-6FB6-480E-8170-48CC61BC8D5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5E673AC-FE77-469F-A28B-C940286D229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2" d="100"/>
          <a:sy n="132" d="100"/>
        </p:scale>
        <p:origin x="132" y="22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font" Target="fonts/font19.fntdata"/><Relationship Id="rId55" Type="http://schemas.openxmlformats.org/officeDocument/2006/relationships/font" Target="fonts/font24.fntdata"/><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8" Type="http://schemas.openxmlformats.org/officeDocument/2006/relationships/font" Target="fonts/font27.fntdata"/><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font" Target="fonts/font25.fntdata"/><Relationship Id="rId8" Type="http://schemas.openxmlformats.org/officeDocument/2006/relationships/slide" Target="slides/slide5.xml"/><Relationship Id="rId51" Type="http://schemas.openxmlformats.org/officeDocument/2006/relationships/font" Target="fonts/font20.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font" Target="fonts/font28.fntdata"/><Relationship Id="rId20" Type="http://schemas.openxmlformats.org/officeDocument/2006/relationships/slide" Target="slides/slide17.xml"/><Relationship Id="rId41" Type="http://schemas.openxmlformats.org/officeDocument/2006/relationships/font" Target="fonts/font10.fntdata"/><Relationship Id="rId54" Type="http://schemas.openxmlformats.org/officeDocument/2006/relationships/font" Target="fonts/font23.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font" Target="fonts/font26.fntdata"/><Relationship Id="rId10" Type="http://schemas.openxmlformats.org/officeDocument/2006/relationships/slide" Target="slides/slide7.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68bdc8f0c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368bdc8f0c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368bdc8f0c5_0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368bdc8f0c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368bdc8f0c5_0_5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368bdc8f0c5_0_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68bdc8f0c5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5" name="Google Shape;1005;g368bdc8f0c5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368ca341015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368ca34101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39694de7cd4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39694de7cd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368bdc8f0c5_0_5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368bdc8f0c5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acb446b7fa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acb446b7f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39694de7cd4_2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39694de7cd4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0"/>
              </a:spcBef>
              <a:spcAft>
                <a:spcPts val="0"/>
              </a:spcAft>
              <a:buClr>
                <a:schemeClr val="dk1"/>
              </a:buClr>
              <a:buSzPts val="1000"/>
              <a:buAutoNum type="arabicParenR"/>
            </a:pPr>
            <a:r>
              <a:rPr lang="en" sz="1000">
                <a:solidFill>
                  <a:schemeClr val="dk1"/>
                </a:solidFill>
                <a:latin typeface="Urbanist"/>
                <a:ea typeface="Urbanist"/>
                <a:cs typeface="Urbanist"/>
                <a:sym typeface="Urbanist"/>
              </a:rPr>
              <a:t>The first step is a person becoming aware there is a problem in the first place, whether by themselves or through a friend or family member. For many students, this awareness comes through declining grades, persistent feelings of sadness or anxiety, changes in sleep patterns, or social withdrawal</a:t>
            </a:r>
            <a:endParaRPr sz="1000">
              <a:solidFill>
                <a:schemeClr val="dk1"/>
              </a:solidFill>
              <a:latin typeface="Urbanist"/>
              <a:ea typeface="Urbanist"/>
              <a:cs typeface="Urbanist"/>
              <a:sym typeface="Urbanist"/>
            </a:endParaRPr>
          </a:p>
          <a:p>
            <a:pPr marL="457200" lvl="0" indent="-292100" algn="l" rtl="0">
              <a:spcBef>
                <a:spcPts val="0"/>
              </a:spcBef>
              <a:spcAft>
                <a:spcPts val="0"/>
              </a:spcAft>
              <a:buClr>
                <a:schemeClr val="dk1"/>
              </a:buClr>
              <a:buSzPts val="1000"/>
              <a:buAutoNum type="arabicParenR"/>
            </a:pPr>
            <a:r>
              <a:rPr lang="en" sz="1000">
                <a:solidFill>
                  <a:schemeClr val="dk1"/>
                </a:solidFill>
                <a:latin typeface="Urbanist"/>
                <a:ea typeface="Urbanist"/>
                <a:cs typeface="Urbanist"/>
                <a:sym typeface="Urbanist"/>
              </a:rPr>
              <a:t>This stage involves overcoming significant barriers: fear of judgment, stigma about mental health treatment, uncertainty about whether their problem is "serious enough," financial concerns, and worry about confidentiality. Students must move from "I know something is wrong" to "I'm ready to do something about it"</a:t>
            </a:r>
            <a:endParaRPr sz="1000">
              <a:solidFill>
                <a:schemeClr val="dk1"/>
              </a:solidFill>
              <a:latin typeface="Urbanist"/>
              <a:ea typeface="Urbanist"/>
              <a:cs typeface="Urbanist"/>
              <a:sym typeface="Urbanist"/>
            </a:endParaRPr>
          </a:p>
          <a:p>
            <a:pPr marL="457200" lvl="0" indent="-292100" algn="l" rtl="0">
              <a:spcBef>
                <a:spcPts val="800"/>
              </a:spcBef>
              <a:spcAft>
                <a:spcPts val="0"/>
              </a:spcAft>
              <a:buClr>
                <a:schemeClr val="dk1"/>
              </a:buClr>
              <a:buSzPts val="1000"/>
              <a:buFont typeface="Urbanist"/>
              <a:buAutoNum type="arabicParenR"/>
            </a:pPr>
            <a:r>
              <a:rPr lang="en" sz="1000">
                <a:solidFill>
                  <a:schemeClr val="dk1"/>
                </a:solidFill>
                <a:latin typeface="Urbanist"/>
                <a:ea typeface="Urbanist"/>
                <a:cs typeface="Urbanist"/>
                <a:sym typeface="Urbanist"/>
              </a:rPr>
              <a:t>Resources such as therapy and counseling are, in many cases, appointment-based which can be months out from when the person is seeking assistance. Campus counseling centers are overwhelmed with wait times of 2-6 weeks or longer. When students muster the courage to seek help, being told to "wait" feels devastating. PeopleFirst eliminates this barrier through immediate, 24/7 mobile access. Students download the app and receive support within minutes—during late-night panic attacks or pre-exam stress. When students are ready for help, help is ready for them.</a:t>
            </a:r>
            <a:r>
              <a:rPr lang="en" sz="1000">
                <a:solidFill>
                  <a:schemeClr val="dk1"/>
                </a:solidFill>
                <a:highlight>
                  <a:schemeClr val="lt1"/>
                </a:highlight>
                <a:latin typeface="Urbanist"/>
                <a:ea typeface="Urbanist"/>
                <a:cs typeface="Urbanist"/>
                <a:sym typeface="Urbanist"/>
              </a:rPr>
              <a:t> </a:t>
            </a:r>
            <a:endParaRPr sz="1000">
              <a:solidFill>
                <a:schemeClr val="dk1"/>
              </a:solidFill>
              <a:highlight>
                <a:schemeClr val="lt1"/>
              </a:highlight>
              <a:latin typeface="Urbanist"/>
              <a:ea typeface="Urbanist"/>
              <a:cs typeface="Urbanist"/>
              <a:sym typeface="Urbanist"/>
            </a:endParaRPr>
          </a:p>
          <a:p>
            <a:pPr marL="457200" lvl="0" indent="-292100" algn="l" rtl="0">
              <a:spcBef>
                <a:spcPts val="0"/>
              </a:spcBef>
              <a:spcAft>
                <a:spcPts val="0"/>
              </a:spcAft>
              <a:buClr>
                <a:schemeClr val="dk1"/>
              </a:buClr>
              <a:buSzPts val="1000"/>
              <a:buFont typeface="Urbanist"/>
              <a:buAutoNum type="arabicParenR"/>
            </a:pPr>
            <a:r>
              <a:rPr lang="en" sz="1000">
                <a:solidFill>
                  <a:schemeClr val="dk1"/>
                </a:solidFill>
                <a:latin typeface="Urbanist"/>
                <a:ea typeface="Urbanist"/>
                <a:cs typeface="Urbanist"/>
                <a:sym typeface="Urbanist"/>
              </a:rPr>
              <a:t>One of the most vital steps for healing is first impressions. Once students access PeopleFirst, ensuring they feel comfortable is critical to creating a safe space where they can talk freely. Through PeopleFirst, students engage at their own comfort level using anonymous peer-support chat, AI-powered mood tracking, and community groups with peers facing similar challenges. When ready for professional help, students browse counselor profiles and select someone who feels right. The app transforms an intimidating first step into an empowering start to healing.</a:t>
            </a:r>
            <a:endParaRPr sz="1000">
              <a:solidFill>
                <a:schemeClr val="dk1"/>
              </a:solidFill>
              <a:latin typeface="Urbanist"/>
              <a:ea typeface="Urbanist"/>
              <a:cs typeface="Urbanist"/>
              <a:sym typeface="Urbanist"/>
            </a:endParaRPr>
          </a:p>
          <a:p>
            <a:pPr marL="457200" lvl="0" indent="-292100" algn="l" rtl="0">
              <a:spcBef>
                <a:spcPts val="0"/>
              </a:spcBef>
              <a:spcAft>
                <a:spcPts val="0"/>
              </a:spcAft>
              <a:buClr>
                <a:schemeClr val="dk1"/>
              </a:buClr>
              <a:buSzPts val="1000"/>
              <a:buFont typeface="Urbanist"/>
              <a:buAutoNum type="arabicParenR"/>
            </a:pPr>
            <a:r>
              <a:rPr lang="en" sz="1000">
                <a:solidFill>
                  <a:schemeClr val="dk1"/>
                </a:solidFill>
                <a:latin typeface="Urbanist"/>
                <a:ea typeface="Urbanist"/>
                <a:cs typeface="Urbanist"/>
                <a:sym typeface="Urbanist"/>
              </a:rPr>
              <a:t>The initial appointment may or may not encourage a person to seek further help depending on the interactions made. Through PeopleFirst, students maintain ongoing engagement with daily mood tracking, between-session access to peer chat and community groups, and flexible scheduling for counseling. The app sends gentle check-in reminders and provides personalized self-care resources, ensuring consistent support that keeps students engaged in their mental health.</a:t>
            </a:r>
            <a:endParaRPr sz="1000">
              <a:solidFill>
                <a:schemeClr val="dk1"/>
              </a:solidFill>
              <a:latin typeface="Urbanist"/>
              <a:ea typeface="Urbanist"/>
              <a:cs typeface="Urbanist"/>
              <a:sym typeface="Urbanist"/>
            </a:endParaRPr>
          </a:p>
          <a:p>
            <a:pPr marL="457200" lvl="0" indent="0" algn="l" rtl="0">
              <a:spcBef>
                <a:spcPts val="0"/>
              </a:spcBef>
              <a:spcAft>
                <a:spcPts val="0"/>
              </a:spcAft>
              <a:buClr>
                <a:schemeClr val="dk1"/>
              </a:buClr>
              <a:buSzPts val="1100"/>
              <a:buFont typeface="Arial"/>
              <a:buNone/>
            </a:pPr>
            <a:endParaRPr sz="1000">
              <a:solidFill>
                <a:schemeClr val="dk1"/>
              </a:solidFill>
              <a:highlight>
                <a:schemeClr val="lt1"/>
              </a:highlight>
              <a:latin typeface="Urbanist"/>
              <a:ea typeface="Urbanist"/>
              <a:cs typeface="Urbanist"/>
              <a:sym typeface="Urbanist"/>
            </a:endParaRPr>
          </a:p>
          <a:p>
            <a:pPr marL="457200" lvl="0" indent="0" algn="l" rtl="0">
              <a:spcBef>
                <a:spcPts val="0"/>
              </a:spcBef>
              <a:spcAft>
                <a:spcPts val="0"/>
              </a:spcAft>
              <a:buClr>
                <a:schemeClr val="dk1"/>
              </a:buClr>
              <a:buSzPts val="1100"/>
              <a:buFont typeface="Arial"/>
              <a:buNone/>
            </a:pPr>
            <a:endParaRPr sz="1000">
              <a:solidFill>
                <a:schemeClr val="dk1"/>
              </a:solidFill>
              <a:latin typeface="Urbanist"/>
              <a:ea typeface="Urbanist"/>
              <a:cs typeface="Urbanist"/>
              <a:sym typeface="Urbanist"/>
            </a:endParaRPr>
          </a:p>
          <a:p>
            <a:pPr marL="0" lvl="0" indent="0" algn="l" rtl="0">
              <a:spcBef>
                <a:spcPts val="800"/>
              </a:spcBef>
              <a:spcAft>
                <a:spcPts val="0"/>
              </a:spcAft>
              <a:buNone/>
            </a:pP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3af04f2a06b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3af04f2a06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3acb446b7fa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3acb446b7fa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acdcbf2523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3acdcbf2523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g3acb446b7fa_1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4" name="Google Shape;1144;g3acb446b7fa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3acb446b7fa_1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6" name="Google Shape;1166;g3acb446b7fa_1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g3acb446b7fa_1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5" name="Google Shape;1185;g3acb446b7fa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7"/>
        <p:cNvGrpSpPr/>
        <p:nvPr/>
      </p:nvGrpSpPr>
      <p:grpSpPr>
        <a:xfrm>
          <a:off x="0" y="0"/>
          <a:ext cx="0" cy="0"/>
          <a:chOff x="0" y="0"/>
          <a:chExt cx="0" cy="0"/>
        </a:xfrm>
      </p:grpSpPr>
      <p:sp>
        <p:nvSpPr>
          <p:cNvPr id="1198" name="Google Shape;1198;g386eea104e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9" name="Google Shape;1199;g386eea104e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3acb446b7fa_1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3acb446b7fa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3acb446b7fa_1_2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8" name="Google Shape;1218;g3acb446b7fa_1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g3acb446b7fa_1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6" name="Google Shape;1226;g3acb446b7fa_1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ALT 1">
  <p:cSld name="BLANK_4">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l="3134" t="16786" r="7835" b="8145"/>
          <a:stretch/>
        </p:blipFill>
        <p:spPr>
          <a:xfrm rot="10800000" flipH="1">
            <a:off x="0" y="-3474"/>
            <a:ext cx="9161550" cy="5154499"/>
          </a:xfrm>
          <a:prstGeom prst="rect">
            <a:avLst/>
          </a:prstGeom>
          <a:noFill/>
          <a:ln>
            <a:noFill/>
          </a:ln>
        </p:spPr>
      </p:pic>
      <p:sp>
        <p:nvSpPr>
          <p:cNvPr id="56" name="Google Shape;56;p14"/>
          <p:cNvSpPr/>
          <p:nvPr/>
        </p:nvSpPr>
        <p:spPr>
          <a:xfrm rot="10800000" flipH="1">
            <a:off x="0" y="4676700"/>
            <a:ext cx="9149700" cy="466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 name="Google Shape;57;p14"/>
          <p:cNvSpPr txBox="1">
            <a:spLocks noGrp="1"/>
          </p:cNvSpPr>
          <p:nvPr>
            <p:ph type="subTitle" idx="1"/>
          </p:nvPr>
        </p:nvSpPr>
        <p:spPr>
          <a:xfrm>
            <a:off x="228600" y="1738950"/>
            <a:ext cx="4402800" cy="2520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58" name="Google Shape;58;p14"/>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9" name="Google Shape;59;p14"/>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0" name="Google Shape;60;p14"/>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1" name="Google Shape;61;p1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3" name="Google Shape;63;p14"/>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64" name="Google Shape;64;p1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65" name="Google Shape;65;p14"/>
          <p:cNvSpPr txBox="1">
            <a:spLocks noGrp="1"/>
          </p:cNvSpPr>
          <p:nvPr>
            <p:ph type="subTitle" idx="5"/>
          </p:nvPr>
        </p:nvSpPr>
        <p:spPr>
          <a:xfrm>
            <a:off x="2970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6" name="Google Shape;66;p14"/>
          <p:cNvSpPr txBox="1">
            <a:spLocks noGrp="1"/>
          </p:cNvSpPr>
          <p:nvPr>
            <p:ph type="subTitle" idx="6"/>
          </p:nvPr>
        </p:nvSpPr>
        <p:spPr>
          <a:xfrm>
            <a:off x="17863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7" name="Google Shape;67;p14"/>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
        <p:nvSpPr>
          <p:cNvPr id="68" name="Google Shape;68;p14"/>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ALT 1">
  <p:cSld name="BLANK_1_1_2">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228600" y="395043"/>
            <a:ext cx="6480300" cy="587700"/>
          </a:xfrm>
          <a:prstGeom prst="rect">
            <a:avLst/>
          </a:prstGeom>
        </p:spPr>
        <p:txBody>
          <a:bodyPr spcFirstLastPara="1" wrap="square" lIns="0" tIns="0"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71" name="Google Shape;71;p15"/>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2" name="Google Shape;72;p15"/>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3" name="Google Shape;73;p15"/>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4" name="Google Shape;74;p15"/>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5" name="Google Shape;75;p1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values">
  <p:cSld name="BLANK_1_1_1_1">
    <p:spTree>
      <p:nvGrpSpPr>
        <p:cNvPr id="1" name="Shape 78"/>
        <p:cNvGrpSpPr/>
        <p:nvPr/>
      </p:nvGrpSpPr>
      <p:grpSpPr>
        <a:xfrm>
          <a:off x="0" y="0"/>
          <a:ext cx="0" cy="0"/>
          <a:chOff x="0" y="0"/>
          <a:chExt cx="0" cy="0"/>
        </a:xfrm>
      </p:grpSpPr>
      <p:sp>
        <p:nvSpPr>
          <p:cNvPr id="79" name="Google Shape;79;p16"/>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80" name="Google Shape;80;p16"/>
          <p:cNvSpPr txBox="1">
            <a:spLocks noGrp="1"/>
          </p:cNvSpPr>
          <p:nvPr>
            <p:ph type="title"/>
          </p:nvPr>
        </p:nvSpPr>
        <p:spPr>
          <a:xfrm>
            <a:off x="228600" y="613525"/>
            <a:ext cx="7223400" cy="4221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a:endParaRPr/>
          </a:p>
        </p:txBody>
      </p:sp>
      <p:sp>
        <p:nvSpPr>
          <p:cNvPr id="81" name="Google Shape;81;p16"/>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2" name="Google Shape;82;p16"/>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3" name="Google Shape;83;p16"/>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4" name="Google Shape;84;p1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87" name="Google Shape;87;p16"/>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8" name="Google Shape;88;p16"/>
          <p:cNvSpPr txBox="1">
            <a:spLocks noGrp="1"/>
          </p:cNvSpPr>
          <p:nvPr>
            <p:ph type="subTitle" idx="6"/>
          </p:nvPr>
        </p:nvSpPr>
        <p:spPr>
          <a:xfrm>
            <a:off x="3275850"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9" name="Google Shape;89;p16"/>
          <p:cNvSpPr txBox="1">
            <a:spLocks noGrp="1"/>
          </p:cNvSpPr>
          <p:nvPr>
            <p:ph type="subTitle" idx="7"/>
          </p:nvPr>
        </p:nvSpPr>
        <p:spPr>
          <a:xfrm>
            <a:off x="6215463"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90" name="Google Shape;90;p16"/>
          <p:cNvSpPr txBox="1">
            <a:spLocks noGrp="1"/>
          </p:cNvSpPr>
          <p:nvPr>
            <p:ph type="body" idx="8"/>
          </p:nvPr>
        </p:nvSpPr>
        <p:spPr>
          <a:xfrm>
            <a:off x="288575"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1" name="Google Shape;91;p16"/>
          <p:cNvSpPr txBox="1">
            <a:spLocks noGrp="1"/>
          </p:cNvSpPr>
          <p:nvPr>
            <p:ph type="body" idx="9"/>
          </p:nvPr>
        </p:nvSpPr>
        <p:spPr>
          <a:xfrm>
            <a:off x="6121413"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2" name="Google Shape;92;p16"/>
          <p:cNvSpPr txBox="1">
            <a:spLocks noGrp="1"/>
          </p:cNvSpPr>
          <p:nvPr>
            <p:ph type="body" idx="13"/>
          </p:nvPr>
        </p:nvSpPr>
        <p:spPr>
          <a:xfrm>
            <a:off x="3192450"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and image ALT 2">
  <p:cSld name="CUSTOM_3">
    <p:spTree>
      <p:nvGrpSpPr>
        <p:cNvPr id="1" name="Shape 93"/>
        <p:cNvGrpSpPr/>
        <p:nvPr/>
      </p:nvGrpSpPr>
      <p:grpSpPr>
        <a:xfrm>
          <a:off x="0" y="0"/>
          <a:ext cx="0" cy="0"/>
          <a:chOff x="0" y="0"/>
          <a:chExt cx="0" cy="0"/>
        </a:xfrm>
      </p:grpSpPr>
      <p:sp>
        <p:nvSpPr>
          <p:cNvPr id="94" name="Google Shape;94;p17"/>
          <p:cNvSpPr>
            <a:spLocks noGrp="1"/>
          </p:cNvSpPr>
          <p:nvPr>
            <p:ph type="pic" idx="2"/>
          </p:nvPr>
        </p:nvSpPr>
        <p:spPr>
          <a:xfrm>
            <a:off x="246150" y="237650"/>
            <a:ext cx="4196400" cy="4438200"/>
          </a:xfrm>
          <a:prstGeom prst="rect">
            <a:avLst/>
          </a:prstGeom>
          <a:noFill/>
          <a:ln>
            <a:noFill/>
          </a:ln>
        </p:spPr>
      </p:sp>
      <p:sp>
        <p:nvSpPr>
          <p:cNvPr id="95" name="Google Shape;95;p17"/>
          <p:cNvSpPr txBox="1">
            <a:spLocks noGrp="1"/>
          </p:cNvSpPr>
          <p:nvPr>
            <p:ph type="title"/>
          </p:nvPr>
        </p:nvSpPr>
        <p:spPr>
          <a:xfrm>
            <a:off x="4591800" y="304700"/>
            <a:ext cx="3861900" cy="19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6" name="Google Shape;96;p17"/>
          <p:cNvSpPr txBox="1">
            <a:spLocks noGrp="1"/>
          </p:cNvSpPr>
          <p:nvPr>
            <p:ph type="title" idx="3"/>
          </p:nvPr>
        </p:nvSpPr>
        <p:spPr>
          <a:xfrm>
            <a:off x="4591800" y="738425"/>
            <a:ext cx="4290000" cy="2051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7" name="Google Shape;97;p17"/>
          <p:cNvSpPr txBox="1">
            <a:spLocks noGrp="1"/>
          </p:cNvSpPr>
          <p:nvPr>
            <p:ph type="body" idx="1"/>
          </p:nvPr>
        </p:nvSpPr>
        <p:spPr>
          <a:xfrm>
            <a:off x="4618950" y="2205375"/>
            <a:ext cx="4290000" cy="16296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8" name="Google Shape;98;p17"/>
          <p:cNvSpPr txBox="1">
            <a:spLocks noGrp="1"/>
          </p:cNvSpPr>
          <p:nvPr>
            <p:ph type="subTitle" idx="4"/>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99" name="Google Shape;99;p17"/>
          <p:cNvSpPr txBox="1">
            <a:spLocks noGrp="1"/>
          </p:cNvSpPr>
          <p:nvPr>
            <p:ph type="subTitle" idx="5"/>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0" name="Google Shape;100;p17"/>
          <p:cNvSpPr txBox="1">
            <a:spLocks noGrp="1"/>
          </p:cNvSpPr>
          <p:nvPr>
            <p:ph type="subTitle" idx="6"/>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1" name="Google Shape;101;p1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w="9525" cap="flat" cmpd="sng">
            <a:solidFill>
              <a:schemeClr val="lt2"/>
            </a:solidFill>
            <a:prstDash val="solid"/>
            <a:round/>
            <a:headEnd type="none" w="med" len="med"/>
            <a:tailEnd type="none" w="med" len="med"/>
          </a:ln>
        </p:spPr>
      </p:cxnSp>
      <p:cxnSp>
        <p:nvCxnSpPr>
          <p:cNvPr id="104" name="Google Shape;104;p17"/>
          <p:cNvCxnSpPr/>
          <p:nvPr/>
        </p:nvCxnSpPr>
        <p:spPr>
          <a:xfrm>
            <a:off x="4444600" y="570000"/>
            <a:ext cx="4470900" cy="0"/>
          </a:xfrm>
          <a:prstGeom prst="straightConnector1">
            <a:avLst/>
          </a:prstGeom>
          <a:noFill/>
          <a:ln w="9525" cap="flat" cmpd="sng">
            <a:solidFill>
              <a:schemeClr val="lt2"/>
            </a:solidFill>
            <a:prstDash val="solid"/>
            <a:round/>
            <a:headEnd type="none" w="med" len="med"/>
            <a:tailEnd type="none" w="med" len="med"/>
          </a:ln>
        </p:spPr>
      </p:cxnSp>
      <p:cxnSp>
        <p:nvCxnSpPr>
          <p:cNvPr id="105" name="Google Shape;105;p17"/>
          <p:cNvCxnSpPr/>
          <p:nvPr/>
        </p:nvCxnSpPr>
        <p:spPr>
          <a:xfrm>
            <a:off x="4442500" y="226100"/>
            <a:ext cx="0" cy="4457700"/>
          </a:xfrm>
          <a:prstGeom prst="straightConnector1">
            <a:avLst/>
          </a:prstGeom>
          <a:noFill/>
          <a:ln w="9525" cap="flat" cmpd="sng">
            <a:solidFill>
              <a:schemeClr val="lt2"/>
            </a:solidFill>
            <a:prstDash val="solid"/>
            <a:round/>
            <a:headEnd type="none" w="med" len="med"/>
            <a:tailEnd type="none" w="med" len="med"/>
          </a:ln>
        </p:spPr>
      </p:cxnSp>
      <p:cxnSp>
        <p:nvCxnSpPr>
          <p:cNvPr id="106" name="Google Shape;106;p1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ALT 1">
  <p:cSld name="BLANK_1_1_1_1_3">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228600" y="613525"/>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09" name="Google Shape;109;p18"/>
          <p:cNvSpPr>
            <a:spLocks noGrp="1"/>
          </p:cNvSpPr>
          <p:nvPr>
            <p:ph type="pic" idx="2"/>
          </p:nvPr>
        </p:nvSpPr>
        <p:spPr>
          <a:xfrm>
            <a:off x="4523050" y="737975"/>
            <a:ext cx="2164800" cy="1350300"/>
          </a:xfrm>
          <a:prstGeom prst="roundRect">
            <a:avLst>
              <a:gd name="adj" fmla="val 7802"/>
            </a:avLst>
          </a:prstGeom>
          <a:noFill/>
          <a:ln w="9525" cap="flat" cmpd="sng">
            <a:solidFill>
              <a:schemeClr val="accent1"/>
            </a:solidFill>
            <a:prstDash val="solid"/>
            <a:round/>
            <a:headEnd type="none" w="sm" len="sm"/>
            <a:tailEnd type="none" w="sm" len="sm"/>
          </a:ln>
        </p:spPr>
        <p:txBody>
          <a:bodyPr/>
          <a:lstStyle/>
          <a:p>
            <a:endParaRPr lang="en-US"/>
          </a:p>
        </p:txBody>
      </p:sp>
      <p:sp>
        <p:nvSpPr>
          <p:cNvPr id="110" name="Google Shape;110;p18"/>
          <p:cNvSpPr>
            <a:spLocks noGrp="1"/>
          </p:cNvSpPr>
          <p:nvPr>
            <p:ph type="pic" idx="3"/>
          </p:nvPr>
        </p:nvSpPr>
        <p:spPr>
          <a:xfrm>
            <a:off x="6752100" y="737775"/>
            <a:ext cx="2164800" cy="1350300"/>
          </a:xfrm>
          <a:prstGeom prst="roundRect">
            <a:avLst>
              <a:gd name="adj" fmla="val 7802"/>
            </a:avLst>
          </a:prstGeom>
          <a:noFill/>
          <a:ln w="9525" cap="flat" cmpd="sng">
            <a:solidFill>
              <a:schemeClr val="accent1"/>
            </a:solidFill>
            <a:prstDash val="solid"/>
            <a:round/>
            <a:headEnd type="none" w="sm" len="sm"/>
            <a:tailEnd type="none" w="sm" len="sm"/>
          </a:ln>
        </p:spPr>
        <p:txBody>
          <a:bodyPr/>
          <a:lstStyle/>
          <a:p>
            <a:endParaRPr lang="en-US"/>
          </a:p>
        </p:txBody>
      </p:sp>
      <p:sp>
        <p:nvSpPr>
          <p:cNvPr id="111" name="Google Shape;111;p18"/>
          <p:cNvSpPr>
            <a:spLocks noGrp="1"/>
          </p:cNvSpPr>
          <p:nvPr>
            <p:ph type="pic" idx="4"/>
          </p:nvPr>
        </p:nvSpPr>
        <p:spPr>
          <a:xfrm>
            <a:off x="4523050" y="2158000"/>
            <a:ext cx="4394100" cy="2282700"/>
          </a:xfrm>
          <a:prstGeom prst="roundRect">
            <a:avLst>
              <a:gd name="adj" fmla="val 6108"/>
            </a:avLst>
          </a:prstGeom>
          <a:noFill/>
          <a:ln w="9525" cap="flat" cmpd="sng">
            <a:solidFill>
              <a:schemeClr val="accent1"/>
            </a:solidFill>
            <a:prstDash val="solid"/>
            <a:round/>
            <a:headEnd type="none" w="sm" len="sm"/>
            <a:tailEnd type="none" w="sm" len="sm"/>
          </a:ln>
        </p:spPr>
        <p:txBody>
          <a:bodyPr/>
          <a:lstStyle/>
          <a:p>
            <a:endParaRPr lang="en-US"/>
          </a:p>
        </p:txBody>
      </p:sp>
      <p:sp>
        <p:nvSpPr>
          <p:cNvPr id="112" name="Google Shape;112;p18"/>
          <p:cNvSpPr txBox="1">
            <a:spLocks noGrp="1"/>
          </p:cNvSpPr>
          <p:nvPr>
            <p:ph type="body" idx="1"/>
          </p:nvPr>
        </p:nvSpPr>
        <p:spPr>
          <a:xfrm>
            <a:off x="233850" y="3127075"/>
            <a:ext cx="2920800" cy="1313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13" name="Google Shape;113;p18"/>
          <p:cNvSpPr txBox="1">
            <a:spLocks noGrp="1"/>
          </p:cNvSpPr>
          <p:nvPr>
            <p:ph type="subTitle" idx="5"/>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4" name="Google Shape;114;p18"/>
          <p:cNvSpPr txBox="1">
            <a:spLocks noGrp="1"/>
          </p:cNvSpPr>
          <p:nvPr>
            <p:ph type="subTitle" idx="6"/>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5" name="Google Shape;115;p18"/>
          <p:cNvSpPr txBox="1">
            <a:spLocks noGrp="1"/>
          </p:cNvSpPr>
          <p:nvPr>
            <p:ph type="subTitle" idx="7"/>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6" name="Google Shape;116;p1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8" name="Google Shape;118;p18"/>
          <p:cNvSpPr txBox="1">
            <a:spLocks noGrp="1"/>
          </p:cNvSpPr>
          <p:nvPr>
            <p:ph type="subTitle" idx="8"/>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cxnSp>
        <p:nvCxnSpPr>
          <p:cNvPr id="119" name="Google Shape;119;p1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 ALT 1">
  <p:cSld name="BLANK_1_1_1_1_2">
    <p:spTree>
      <p:nvGrpSpPr>
        <p:cNvPr id="1"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r="15469" b="14588"/>
          <a:stretch/>
        </p:blipFill>
        <p:spPr>
          <a:xfrm>
            <a:off x="25" y="1172500"/>
            <a:ext cx="5181349" cy="3493250"/>
          </a:xfrm>
          <a:prstGeom prst="rect">
            <a:avLst/>
          </a:prstGeom>
          <a:noFill/>
          <a:ln>
            <a:noFill/>
          </a:ln>
        </p:spPr>
      </p:pic>
      <p:sp>
        <p:nvSpPr>
          <p:cNvPr id="122" name="Google Shape;122;p1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3" name="Google Shape;123;p1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4" name="Google Shape;124;p1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5" name="Google Shape;125;p19"/>
          <p:cNvSpPr txBox="1">
            <a:spLocks noGrp="1"/>
          </p:cNvSpPr>
          <p:nvPr>
            <p:ph type="title"/>
          </p:nvPr>
        </p:nvSpPr>
        <p:spPr>
          <a:xfrm>
            <a:off x="277500" y="22860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cxnSp>
        <p:nvCxnSpPr>
          <p:cNvPr id="126" name="Google Shape;126;p1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27" name="Google Shape;127;p19"/>
          <p:cNvSpPr txBox="1">
            <a:spLocks noGrp="1"/>
          </p:cNvSpPr>
          <p:nvPr>
            <p:ph type="subTitle" idx="4"/>
          </p:nvPr>
        </p:nvSpPr>
        <p:spPr>
          <a:xfrm>
            <a:off x="4744575" y="38715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8" name="Google Shape;128;p19"/>
          <p:cNvSpPr txBox="1">
            <a:spLocks noGrp="1"/>
          </p:cNvSpPr>
          <p:nvPr>
            <p:ph type="subTitle" idx="5"/>
          </p:nvPr>
        </p:nvSpPr>
        <p:spPr>
          <a:xfrm>
            <a:off x="4744575" y="1066588"/>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9" name="Google Shape;129;p19"/>
          <p:cNvSpPr txBox="1">
            <a:spLocks noGrp="1"/>
          </p:cNvSpPr>
          <p:nvPr>
            <p:ph type="subTitle" idx="6"/>
          </p:nvPr>
        </p:nvSpPr>
        <p:spPr>
          <a:xfrm>
            <a:off x="4744575" y="174270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0" name="Google Shape;130;p19"/>
          <p:cNvSpPr txBox="1">
            <a:spLocks noGrp="1"/>
          </p:cNvSpPr>
          <p:nvPr>
            <p:ph type="subTitle" idx="7"/>
          </p:nvPr>
        </p:nvSpPr>
        <p:spPr>
          <a:xfrm>
            <a:off x="4744575" y="2420513"/>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1" name="Google Shape;131;p19"/>
          <p:cNvSpPr txBox="1">
            <a:spLocks noGrp="1"/>
          </p:cNvSpPr>
          <p:nvPr>
            <p:ph type="subTitle" idx="8"/>
          </p:nvPr>
        </p:nvSpPr>
        <p:spPr>
          <a:xfrm>
            <a:off x="4744575" y="30982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2" name="Google Shape;132;p19"/>
          <p:cNvSpPr txBox="1">
            <a:spLocks noGrp="1"/>
          </p:cNvSpPr>
          <p:nvPr>
            <p:ph type="subTitle" idx="9"/>
          </p:nvPr>
        </p:nvSpPr>
        <p:spPr>
          <a:xfrm>
            <a:off x="4744575" y="37760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3" name="Google Shape;133;p19"/>
          <p:cNvSpPr txBox="1">
            <a:spLocks noGrp="1"/>
          </p:cNvSpPr>
          <p:nvPr>
            <p:ph type="subTitle" idx="13"/>
          </p:nvPr>
        </p:nvSpPr>
        <p:spPr>
          <a:xfrm>
            <a:off x="5067075" y="3871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4" name="Google Shape;134;p19"/>
          <p:cNvSpPr txBox="1">
            <a:spLocks noGrp="1"/>
          </p:cNvSpPr>
          <p:nvPr>
            <p:ph type="subTitle" idx="14"/>
          </p:nvPr>
        </p:nvSpPr>
        <p:spPr>
          <a:xfrm>
            <a:off x="5067075" y="10615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5" name="Google Shape;135;p19"/>
          <p:cNvSpPr txBox="1">
            <a:spLocks noGrp="1"/>
          </p:cNvSpPr>
          <p:nvPr>
            <p:ph type="subTitle" idx="15"/>
          </p:nvPr>
        </p:nvSpPr>
        <p:spPr>
          <a:xfrm>
            <a:off x="5067075" y="17393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6" name="Google Shape;136;p19"/>
          <p:cNvSpPr txBox="1">
            <a:spLocks noGrp="1"/>
          </p:cNvSpPr>
          <p:nvPr>
            <p:ph type="subTitle" idx="16"/>
          </p:nvPr>
        </p:nvSpPr>
        <p:spPr>
          <a:xfrm>
            <a:off x="5067075" y="242410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7" name="Google Shape;137;p19"/>
          <p:cNvSpPr txBox="1">
            <a:spLocks noGrp="1"/>
          </p:cNvSpPr>
          <p:nvPr>
            <p:ph type="subTitle" idx="17"/>
          </p:nvPr>
        </p:nvSpPr>
        <p:spPr>
          <a:xfrm>
            <a:off x="5067075" y="309493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8" name="Google Shape;138;p19"/>
          <p:cNvSpPr txBox="1">
            <a:spLocks noGrp="1"/>
          </p:cNvSpPr>
          <p:nvPr>
            <p:ph type="subTitle" idx="18"/>
          </p:nvPr>
        </p:nvSpPr>
        <p:spPr>
          <a:xfrm>
            <a:off x="5067075" y="37657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9" name="Google Shape;139;p1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images">
  <p:cSld name="BLANK_1_1_1_1_2_1">
    <p:spTree>
      <p:nvGrpSpPr>
        <p:cNvPr id="1" name="Shape 141"/>
        <p:cNvGrpSpPr/>
        <p:nvPr/>
      </p:nvGrpSpPr>
      <p:grpSpPr>
        <a:xfrm>
          <a:off x="0" y="0"/>
          <a:ext cx="0" cy="0"/>
          <a:chOff x="0" y="0"/>
          <a:chExt cx="0" cy="0"/>
        </a:xfrm>
      </p:grpSpPr>
      <p:sp>
        <p:nvSpPr>
          <p:cNvPr id="142" name="Google Shape;142;p20"/>
          <p:cNvSpPr>
            <a:spLocks noGrp="1"/>
          </p:cNvSpPr>
          <p:nvPr>
            <p:ph type="pic" idx="2"/>
          </p:nvPr>
        </p:nvSpPr>
        <p:spPr>
          <a:xfrm>
            <a:off x="4618950" y="228600"/>
            <a:ext cx="1370400" cy="1357500"/>
          </a:xfrm>
          <a:prstGeom prst="roundRect">
            <a:avLst>
              <a:gd name="adj" fmla="val 16935"/>
            </a:avLst>
          </a:prstGeom>
          <a:noFill/>
          <a:ln>
            <a:noFill/>
          </a:ln>
        </p:spPr>
        <p:txBody>
          <a:bodyPr/>
          <a:lstStyle/>
          <a:p>
            <a:endParaRPr lang="en-US"/>
          </a:p>
        </p:txBody>
      </p:sp>
      <p:sp>
        <p:nvSpPr>
          <p:cNvPr id="143" name="Google Shape;143;p20"/>
          <p:cNvSpPr txBox="1">
            <a:spLocks noGrp="1"/>
          </p:cNvSpPr>
          <p:nvPr>
            <p:ph type="subTitle" idx="1"/>
          </p:nvPr>
        </p:nvSpPr>
        <p:spPr>
          <a:xfrm>
            <a:off x="4619000" y="1702322"/>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44" name="Google Shape;144;p20"/>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5" name="Google Shape;145;p20"/>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6" name="Google Shape;146;p20"/>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7" name="Google Shape;147;p20"/>
          <p:cNvSpPr txBox="1">
            <a:spLocks noGrp="1"/>
          </p:cNvSpPr>
          <p:nvPr>
            <p:ph type="title"/>
          </p:nvPr>
        </p:nvSpPr>
        <p:spPr>
          <a:xfrm>
            <a:off x="228600" y="23475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48" name="Google Shape;148;p20"/>
          <p:cNvSpPr txBox="1">
            <a:spLocks noGrp="1"/>
          </p:cNvSpPr>
          <p:nvPr>
            <p:ph type="subTitle" idx="6"/>
          </p:nvPr>
        </p:nvSpPr>
        <p:spPr>
          <a:xfrm>
            <a:off x="46190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49" name="Google Shape;149;p20"/>
          <p:cNvSpPr>
            <a:spLocks noGrp="1"/>
          </p:cNvSpPr>
          <p:nvPr>
            <p:ph type="pic" idx="7"/>
          </p:nvPr>
        </p:nvSpPr>
        <p:spPr>
          <a:xfrm>
            <a:off x="6080700" y="228600"/>
            <a:ext cx="1370400" cy="1357500"/>
          </a:xfrm>
          <a:prstGeom prst="roundRect">
            <a:avLst>
              <a:gd name="adj" fmla="val 16935"/>
            </a:avLst>
          </a:prstGeom>
          <a:noFill/>
          <a:ln>
            <a:noFill/>
          </a:ln>
        </p:spPr>
        <p:txBody>
          <a:bodyPr/>
          <a:lstStyle/>
          <a:p>
            <a:endParaRPr lang="en-US"/>
          </a:p>
        </p:txBody>
      </p:sp>
      <p:sp>
        <p:nvSpPr>
          <p:cNvPr id="150" name="Google Shape;150;p20"/>
          <p:cNvSpPr txBox="1">
            <a:spLocks noGrp="1"/>
          </p:cNvSpPr>
          <p:nvPr>
            <p:ph type="subTitle" idx="8"/>
          </p:nvPr>
        </p:nvSpPr>
        <p:spPr>
          <a:xfrm>
            <a:off x="608075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1" name="Google Shape;151;p20"/>
          <p:cNvSpPr txBox="1">
            <a:spLocks noGrp="1"/>
          </p:cNvSpPr>
          <p:nvPr>
            <p:ph type="subTitle" idx="9"/>
          </p:nvPr>
        </p:nvSpPr>
        <p:spPr>
          <a:xfrm>
            <a:off x="608075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2" name="Google Shape;152;p20"/>
          <p:cNvSpPr>
            <a:spLocks noGrp="1"/>
          </p:cNvSpPr>
          <p:nvPr>
            <p:ph type="pic" idx="13"/>
          </p:nvPr>
        </p:nvSpPr>
        <p:spPr>
          <a:xfrm>
            <a:off x="7542450" y="228600"/>
            <a:ext cx="1370400" cy="1357500"/>
          </a:xfrm>
          <a:prstGeom prst="roundRect">
            <a:avLst>
              <a:gd name="adj" fmla="val 16935"/>
            </a:avLst>
          </a:prstGeom>
          <a:noFill/>
          <a:ln>
            <a:noFill/>
          </a:ln>
        </p:spPr>
        <p:txBody>
          <a:bodyPr/>
          <a:lstStyle/>
          <a:p>
            <a:endParaRPr lang="en-US"/>
          </a:p>
        </p:txBody>
      </p:sp>
      <p:sp>
        <p:nvSpPr>
          <p:cNvPr id="153" name="Google Shape;153;p20"/>
          <p:cNvSpPr txBox="1">
            <a:spLocks noGrp="1"/>
          </p:cNvSpPr>
          <p:nvPr>
            <p:ph type="subTitle" idx="14"/>
          </p:nvPr>
        </p:nvSpPr>
        <p:spPr>
          <a:xfrm>
            <a:off x="754250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4" name="Google Shape;154;p20"/>
          <p:cNvSpPr txBox="1">
            <a:spLocks noGrp="1"/>
          </p:cNvSpPr>
          <p:nvPr>
            <p:ph type="subTitle" idx="15"/>
          </p:nvPr>
        </p:nvSpPr>
        <p:spPr>
          <a:xfrm>
            <a:off x="75425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5" name="Google Shape;155;p20"/>
          <p:cNvSpPr>
            <a:spLocks noGrp="1"/>
          </p:cNvSpPr>
          <p:nvPr>
            <p:ph type="pic" idx="16"/>
          </p:nvPr>
        </p:nvSpPr>
        <p:spPr>
          <a:xfrm>
            <a:off x="4618950" y="2295725"/>
            <a:ext cx="1370400" cy="1357500"/>
          </a:xfrm>
          <a:prstGeom prst="roundRect">
            <a:avLst>
              <a:gd name="adj" fmla="val 16935"/>
            </a:avLst>
          </a:prstGeom>
          <a:noFill/>
          <a:ln>
            <a:noFill/>
          </a:ln>
        </p:spPr>
        <p:txBody>
          <a:bodyPr/>
          <a:lstStyle/>
          <a:p>
            <a:endParaRPr lang="en-US"/>
          </a:p>
        </p:txBody>
      </p:sp>
      <p:sp>
        <p:nvSpPr>
          <p:cNvPr id="156" name="Google Shape;156;p20"/>
          <p:cNvSpPr txBox="1">
            <a:spLocks noGrp="1"/>
          </p:cNvSpPr>
          <p:nvPr>
            <p:ph type="subTitle" idx="17"/>
          </p:nvPr>
        </p:nvSpPr>
        <p:spPr>
          <a:xfrm>
            <a:off x="46190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7" name="Google Shape;157;p20"/>
          <p:cNvSpPr txBox="1">
            <a:spLocks noGrp="1"/>
          </p:cNvSpPr>
          <p:nvPr>
            <p:ph type="subTitle" idx="18"/>
          </p:nvPr>
        </p:nvSpPr>
        <p:spPr>
          <a:xfrm>
            <a:off x="46190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8" name="Google Shape;158;p20"/>
          <p:cNvSpPr>
            <a:spLocks noGrp="1"/>
          </p:cNvSpPr>
          <p:nvPr>
            <p:ph type="pic" idx="19"/>
          </p:nvPr>
        </p:nvSpPr>
        <p:spPr>
          <a:xfrm>
            <a:off x="6080700" y="2295725"/>
            <a:ext cx="1370400" cy="1357500"/>
          </a:xfrm>
          <a:prstGeom prst="roundRect">
            <a:avLst>
              <a:gd name="adj" fmla="val 16935"/>
            </a:avLst>
          </a:prstGeom>
          <a:noFill/>
          <a:ln>
            <a:noFill/>
          </a:ln>
        </p:spPr>
        <p:txBody>
          <a:bodyPr/>
          <a:lstStyle/>
          <a:p>
            <a:endParaRPr lang="en-US"/>
          </a:p>
        </p:txBody>
      </p:sp>
      <p:sp>
        <p:nvSpPr>
          <p:cNvPr id="159" name="Google Shape;159;p20"/>
          <p:cNvSpPr txBox="1">
            <a:spLocks noGrp="1"/>
          </p:cNvSpPr>
          <p:nvPr>
            <p:ph type="subTitle" idx="20"/>
          </p:nvPr>
        </p:nvSpPr>
        <p:spPr>
          <a:xfrm>
            <a:off x="6080750" y="3769447"/>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0" name="Google Shape;160;p20"/>
          <p:cNvSpPr txBox="1">
            <a:spLocks noGrp="1"/>
          </p:cNvSpPr>
          <p:nvPr>
            <p:ph type="subTitle" idx="21"/>
          </p:nvPr>
        </p:nvSpPr>
        <p:spPr>
          <a:xfrm>
            <a:off x="608075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61" name="Google Shape;161;p20"/>
          <p:cNvSpPr>
            <a:spLocks noGrp="1"/>
          </p:cNvSpPr>
          <p:nvPr>
            <p:ph type="pic" idx="22"/>
          </p:nvPr>
        </p:nvSpPr>
        <p:spPr>
          <a:xfrm>
            <a:off x="7542450" y="2295725"/>
            <a:ext cx="1370400" cy="1357500"/>
          </a:xfrm>
          <a:prstGeom prst="roundRect">
            <a:avLst>
              <a:gd name="adj" fmla="val 16935"/>
            </a:avLst>
          </a:prstGeom>
          <a:noFill/>
          <a:ln>
            <a:noFill/>
          </a:ln>
        </p:spPr>
        <p:txBody>
          <a:bodyPr/>
          <a:lstStyle/>
          <a:p>
            <a:endParaRPr lang="en-US"/>
          </a:p>
        </p:txBody>
      </p:sp>
      <p:sp>
        <p:nvSpPr>
          <p:cNvPr id="162" name="Google Shape;162;p20"/>
          <p:cNvSpPr txBox="1">
            <a:spLocks noGrp="1"/>
          </p:cNvSpPr>
          <p:nvPr>
            <p:ph type="subTitle" idx="23"/>
          </p:nvPr>
        </p:nvSpPr>
        <p:spPr>
          <a:xfrm>
            <a:off x="75425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3" name="Google Shape;163;p20"/>
          <p:cNvSpPr txBox="1">
            <a:spLocks noGrp="1"/>
          </p:cNvSpPr>
          <p:nvPr>
            <p:ph type="subTitle" idx="24"/>
          </p:nvPr>
        </p:nvSpPr>
        <p:spPr>
          <a:xfrm>
            <a:off x="75425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cxnSp>
        <p:nvCxnSpPr>
          <p:cNvPr id="164" name="Google Shape;164;p2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65" name="Google Shape;165;p2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ALT 2">
  <p:cSld name="BLANK_1_1_1_1_1_1">
    <p:spTree>
      <p:nvGrpSpPr>
        <p:cNvPr id="1" name="Shape 167"/>
        <p:cNvGrpSpPr/>
        <p:nvPr/>
      </p:nvGrpSpPr>
      <p:grpSpPr>
        <a:xfrm>
          <a:off x="0" y="0"/>
          <a:ext cx="0" cy="0"/>
          <a:chOff x="0" y="0"/>
          <a:chExt cx="0" cy="0"/>
        </a:xfrm>
      </p:grpSpPr>
      <p:sp>
        <p:nvSpPr>
          <p:cNvPr id="168" name="Google Shape;168;p21"/>
          <p:cNvSpPr>
            <a:spLocks noGrp="1"/>
          </p:cNvSpPr>
          <p:nvPr>
            <p:ph type="pic" idx="2"/>
          </p:nvPr>
        </p:nvSpPr>
        <p:spPr>
          <a:xfrm>
            <a:off x="9425" y="-3075"/>
            <a:ext cx="9144000" cy="4641000"/>
          </a:xfrm>
          <a:prstGeom prst="rect">
            <a:avLst/>
          </a:prstGeom>
          <a:noFill/>
          <a:ln>
            <a:noFill/>
          </a:ln>
        </p:spPr>
        <p:txBody>
          <a:bodyPr/>
          <a:lstStyle/>
          <a:p>
            <a:endParaRPr lang="en-US"/>
          </a:p>
        </p:txBody>
      </p:sp>
      <p:sp>
        <p:nvSpPr>
          <p:cNvPr id="169" name="Google Shape;169;p21"/>
          <p:cNvSpPr txBox="1">
            <a:spLocks noGrp="1"/>
          </p:cNvSpPr>
          <p:nvPr>
            <p:ph type="title"/>
          </p:nvPr>
        </p:nvSpPr>
        <p:spPr>
          <a:xfrm>
            <a:off x="234125" y="3337800"/>
            <a:ext cx="8574600" cy="1114800"/>
          </a:xfrm>
          <a:prstGeom prst="rect">
            <a:avLst/>
          </a:prstGeom>
        </p:spPr>
        <p:txBody>
          <a:bodyPr spcFirstLastPara="1" wrap="square" lIns="0" tIns="0" rIns="0" bIns="0" anchor="b" anchorCtr="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170" name="Google Shape;170;p21"/>
          <p:cNvSpPr txBox="1">
            <a:spLocks noGrp="1"/>
          </p:cNvSpPr>
          <p:nvPr>
            <p:ph type="subTitle" idx="1"/>
          </p:nvPr>
        </p:nvSpPr>
        <p:spPr>
          <a:xfrm>
            <a:off x="228600" y="228600"/>
            <a:ext cx="28701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171" name="Google Shape;171;p21"/>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2" name="Google Shape;172;p21"/>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3" name="Google Shape;173;p21"/>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174" name="Google Shape;174;p2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75" name="Google Shape;175;p2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rds w/ images">
  <p:cSld name="BLANK_1_1_1_1_1_1_1_1_1_1_3">
    <p:spTree>
      <p:nvGrpSpPr>
        <p:cNvPr id="1" name="Shape 177"/>
        <p:cNvGrpSpPr/>
        <p:nvPr/>
      </p:nvGrpSpPr>
      <p:grpSpPr>
        <a:xfrm>
          <a:off x="0" y="0"/>
          <a:ext cx="0" cy="0"/>
          <a:chOff x="0" y="0"/>
          <a:chExt cx="0" cy="0"/>
        </a:xfrm>
      </p:grpSpPr>
      <p:sp>
        <p:nvSpPr>
          <p:cNvPr id="178" name="Google Shape;178;p22"/>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9" name="Google Shape;179;p22"/>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80" name="Google Shape;180;p22"/>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22"/>
              <p:cNvCxnSpPr/>
              <p:nvPr/>
            </p:nvCxnSpPr>
            <p:spPr>
              <a:xfrm flipH="1">
                <a:off x="601325" y="2069800"/>
                <a:ext cx="102600" cy="102600"/>
              </a:xfrm>
              <a:prstGeom prst="straightConnector1">
                <a:avLst/>
              </a:prstGeom>
              <a:noFill/>
              <a:ln w="9525" cap="flat" cmpd="sng">
                <a:solidFill>
                  <a:schemeClr val="dk1"/>
                </a:solidFill>
                <a:prstDash val="solid"/>
                <a:round/>
                <a:headEnd type="none" w="med" len="med"/>
                <a:tailEnd type="none" w="med" len="med"/>
              </a:ln>
            </p:spPr>
          </p:cxnSp>
        </p:grpSp>
      </p:grpSp>
      <p:sp>
        <p:nvSpPr>
          <p:cNvPr id="186" name="Google Shape;186;p22"/>
          <p:cNvSpPr>
            <a:spLocks noGrp="1"/>
          </p:cNvSpPr>
          <p:nvPr>
            <p:ph type="pic" idx="4"/>
          </p:nvPr>
        </p:nvSpPr>
        <p:spPr>
          <a:xfrm>
            <a:off x="426700" y="1896600"/>
            <a:ext cx="665400" cy="685500"/>
          </a:xfrm>
          <a:prstGeom prst="roundRect">
            <a:avLst>
              <a:gd name="adj" fmla="val 17601"/>
            </a:avLst>
          </a:prstGeom>
          <a:noFill/>
          <a:ln>
            <a:noFill/>
          </a:ln>
        </p:spPr>
        <p:txBody>
          <a:bodyPr/>
          <a:lstStyle/>
          <a:p>
            <a:endParaRPr lang="en-US"/>
          </a:p>
        </p:txBody>
      </p:sp>
      <p:sp>
        <p:nvSpPr>
          <p:cNvPr id="187" name="Google Shape;187;p22"/>
          <p:cNvSpPr txBox="1">
            <a:spLocks noGrp="1"/>
          </p:cNvSpPr>
          <p:nvPr>
            <p:ph type="subTitle" idx="5"/>
          </p:nvPr>
        </p:nvSpPr>
        <p:spPr>
          <a:xfrm>
            <a:off x="426700" y="2708802"/>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88" name="Google Shape;188;p22"/>
          <p:cNvSpPr txBox="1">
            <a:spLocks noGrp="1"/>
          </p:cNvSpPr>
          <p:nvPr>
            <p:ph type="subTitle" idx="6"/>
          </p:nvPr>
        </p:nvSpPr>
        <p:spPr>
          <a:xfrm>
            <a:off x="4267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89" name="Google Shape;189;p22"/>
          <p:cNvSpPr txBox="1">
            <a:spLocks noGrp="1"/>
          </p:cNvSpPr>
          <p:nvPr>
            <p:ph type="body" idx="7"/>
          </p:nvPr>
        </p:nvSpPr>
        <p:spPr>
          <a:xfrm>
            <a:off x="4267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0" name="Google Shape;190;p22"/>
          <p:cNvSpPr>
            <a:spLocks noGrp="1"/>
          </p:cNvSpPr>
          <p:nvPr>
            <p:ph type="pic" idx="8"/>
          </p:nvPr>
        </p:nvSpPr>
        <p:spPr>
          <a:xfrm>
            <a:off x="2621800" y="1896600"/>
            <a:ext cx="665400" cy="685500"/>
          </a:xfrm>
          <a:prstGeom prst="roundRect">
            <a:avLst>
              <a:gd name="adj" fmla="val 17601"/>
            </a:avLst>
          </a:prstGeom>
          <a:noFill/>
          <a:ln>
            <a:noFill/>
          </a:ln>
        </p:spPr>
        <p:txBody>
          <a:bodyPr/>
          <a:lstStyle/>
          <a:p>
            <a:endParaRPr lang="en-US"/>
          </a:p>
        </p:txBody>
      </p:sp>
      <p:sp>
        <p:nvSpPr>
          <p:cNvPr id="191" name="Google Shape;191;p22"/>
          <p:cNvSpPr txBox="1">
            <a:spLocks noGrp="1"/>
          </p:cNvSpPr>
          <p:nvPr>
            <p:ph type="subTitle" idx="9"/>
          </p:nvPr>
        </p:nvSpPr>
        <p:spPr>
          <a:xfrm>
            <a:off x="26218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2" name="Google Shape;192;p22"/>
          <p:cNvSpPr txBox="1">
            <a:spLocks noGrp="1"/>
          </p:cNvSpPr>
          <p:nvPr>
            <p:ph type="subTitle" idx="13"/>
          </p:nvPr>
        </p:nvSpPr>
        <p:spPr>
          <a:xfrm>
            <a:off x="2621800" y="2936075"/>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3" name="Google Shape;193;p22"/>
          <p:cNvSpPr txBox="1">
            <a:spLocks noGrp="1"/>
          </p:cNvSpPr>
          <p:nvPr>
            <p:ph type="body" idx="14"/>
          </p:nvPr>
        </p:nvSpPr>
        <p:spPr>
          <a:xfrm>
            <a:off x="2621800" y="3251425"/>
            <a:ext cx="17058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4" name="Google Shape;194;p22"/>
          <p:cNvSpPr>
            <a:spLocks noGrp="1"/>
          </p:cNvSpPr>
          <p:nvPr>
            <p:ph type="pic" idx="15"/>
          </p:nvPr>
        </p:nvSpPr>
        <p:spPr>
          <a:xfrm>
            <a:off x="4816900" y="1896600"/>
            <a:ext cx="665400" cy="685500"/>
          </a:xfrm>
          <a:prstGeom prst="roundRect">
            <a:avLst>
              <a:gd name="adj" fmla="val 17601"/>
            </a:avLst>
          </a:prstGeom>
          <a:noFill/>
          <a:ln>
            <a:noFill/>
          </a:ln>
        </p:spPr>
        <p:txBody>
          <a:bodyPr/>
          <a:lstStyle/>
          <a:p>
            <a:endParaRPr lang="en-US"/>
          </a:p>
        </p:txBody>
      </p:sp>
      <p:sp>
        <p:nvSpPr>
          <p:cNvPr id="195" name="Google Shape;195;p22"/>
          <p:cNvSpPr txBox="1">
            <a:spLocks noGrp="1"/>
          </p:cNvSpPr>
          <p:nvPr>
            <p:ph type="subTitle" idx="16"/>
          </p:nvPr>
        </p:nvSpPr>
        <p:spPr>
          <a:xfrm>
            <a:off x="4816900" y="2708808"/>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6" name="Google Shape;196;p22"/>
          <p:cNvSpPr txBox="1">
            <a:spLocks noGrp="1"/>
          </p:cNvSpPr>
          <p:nvPr>
            <p:ph type="subTitle" idx="17"/>
          </p:nvPr>
        </p:nvSpPr>
        <p:spPr>
          <a:xfrm>
            <a:off x="48169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7" name="Google Shape;197;p22"/>
          <p:cNvSpPr txBox="1">
            <a:spLocks noGrp="1"/>
          </p:cNvSpPr>
          <p:nvPr>
            <p:ph type="body" idx="18"/>
          </p:nvPr>
        </p:nvSpPr>
        <p:spPr>
          <a:xfrm>
            <a:off x="4817025"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8" name="Google Shape;198;p22"/>
          <p:cNvSpPr>
            <a:spLocks noGrp="1"/>
          </p:cNvSpPr>
          <p:nvPr>
            <p:ph type="pic" idx="19"/>
          </p:nvPr>
        </p:nvSpPr>
        <p:spPr>
          <a:xfrm>
            <a:off x="7012000" y="1896600"/>
            <a:ext cx="665400" cy="685500"/>
          </a:xfrm>
          <a:prstGeom prst="roundRect">
            <a:avLst>
              <a:gd name="adj" fmla="val 17601"/>
            </a:avLst>
          </a:prstGeom>
          <a:noFill/>
          <a:ln>
            <a:noFill/>
          </a:ln>
        </p:spPr>
        <p:txBody>
          <a:bodyPr/>
          <a:lstStyle/>
          <a:p>
            <a:endParaRPr lang="en-US"/>
          </a:p>
        </p:txBody>
      </p:sp>
      <p:sp>
        <p:nvSpPr>
          <p:cNvPr id="199" name="Google Shape;199;p22"/>
          <p:cNvSpPr txBox="1">
            <a:spLocks noGrp="1"/>
          </p:cNvSpPr>
          <p:nvPr>
            <p:ph type="subTitle" idx="20"/>
          </p:nvPr>
        </p:nvSpPr>
        <p:spPr>
          <a:xfrm>
            <a:off x="70120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200" name="Google Shape;200;p22"/>
          <p:cNvSpPr txBox="1">
            <a:spLocks noGrp="1"/>
          </p:cNvSpPr>
          <p:nvPr>
            <p:ph type="subTitle" idx="21"/>
          </p:nvPr>
        </p:nvSpPr>
        <p:spPr>
          <a:xfrm>
            <a:off x="70120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1" name="Google Shape;201;p22"/>
          <p:cNvSpPr txBox="1">
            <a:spLocks noGrp="1"/>
          </p:cNvSpPr>
          <p:nvPr>
            <p:ph type="body" idx="22"/>
          </p:nvPr>
        </p:nvSpPr>
        <p:spPr>
          <a:xfrm>
            <a:off x="70120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cxnSp>
        <p:nvCxnSpPr>
          <p:cNvPr id="202" name="Google Shape;202;p22"/>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03" name="Google Shape;203;p22"/>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hort big title and body">
  <p:cSld name="BLANK_1_1_1_1_1_1_1_1_1_1_2">
    <p:spTree>
      <p:nvGrpSpPr>
        <p:cNvPr id="1" name="Shape 205"/>
        <p:cNvGrpSpPr/>
        <p:nvPr/>
      </p:nvGrpSpPr>
      <p:grpSpPr>
        <a:xfrm>
          <a:off x="0" y="0"/>
          <a:ext cx="0" cy="0"/>
          <a:chOff x="0" y="0"/>
          <a:chExt cx="0" cy="0"/>
        </a:xfrm>
      </p:grpSpPr>
      <p:pic>
        <p:nvPicPr>
          <p:cNvPr id="206" name="Google Shape;206;p23" descr="Oval black shapes against a shadowy background. "/>
          <p:cNvPicPr preferRelativeResize="0"/>
          <p:nvPr/>
        </p:nvPicPr>
        <p:blipFill rotWithShape="1">
          <a:blip r:embed="rId2">
            <a:alphaModFix/>
          </a:blip>
          <a:srcRect l="17241" t="35" r="25039" b="42245"/>
          <a:stretch/>
        </p:blipFill>
        <p:spPr>
          <a:xfrm>
            <a:off x="0" y="-289"/>
            <a:ext cx="9144000" cy="5144100"/>
          </a:xfrm>
          <a:prstGeom prst="roundRect">
            <a:avLst>
              <a:gd name="adj" fmla="val 0"/>
            </a:avLst>
          </a:prstGeom>
          <a:noFill/>
          <a:ln w="9525" cap="flat" cmpd="sng">
            <a:solidFill>
              <a:schemeClr val="accent1"/>
            </a:solidFill>
            <a:prstDash val="solid"/>
            <a:round/>
            <a:headEnd type="none" w="sm" len="sm"/>
            <a:tailEnd type="none" w="sm" len="sm"/>
          </a:ln>
        </p:spPr>
      </p:pic>
      <p:sp>
        <p:nvSpPr>
          <p:cNvPr id="207" name="Google Shape;207;p23"/>
          <p:cNvSpPr txBox="1">
            <a:spLocks noGrp="1"/>
          </p:cNvSpPr>
          <p:nvPr>
            <p:ph type="subTitle" idx="1"/>
          </p:nvPr>
        </p:nvSpPr>
        <p:spPr>
          <a:xfrm>
            <a:off x="4314775" y="3818375"/>
            <a:ext cx="4230600" cy="4527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8" name="Google Shape;208;p2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09" name="Google Shape;209;p2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0" name="Google Shape;210;p2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1" name="Google Shape;211;p23"/>
          <p:cNvSpPr txBox="1">
            <a:spLocks noGrp="1"/>
          </p:cNvSpPr>
          <p:nvPr>
            <p:ph type="title"/>
          </p:nvPr>
        </p:nvSpPr>
        <p:spPr>
          <a:xfrm>
            <a:off x="228600" y="290448"/>
            <a:ext cx="3655800" cy="24075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212" name="Google Shape;212;p23"/>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23"/>
          <p:cNvCxnSpPr/>
          <p:nvPr/>
        </p:nvCxnSpPr>
        <p:spPr>
          <a:xfrm>
            <a:off x="4159025" y="226100"/>
            <a:ext cx="0" cy="4457700"/>
          </a:xfrm>
          <a:prstGeom prst="straightConnector1">
            <a:avLst/>
          </a:prstGeom>
          <a:noFill/>
          <a:ln w="9525" cap="flat" cmpd="sng">
            <a:solidFill>
              <a:schemeClr val="accent1"/>
            </a:solidFill>
            <a:prstDash val="solid"/>
            <a:round/>
            <a:headEnd type="none" w="med" len="med"/>
            <a:tailEnd type="none" w="med" len="med"/>
          </a:ln>
        </p:spPr>
      </p:cxnSp>
      <p:cxnSp>
        <p:nvCxnSpPr>
          <p:cNvPr id="214" name="Google Shape;214;p23"/>
          <p:cNvCxnSpPr/>
          <p:nvPr/>
        </p:nvCxnSpPr>
        <p:spPr>
          <a:xfrm>
            <a:off x="228600" y="226100"/>
            <a:ext cx="8687100" cy="0"/>
          </a:xfrm>
          <a:prstGeom prst="straightConnector1">
            <a:avLst/>
          </a:prstGeom>
          <a:noFill/>
          <a:ln w="9525" cap="flat" cmpd="sng">
            <a:solidFill>
              <a:schemeClr val="accent1"/>
            </a:solidFill>
            <a:prstDash val="solid"/>
            <a:round/>
            <a:headEnd type="none" w="med" len="med"/>
            <a:tailEnd type="none" w="med" len="med"/>
          </a:ln>
        </p:spPr>
      </p:cxnSp>
      <p:sp>
        <p:nvSpPr>
          <p:cNvPr id="215" name="Google Shape;215;p23"/>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body and image ALT 2">
  <p:cSld name="BLANK_1_1_1_1_1_1_1_1_1_1_1_1_2">
    <p:spTree>
      <p:nvGrpSpPr>
        <p:cNvPr id="1" name="Shape 217"/>
        <p:cNvGrpSpPr/>
        <p:nvPr/>
      </p:nvGrpSpPr>
      <p:grpSpPr>
        <a:xfrm>
          <a:off x="0" y="0"/>
          <a:ext cx="0" cy="0"/>
          <a:chOff x="0" y="0"/>
          <a:chExt cx="0" cy="0"/>
        </a:xfrm>
      </p:grpSpPr>
      <p:sp>
        <p:nvSpPr>
          <p:cNvPr id="218" name="Google Shape;218;p24"/>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sz="1400"/>
            </a:lvl2pPr>
            <a:lvl3pPr marL="1371600" lvl="2" indent="-317500">
              <a:spcBef>
                <a:spcPts val="800"/>
              </a:spcBef>
              <a:spcAft>
                <a:spcPts val="0"/>
              </a:spcAft>
              <a:buSzPts val="1400"/>
              <a:buChar char="■"/>
              <a:defRPr sz="1400"/>
            </a:lvl3pPr>
            <a:lvl4pPr marL="1828800" lvl="3" indent="-317500">
              <a:spcBef>
                <a:spcPts val="800"/>
              </a:spcBef>
              <a:spcAft>
                <a:spcPts val="0"/>
              </a:spcAft>
              <a:buSzPts val="1400"/>
              <a:buChar char="●"/>
              <a:defRPr sz="1400"/>
            </a:lvl4pPr>
            <a:lvl5pPr marL="2286000" lvl="4" indent="-317500">
              <a:spcBef>
                <a:spcPts val="800"/>
              </a:spcBef>
              <a:spcAft>
                <a:spcPts val="0"/>
              </a:spcAft>
              <a:buSzPts val="1400"/>
              <a:buChar char="○"/>
              <a:defRPr sz="1400"/>
            </a:lvl5pPr>
            <a:lvl6pPr marL="2743200" lvl="5" indent="-317500">
              <a:spcBef>
                <a:spcPts val="800"/>
              </a:spcBef>
              <a:spcAft>
                <a:spcPts val="0"/>
              </a:spcAft>
              <a:buSzPts val="1400"/>
              <a:buChar char="■"/>
              <a:defRPr sz="1400"/>
            </a:lvl6pPr>
            <a:lvl7pPr marL="3200400" lvl="6" indent="-317500">
              <a:spcBef>
                <a:spcPts val="800"/>
              </a:spcBef>
              <a:spcAft>
                <a:spcPts val="0"/>
              </a:spcAft>
              <a:buSzPts val="1400"/>
              <a:buChar char="●"/>
              <a:defRPr sz="1400"/>
            </a:lvl7pPr>
            <a:lvl8pPr marL="3657600" lvl="7" indent="-317500">
              <a:spcBef>
                <a:spcPts val="800"/>
              </a:spcBef>
              <a:spcAft>
                <a:spcPts val="0"/>
              </a:spcAft>
              <a:buSzPts val="1400"/>
              <a:buChar char="○"/>
              <a:defRPr sz="1400"/>
            </a:lvl8pPr>
            <a:lvl9pPr marL="4114800" lvl="8" indent="-317500">
              <a:spcBef>
                <a:spcPts val="800"/>
              </a:spcBef>
              <a:spcAft>
                <a:spcPts val="800"/>
              </a:spcAft>
              <a:buSzPts val="1400"/>
              <a:buChar char="■"/>
              <a:defRPr sz="1400"/>
            </a:lvl9pPr>
          </a:lstStyle>
          <a:p>
            <a:endParaRPr/>
          </a:p>
        </p:txBody>
      </p:sp>
      <p:sp>
        <p:nvSpPr>
          <p:cNvPr id="219" name="Google Shape;219;p24"/>
          <p:cNvSpPr>
            <a:spLocks noGrp="1"/>
          </p:cNvSpPr>
          <p:nvPr>
            <p:ph type="pic" idx="2"/>
          </p:nvPr>
        </p:nvSpPr>
        <p:spPr>
          <a:xfrm>
            <a:off x="5342000" y="457200"/>
            <a:ext cx="3573300" cy="3995400"/>
          </a:xfrm>
          <a:prstGeom prst="roundRect">
            <a:avLst>
              <a:gd name="adj" fmla="val 6865"/>
            </a:avLst>
          </a:prstGeom>
          <a:noFill/>
          <a:ln>
            <a:noFill/>
          </a:ln>
        </p:spPr>
      </p:sp>
      <p:sp>
        <p:nvSpPr>
          <p:cNvPr id="220" name="Google Shape;220;p24"/>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1" name="Google Shape;221;p24"/>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2" name="Google Shape;222;p24"/>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3" name="Google Shape;223;p24"/>
          <p:cNvSpPr txBox="1">
            <a:spLocks noGrp="1"/>
          </p:cNvSpPr>
          <p:nvPr>
            <p:ph type="subTitle" idx="6"/>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sp>
        <p:nvSpPr>
          <p:cNvPr id="224" name="Google Shape;224;p24"/>
          <p:cNvSpPr txBox="1">
            <a:spLocks noGrp="1"/>
          </p:cNvSpPr>
          <p:nvPr>
            <p:ph type="title"/>
          </p:nvPr>
        </p:nvSpPr>
        <p:spPr>
          <a:xfrm>
            <a:off x="228600" y="613525"/>
            <a:ext cx="42966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cxnSp>
        <p:nvCxnSpPr>
          <p:cNvPr id="225" name="Google Shape;225;p2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26" name="Google Shape;226;p2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big cards">
  <p:cSld name="CUSTOM_1">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3386700" y="489887"/>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a:endParaRPr/>
          </a:p>
        </p:txBody>
      </p:sp>
      <p:sp>
        <p:nvSpPr>
          <p:cNvPr id="230" name="Google Shape;230;p25"/>
          <p:cNvSpPr txBox="1">
            <a:spLocks noGrp="1"/>
          </p:cNvSpPr>
          <p:nvPr>
            <p:ph type="subTitle" idx="1"/>
          </p:nvPr>
        </p:nvSpPr>
        <p:spPr>
          <a:xfrm>
            <a:off x="338670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1" name="Google Shape;231;p25"/>
          <p:cNvSpPr txBox="1">
            <a:spLocks noGrp="1"/>
          </p:cNvSpPr>
          <p:nvPr>
            <p:ph type="subTitle" idx="2"/>
          </p:nvPr>
        </p:nvSpPr>
        <p:spPr>
          <a:xfrm>
            <a:off x="338670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2" name="Google Shape;232;p25"/>
          <p:cNvSpPr txBox="1">
            <a:spLocks noGrp="1"/>
          </p:cNvSpPr>
          <p:nvPr>
            <p:ph type="title" idx="3"/>
          </p:nvPr>
        </p:nvSpPr>
        <p:spPr>
          <a:xfrm>
            <a:off x="6307650" y="482616"/>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33" name="Google Shape;233;p25"/>
          <p:cNvSpPr txBox="1">
            <a:spLocks noGrp="1"/>
          </p:cNvSpPr>
          <p:nvPr>
            <p:ph type="subTitle" idx="4"/>
          </p:nvPr>
        </p:nvSpPr>
        <p:spPr>
          <a:xfrm>
            <a:off x="630765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4" name="Google Shape;234;p25"/>
          <p:cNvSpPr txBox="1">
            <a:spLocks noGrp="1"/>
          </p:cNvSpPr>
          <p:nvPr>
            <p:ph type="subTitle" idx="5"/>
          </p:nvPr>
        </p:nvSpPr>
        <p:spPr>
          <a:xfrm>
            <a:off x="630765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5" name="Google Shape;235;p25"/>
          <p:cNvSpPr txBox="1">
            <a:spLocks noGrp="1"/>
          </p:cNvSpPr>
          <p:nvPr>
            <p:ph type="title" idx="6"/>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a:endParaRPr/>
          </a:p>
        </p:txBody>
      </p:sp>
      <p:sp>
        <p:nvSpPr>
          <p:cNvPr id="236" name="Google Shape;236;p25"/>
          <p:cNvSpPr txBox="1">
            <a:spLocks noGrp="1"/>
          </p:cNvSpPr>
          <p:nvPr>
            <p:ph type="subTitle" idx="7"/>
          </p:nvPr>
        </p:nvSpPr>
        <p:spPr>
          <a:xfrm>
            <a:off x="3482800" y="4057204"/>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7" name="Google Shape;237;p25"/>
          <p:cNvSpPr txBox="1">
            <a:spLocks noGrp="1"/>
          </p:cNvSpPr>
          <p:nvPr>
            <p:ph type="subTitle" idx="8"/>
          </p:nvPr>
        </p:nvSpPr>
        <p:spPr>
          <a:xfrm>
            <a:off x="6405300" y="4057079"/>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8" name="Google Shape;238;p25"/>
          <p:cNvSpPr txBox="1">
            <a:spLocks noGrp="1"/>
          </p:cNvSpPr>
          <p:nvPr>
            <p:ph type="subTitle" idx="9"/>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39" name="Google Shape;239;p25"/>
          <p:cNvSpPr txBox="1">
            <a:spLocks noGrp="1"/>
          </p:cNvSpPr>
          <p:nvPr>
            <p:ph type="subTitle" idx="1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40" name="Google Shape;240;p25"/>
          <p:cNvSpPr txBox="1">
            <a:spLocks noGrp="1"/>
          </p:cNvSpPr>
          <p:nvPr>
            <p:ph type="subTitle" idx="1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41" name="Google Shape;241;p2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rot="-5400000" flipH="1">
              <a:off x="498725" y="2069800"/>
              <a:ext cx="103500" cy="103500"/>
            </a:xfrm>
            <a:prstGeom prst="straightConnector1">
              <a:avLst/>
            </a:prstGeom>
            <a:noFill/>
            <a:ln w="9525" cap="flat" cmpd="sng">
              <a:solidFill>
                <a:schemeClr val="lt2"/>
              </a:solidFill>
              <a:prstDash val="solid"/>
              <a:round/>
              <a:headEnd type="none" w="med" len="med"/>
              <a:tailEnd type="none" w="med" len="med"/>
            </a:ln>
          </p:spPr>
        </p:cxnSp>
        <p:cxnSp>
          <p:nvCxnSpPr>
            <p:cNvPr id="244" name="Google Shape;244;p25"/>
            <p:cNvCxnSpPr/>
            <p:nvPr/>
          </p:nvCxnSpPr>
          <p:spPr>
            <a:xfrm rot="5400000">
              <a:off x="596825" y="2069200"/>
              <a:ext cx="106500" cy="107700"/>
            </a:xfrm>
            <a:prstGeom prst="straightConnector1">
              <a:avLst/>
            </a:prstGeom>
            <a:noFill/>
            <a:ln w="9525" cap="flat" cmpd="sng">
              <a:solidFill>
                <a:schemeClr val="lt2"/>
              </a:solidFill>
              <a:prstDash val="solid"/>
              <a:round/>
              <a:headEnd type="none" w="med" len="med"/>
              <a:tailEnd type="none" w="med" len="med"/>
            </a:ln>
          </p:spPr>
        </p:cxnSp>
      </p:grpSp>
      <p:sp>
        <p:nvSpPr>
          <p:cNvPr id="245" name="Google Shape;245;p2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our big cards">
  <p:cSld name="CUSTOM_1_1">
    <p:spTree>
      <p:nvGrpSpPr>
        <p:cNvPr id="1" name="Shape 247"/>
        <p:cNvGrpSpPr/>
        <p:nvPr/>
      </p:nvGrpSpPr>
      <p:grpSpPr>
        <a:xfrm>
          <a:off x="0" y="0"/>
          <a:ext cx="0" cy="0"/>
          <a:chOff x="0" y="0"/>
          <a:chExt cx="0" cy="0"/>
        </a:xfrm>
      </p:grpSpPr>
      <p:sp>
        <p:nvSpPr>
          <p:cNvPr id="248" name="Google Shape;248;p26"/>
          <p:cNvSpPr txBox="1">
            <a:spLocks noGrp="1"/>
          </p:cNvSpPr>
          <p:nvPr>
            <p:ph type="title"/>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249" name="Google Shape;249;p26"/>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50" name="Google Shape;250;p26"/>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51" name="Google Shape;251;p26"/>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52" name="Google Shape;252;p2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p26"/>
          <p:cNvSpPr txBox="1">
            <a:spLocks noGrp="1"/>
          </p:cNvSpPr>
          <p:nvPr>
            <p:ph type="title" idx="4"/>
          </p:nvPr>
        </p:nvSpPr>
        <p:spPr>
          <a:xfrm>
            <a:off x="3379125"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54" name="Google Shape;254;p26"/>
          <p:cNvSpPr txBox="1">
            <a:spLocks noGrp="1"/>
          </p:cNvSpPr>
          <p:nvPr>
            <p:ph type="subTitle" idx="5"/>
          </p:nvPr>
        </p:nvSpPr>
        <p:spPr>
          <a:xfrm>
            <a:off x="3379125"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55" name="Google Shape;255;p26"/>
          <p:cNvSpPr txBox="1">
            <a:spLocks noGrp="1"/>
          </p:cNvSpPr>
          <p:nvPr>
            <p:ph type="subTitle" idx="6"/>
          </p:nvPr>
        </p:nvSpPr>
        <p:spPr>
          <a:xfrm>
            <a:off x="3379123"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56" name="Google Shape;256;p26"/>
          <p:cNvSpPr txBox="1">
            <a:spLocks noGrp="1"/>
          </p:cNvSpPr>
          <p:nvPr>
            <p:ph type="title" idx="7"/>
          </p:nvPr>
        </p:nvSpPr>
        <p:spPr>
          <a:xfrm>
            <a:off x="6318039"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57" name="Google Shape;257;p26"/>
          <p:cNvSpPr txBox="1">
            <a:spLocks noGrp="1"/>
          </p:cNvSpPr>
          <p:nvPr>
            <p:ph type="subTitle" idx="8"/>
          </p:nvPr>
        </p:nvSpPr>
        <p:spPr>
          <a:xfrm>
            <a:off x="6318039"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58" name="Google Shape;258;p26"/>
          <p:cNvSpPr txBox="1">
            <a:spLocks noGrp="1"/>
          </p:cNvSpPr>
          <p:nvPr>
            <p:ph type="subTitle" idx="9"/>
          </p:nvPr>
        </p:nvSpPr>
        <p:spPr>
          <a:xfrm>
            <a:off x="6318036"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59" name="Google Shape;259;p26"/>
          <p:cNvSpPr txBox="1">
            <a:spLocks noGrp="1"/>
          </p:cNvSpPr>
          <p:nvPr>
            <p:ph type="title" idx="13"/>
          </p:nvPr>
        </p:nvSpPr>
        <p:spPr>
          <a:xfrm>
            <a:off x="6318039"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60" name="Google Shape;260;p26"/>
          <p:cNvSpPr txBox="1">
            <a:spLocks noGrp="1"/>
          </p:cNvSpPr>
          <p:nvPr>
            <p:ph type="subTitle" idx="14"/>
          </p:nvPr>
        </p:nvSpPr>
        <p:spPr>
          <a:xfrm>
            <a:off x="6318039"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61" name="Google Shape;261;p26"/>
          <p:cNvSpPr txBox="1">
            <a:spLocks noGrp="1"/>
          </p:cNvSpPr>
          <p:nvPr>
            <p:ph type="subTitle" idx="15"/>
          </p:nvPr>
        </p:nvSpPr>
        <p:spPr>
          <a:xfrm>
            <a:off x="6318036"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62" name="Google Shape;262;p26"/>
          <p:cNvSpPr txBox="1">
            <a:spLocks noGrp="1"/>
          </p:cNvSpPr>
          <p:nvPr>
            <p:ph type="title" idx="16"/>
          </p:nvPr>
        </p:nvSpPr>
        <p:spPr>
          <a:xfrm>
            <a:off x="3379125"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63" name="Google Shape;263;p26"/>
          <p:cNvSpPr txBox="1">
            <a:spLocks noGrp="1"/>
          </p:cNvSpPr>
          <p:nvPr>
            <p:ph type="subTitle" idx="17"/>
          </p:nvPr>
        </p:nvSpPr>
        <p:spPr>
          <a:xfrm>
            <a:off x="3379125"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64" name="Google Shape;264;p26"/>
          <p:cNvSpPr txBox="1">
            <a:spLocks noGrp="1"/>
          </p:cNvSpPr>
          <p:nvPr>
            <p:ph type="subTitle" idx="18"/>
          </p:nvPr>
        </p:nvSpPr>
        <p:spPr>
          <a:xfrm>
            <a:off x="3379123"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65" name="Google Shape;265;p2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meline">
  <p:cSld name="CUSTOM_7_1_1_1_1_1_1_1_1_1_1_1_1_1_1_1_1_1">
    <p:spTree>
      <p:nvGrpSpPr>
        <p:cNvPr id="1"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r="15469" b="14588"/>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70" name="Google Shape;270;p27"/>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1" name="Google Shape;271;p27"/>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2" name="Google Shape;272;p27"/>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3" name="Google Shape;273;p27"/>
          <p:cNvSpPr txBox="1">
            <a:spLocks noGrp="1"/>
          </p:cNvSpPr>
          <p:nvPr>
            <p:ph type="subTitle" idx="4"/>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274" name="Google Shape;274;p27"/>
          <p:cNvSpPr txBox="1">
            <a:spLocks noGrp="1"/>
          </p:cNvSpPr>
          <p:nvPr>
            <p:ph type="title"/>
          </p:nvPr>
        </p:nvSpPr>
        <p:spPr>
          <a:xfrm>
            <a:off x="355225" y="1775475"/>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5" name="Google Shape;275;p27"/>
          <p:cNvSpPr txBox="1">
            <a:spLocks noGrp="1"/>
          </p:cNvSpPr>
          <p:nvPr>
            <p:ph type="subTitle" idx="5"/>
          </p:nvPr>
        </p:nvSpPr>
        <p:spPr>
          <a:xfrm>
            <a:off x="35522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6" name="Google Shape;276;p27"/>
          <p:cNvSpPr txBox="1">
            <a:spLocks noGrp="1"/>
          </p:cNvSpPr>
          <p:nvPr>
            <p:ph type="body" idx="6"/>
          </p:nvPr>
        </p:nvSpPr>
        <p:spPr>
          <a:xfrm>
            <a:off x="35522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77" name="Google Shape;277;p27"/>
          <p:cNvSpPr txBox="1">
            <a:spLocks noGrp="1"/>
          </p:cNvSpPr>
          <p:nvPr>
            <p:ph type="title" idx="7"/>
          </p:nvPr>
        </p:nvSpPr>
        <p:spPr>
          <a:xfrm>
            <a:off x="2543875"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8" name="Google Shape;278;p27"/>
          <p:cNvSpPr txBox="1">
            <a:spLocks noGrp="1"/>
          </p:cNvSpPr>
          <p:nvPr>
            <p:ph type="subTitle" idx="8"/>
          </p:nvPr>
        </p:nvSpPr>
        <p:spPr>
          <a:xfrm>
            <a:off x="254387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9" name="Google Shape;279;p27"/>
          <p:cNvSpPr txBox="1">
            <a:spLocks noGrp="1"/>
          </p:cNvSpPr>
          <p:nvPr>
            <p:ph type="body" idx="9"/>
          </p:nvPr>
        </p:nvSpPr>
        <p:spPr>
          <a:xfrm>
            <a:off x="254387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0" name="Google Shape;280;p27"/>
          <p:cNvSpPr txBox="1">
            <a:spLocks noGrp="1"/>
          </p:cNvSpPr>
          <p:nvPr>
            <p:ph type="title" idx="13"/>
          </p:nvPr>
        </p:nvSpPr>
        <p:spPr>
          <a:xfrm>
            <a:off x="47455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1" name="Google Shape;281;p27"/>
          <p:cNvSpPr txBox="1">
            <a:spLocks noGrp="1"/>
          </p:cNvSpPr>
          <p:nvPr>
            <p:ph type="subTitle" idx="14"/>
          </p:nvPr>
        </p:nvSpPr>
        <p:spPr>
          <a:xfrm>
            <a:off x="47455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2" name="Google Shape;282;p27"/>
          <p:cNvSpPr txBox="1">
            <a:spLocks noGrp="1"/>
          </p:cNvSpPr>
          <p:nvPr>
            <p:ph type="body" idx="15"/>
          </p:nvPr>
        </p:nvSpPr>
        <p:spPr>
          <a:xfrm>
            <a:off x="4745400"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3" name="Google Shape;283;p27"/>
          <p:cNvSpPr txBox="1">
            <a:spLocks noGrp="1"/>
          </p:cNvSpPr>
          <p:nvPr>
            <p:ph type="title" idx="16"/>
          </p:nvPr>
        </p:nvSpPr>
        <p:spPr>
          <a:xfrm>
            <a:off x="69423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4" name="Google Shape;284;p27"/>
          <p:cNvSpPr txBox="1">
            <a:spLocks noGrp="1"/>
          </p:cNvSpPr>
          <p:nvPr>
            <p:ph type="subTitle" idx="17"/>
          </p:nvPr>
        </p:nvSpPr>
        <p:spPr>
          <a:xfrm>
            <a:off x="69423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5" name="Google Shape;285;p27"/>
          <p:cNvSpPr txBox="1">
            <a:spLocks noGrp="1"/>
          </p:cNvSpPr>
          <p:nvPr>
            <p:ph type="body" idx="18"/>
          </p:nvPr>
        </p:nvSpPr>
        <p:spPr>
          <a:xfrm>
            <a:off x="6942300" y="2465025"/>
            <a:ext cx="17916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6" name="Google Shape;286;p27"/>
          <p:cNvSpPr txBox="1">
            <a:spLocks noGrp="1"/>
          </p:cNvSpPr>
          <p:nvPr>
            <p:ph type="title" idx="19"/>
          </p:nvPr>
        </p:nvSpPr>
        <p:spPr>
          <a:xfrm>
            <a:off x="228600" y="613525"/>
            <a:ext cx="3904500" cy="8649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287" name="Google Shape;287;p2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ustomers">
  <p:cSld name="CUSTOM">
    <p:spTree>
      <p:nvGrpSpPr>
        <p:cNvPr id="1" name="Shape 289"/>
        <p:cNvGrpSpPr/>
        <p:nvPr/>
      </p:nvGrpSpPr>
      <p:grpSpPr>
        <a:xfrm>
          <a:off x="0" y="0"/>
          <a:ext cx="0" cy="0"/>
          <a:chOff x="0" y="0"/>
          <a:chExt cx="0" cy="0"/>
        </a:xfrm>
      </p:grpSpPr>
      <p:sp>
        <p:nvSpPr>
          <p:cNvPr id="290" name="Google Shape;290;p28"/>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cxnSp>
        <p:nvCxnSpPr>
          <p:cNvPr id="291" name="Google Shape;291;p28"/>
          <p:cNvCxnSpPr/>
          <p:nvPr/>
        </p:nvCxnSpPr>
        <p:spPr>
          <a:xfrm>
            <a:off x="228450" y="2061025"/>
            <a:ext cx="8687100" cy="0"/>
          </a:xfrm>
          <a:prstGeom prst="straightConnector1">
            <a:avLst/>
          </a:prstGeom>
          <a:noFill/>
          <a:ln w="9525" cap="flat" cmpd="sng">
            <a:solidFill>
              <a:schemeClr val="lt2"/>
            </a:solidFill>
            <a:prstDash val="solid"/>
            <a:round/>
            <a:headEnd type="none" w="med" len="med"/>
            <a:tailEnd type="none" w="med" len="med"/>
          </a:ln>
        </p:spPr>
      </p:cxnSp>
      <p:sp>
        <p:nvSpPr>
          <p:cNvPr id="292" name="Google Shape;292;p28"/>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3" name="Google Shape;293;p28"/>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4" name="Google Shape;294;p28"/>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95" name="Google Shape;295;p2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96" name="Google Shape;296;p28"/>
          <p:cNvSpPr txBox="1">
            <a:spLocks noGrp="1"/>
          </p:cNvSpPr>
          <p:nvPr>
            <p:ph type="title"/>
          </p:nvPr>
        </p:nvSpPr>
        <p:spPr>
          <a:xfrm>
            <a:off x="228600" y="369300"/>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297" name="Google Shape;297;p28"/>
          <p:cNvSpPr>
            <a:spLocks noGrp="1"/>
          </p:cNvSpPr>
          <p:nvPr>
            <p:ph type="pic" idx="5"/>
          </p:nvPr>
        </p:nvSpPr>
        <p:spPr>
          <a:xfrm>
            <a:off x="3795900" y="2682425"/>
            <a:ext cx="1458300" cy="1458300"/>
          </a:xfrm>
          <a:prstGeom prst="ellipse">
            <a:avLst/>
          </a:prstGeom>
          <a:noFill/>
          <a:ln w="9525" cap="flat" cmpd="sng">
            <a:solidFill>
              <a:schemeClr val="accent3"/>
            </a:solidFill>
            <a:prstDash val="solid"/>
            <a:round/>
            <a:headEnd type="none" w="sm" len="sm"/>
            <a:tailEnd type="none" w="sm" len="sm"/>
          </a:ln>
        </p:spPr>
      </p:sp>
      <p:sp>
        <p:nvSpPr>
          <p:cNvPr id="298" name="Google Shape;298;p28"/>
          <p:cNvSpPr txBox="1">
            <a:spLocks noGrp="1"/>
          </p:cNvSpPr>
          <p:nvPr>
            <p:ph type="body" idx="6"/>
          </p:nvPr>
        </p:nvSpPr>
        <p:spPr>
          <a:xfrm>
            <a:off x="5871500" y="2468775"/>
            <a:ext cx="2864700" cy="6765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dk2"/>
              </a:buClr>
              <a:buSzPts val="1000"/>
              <a:buFont typeface="Urbanist"/>
              <a:buChar char="●"/>
              <a:defRPr sz="1000">
                <a:solidFill>
                  <a:schemeClr val="dk2"/>
                </a:solidFill>
              </a:defRPr>
            </a:lvl1pPr>
            <a:lvl2pPr marL="914400" lvl="1" indent="-292100">
              <a:spcBef>
                <a:spcPts val="0"/>
              </a:spcBef>
              <a:spcAft>
                <a:spcPts val="0"/>
              </a:spcAft>
              <a:buClr>
                <a:schemeClr val="dk2"/>
              </a:buClr>
              <a:buSzPts val="1000"/>
              <a:buFont typeface="Urbanist"/>
              <a:buChar char="○"/>
              <a:defRPr sz="1000">
                <a:solidFill>
                  <a:schemeClr val="dk2"/>
                </a:solidFill>
              </a:defRPr>
            </a:lvl2pPr>
            <a:lvl3pPr marL="1371600" lvl="2" indent="-292100">
              <a:spcBef>
                <a:spcPts val="0"/>
              </a:spcBef>
              <a:spcAft>
                <a:spcPts val="0"/>
              </a:spcAft>
              <a:buClr>
                <a:schemeClr val="dk2"/>
              </a:buClr>
              <a:buSzPts val="1000"/>
              <a:buFont typeface="Urbanist"/>
              <a:buChar char="■"/>
              <a:defRPr sz="1000">
                <a:solidFill>
                  <a:schemeClr val="dk2"/>
                </a:solidFill>
              </a:defRPr>
            </a:lvl3pPr>
            <a:lvl4pPr marL="1828800" lvl="3" indent="-292100">
              <a:spcBef>
                <a:spcPts val="0"/>
              </a:spcBef>
              <a:spcAft>
                <a:spcPts val="0"/>
              </a:spcAft>
              <a:buClr>
                <a:schemeClr val="dk2"/>
              </a:buClr>
              <a:buSzPts val="1000"/>
              <a:buFont typeface="Urbanist"/>
              <a:buChar char="●"/>
              <a:defRPr sz="1000">
                <a:solidFill>
                  <a:schemeClr val="dk2"/>
                </a:solidFill>
              </a:defRPr>
            </a:lvl4pPr>
            <a:lvl5pPr marL="2286000" lvl="4" indent="-292100">
              <a:spcBef>
                <a:spcPts val="0"/>
              </a:spcBef>
              <a:spcAft>
                <a:spcPts val="0"/>
              </a:spcAft>
              <a:buClr>
                <a:schemeClr val="dk2"/>
              </a:buClr>
              <a:buSzPts val="1000"/>
              <a:buFont typeface="Urbanist"/>
              <a:buChar char="○"/>
              <a:defRPr sz="1000">
                <a:solidFill>
                  <a:schemeClr val="dk2"/>
                </a:solidFill>
              </a:defRPr>
            </a:lvl5pPr>
            <a:lvl6pPr marL="2743200" lvl="5" indent="-292100">
              <a:spcBef>
                <a:spcPts val="0"/>
              </a:spcBef>
              <a:spcAft>
                <a:spcPts val="0"/>
              </a:spcAft>
              <a:buClr>
                <a:schemeClr val="dk2"/>
              </a:buClr>
              <a:buSzPts val="1000"/>
              <a:buFont typeface="Urbanist"/>
              <a:buChar char="■"/>
              <a:defRPr sz="1000">
                <a:solidFill>
                  <a:schemeClr val="dk2"/>
                </a:solidFill>
              </a:defRPr>
            </a:lvl6pPr>
            <a:lvl7pPr marL="3200400" lvl="6" indent="-292100">
              <a:spcBef>
                <a:spcPts val="0"/>
              </a:spcBef>
              <a:spcAft>
                <a:spcPts val="0"/>
              </a:spcAft>
              <a:buClr>
                <a:schemeClr val="dk2"/>
              </a:buClr>
              <a:buSzPts val="1000"/>
              <a:buFont typeface="Urbanist"/>
              <a:buChar char="●"/>
              <a:defRPr sz="1000">
                <a:solidFill>
                  <a:schemeClr val="dk2"/>
                </a:solidFill>
              </a:defRPr>
            </a:lvl7pPr>
            <a:lvl8pPr marL="3657600" lvl="7" indent="-292100">
              <a:spcBef>
                <a:spcPts val="0"/>
              </a:spcBef>
              <a:spcAft>
                <a:spcPts val="0"/>
              </a:spcAft>
              <a:buClr>
                <a:schemeClr val="dk2"/>
              </a:buClr>
              <a:buSzPts val="1000"/>
              <a:buFont typeface="Urbanist"/>
              <a:buChar char="○"/>
              <a:defRPr sz="1000">
                <a:solidFill>
                  <a:schemeClr val="dk2"/>
                </a:solidFill>
              </a:defRPr>
            </a:lvl8pPr>
            <a:lvl9pPr marL="4114800" lvl="8" indent="-292100">
              <a:spcBef>
                <a:spcPts val="0"/>
              </a:spcBef>
              <a:spcAft>
                <a:spcPts val="0"/>
              </a:spcAft>
              <a:buClr>
                <a:schemeClr val="dk2"/>
              </a:buClr>
              <a:buSzPts val="1000"/>
              <a:buFont typeface="Urbanist"/>
              <a:buChar char="■"/>
              <a:defRPr sz="1000">
                <a:solidFill>
                  <a:schemeClr val="dk2"/>
                </a:solidFill>
              </a:defRPr>
            </a:lvl9pPr>
          </a:lstStyle>
          <a:p>
            <a:endParaRPr/>
          </a:p>
        </p:txBody>
      </p:sp>
      <p:sp>
        <p:nvSpPr>
          <p:cNvPr id="299" name="Google Shape;299;p28"/>
          <p:cNvSpPr txBox="1">
            <a:spLocks noGrp="1"/>
          </p:cNvSpPr>
          <p:nvPr>
            <p:ph type="body" idx="7"/>
          </p:nvPr>
        </p:nvSpPr>
        <p:spPr>
          <a:xfrm>
            <a:off x="5871500" y="3553025"/>
            <a:ext cx="2864700" cy="696000"/>
          </a:xfrm>
          <a:prstGeom prst="rect">
            <a:avLst/>
          </a:prstGeom>
        </p:spPr>
        <p:txBody>
          <a:bodyPr spcFirstLastPara="1" wrap="square" lIns="0" tIns="0" rIns="91425" bIns="91425" anchor="t" anchorCtr="0">
            <a:spAutoFit/>
          </a:bodyPr>
          <a:lstStyle>
            <a:lvl1pPr marL="457200" lvl="0" indent="-3048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marL="914400" lvl="1"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marL="1371600" lvl="2"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marL="1828800" lvl="3"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marL="2286000" lvl="4"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marL="2743200" lvl="5"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marL="3200400" lvl="6"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marL="3657600" lvl="7"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marL="4114800" lvl="8" indent="-30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a:endParaRPr/>
          </a:p>
        </p:txBody>
      </p:sp>
      <p:sp>
        <p:nvSpPr>
          <p:cNvPr id="300" name="Google Shape;300;p28"/>
          <p:cNvSpPr txBox="1">
            <a:spLocks noGrp="1"/>
          </p:cNvSpPr>
          <p:nvPr>
            <p:ph type="subTitle" idx="8"/>
          </p:nvPr>
        </p:nvSpPr>
        <p:spPr>
          <a:xfrm>
            <a:off x="238800" y="2720113"/>
            <a:ext cx="2824500" cy="145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a:endParaRPr/>
          </a:p>
        </p:txBody>
      </p:sp>
      <p:sp>
        <p:nvSpPr>
          <p:cNvPr id="301" name="Google Shape;301;p2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Graphics">
  <p:cSld name="CUSTOM_2">
    <p:spTree>
      <p:nvGrpSpPr>
        <p:cNvPr id="1" name="Shape 303"/>
        <p:cNvGrpSpPr/>
        <p:nvPr/>
      </p:nvGrpSpPr>
      <p:grpSpPr>
        <a:xfrm>
          <a:off x="0" y="0"/>
          <a:ext cx="0" cy="0"/>
          <a:chOff x="0" y="0"/>
          <a:chExt cx="0" cy="0"/>
        </a:xfrm>
      </p:grpSpPr>
      <p:sp>
        <p:nvSpPr>
          <p:cNvPr id="304" name="Google Shape;304;p2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5" name="Google Shape;305;p2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6" name="Google Shape;306;p2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07" name="Google Shape;307;p2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08" name="Google Shape;308;p29"/>
          <p:cNvSpPr/>
          <p:nvPr/>
        </p:nvSpPr>
        <p:spPr>
          <a:xfrm>
            <a:off x="228600" y="1395962"/>
            <a:ext cx="2101200" cy="3054000"/>
          </a:xfrm>
          <a:prstGeom prst="roundRect">
            <a:avLst>
              <a:gd name="adj" fmla="val 9631"/>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name="adj" fmla="val 674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name="adj" fmla="val 963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name="adj" fmla="val 1360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2" name="Google Shape;312;p29"/>
          <p:cNvSpPr>
            <a:spLocks noGrp="1"/>
          </p:cNvSpPr>
          <p:nvPr>
            <p:ph type="pic" idx="4"/>
          </p:nvPr>
        </p:nvSpPr>
        <p:spPr>
          <a:xfrm>
            <a:off x="381950" y="993050"/>
            <a:ext cx="850500" cy="850500"/>
          </a:xfrm>
          <a:prstGeom prst="ellipse">
            <a:avLst/>
          </a:prstGeom>
          <a:noFill/>
          <a:ln w="9525" cap="flat" cmpd="sng">
            <a:solidFill>
              <a:schemeClr val="accent3"/>
            </a:solidFill>
            <a:prstDash val="solid"/>
            <a:round/>
            <a:headEnd type="none" w="sm" len="sm"/>
            <a:tailEnd type="none" w="sm" len="sm"/>
          </a:ln>
        </p:spPr>
      </p:sp>
      <p:sp>
        <p:nvSpPr>
          <p:cNvPr id="313" name="Google Shape;313;p29"/>
          <p:cNvSpPr txBox="1">
            <a:spLocks noGrp="1"/>
          </p:cNvSpPr>
          <p:nvPr>
            <p:ph type="subTitle" idx="5"/>
          </p:nvPr>
        </p:nvSpPr>
        <p:spPr>
          <a:xfrm>
            <a:off x="381950" y="2062875"/>
            <a:ext cx="1786500" cy="236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Urbanist"/>
              <a:buNone/>
              <a:defRPr sz="1200" b="1">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a:endParaRPr/>
          </a:p>
        </p:txBody>
      </p:sp>
      <p:sp>
        <p:nvSpPr>
          <p:cNvPr id="314" name="Google Shape;314;p29"/>
          <p:cNvSpPr txBox="1">
            <a:spLocks noGrp="1"/>
          </p:cNvSpPr>
          <p:nvPr>
            <p:ph type="body" idx="6"/>
          </p:nvPr>
        </p:nvSpPr>
        <p:spPr>
          <a:xfrm>
            <a:off x="381950" y="2453500"/>
            <a:ext cx="1786500" cy="1536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Urbanist"/>
              <a:buChar char="●"/>
              <a:defRPr sz="1000">
                <a:solidFill>
                  <a:schemeClr val="dk1"/>
                </a:solidFill>
              </a:defRPr>
            </a:lvl1pPr>
            <a:lvl2pPr marL="914400" lvl="1" indent="-292100">
              <a:spcBef>
                <a:spcPts val="0"/>
              </a:spcBef>
              <a:spcAft>
                <a:spcPts val="0"/>
              </a:spcAft>
              <a:buClr>
                <a:schemeClr val="dk1"/>
              </a:buClr>
              <a:buSzPts val="1000"/>
              <a:buFont typeface="Urbanist"/>
              <a:buChar char="○"/>
              <a:defRPr sz="1000">
                <a:solidFill>
                  <a:schemeClr val="dk1"/>
                </a:solidFill>
              </a:defRPr>
            </a:lvl2pPr>
            <a:lvl3pPr marL="1371600" lvl="2" indent="-292100">
              <a:spcBef>
                <a:spcPts val="0"/>
              </a:spcBef>
              <a:spcAft>
                <a:spcPts val="0"/>
              </a:spcAft>
              <a:buClr>
                <a:schemeClr val="dk1"/>
              </a:buClr>
              <a:buSzPts val="1000"/>
              <a:buFont typeface="Urbanist"/>
              <a:buChar char="■"/>
              <a:defRPr sz="1000">
                <a:solidFill>
                  <a:schemeClr val="dk1"/>
                </a:solidFill>
              </a:defRPr>
            </a:lvl3pPr>
            <a:lvl4pPr marL="1828800" lvl="3" indent="-292100">
              <a:spcBef>
                <a:spcPts val="0"/>
              </a:spcBef>
              <a:spcAft>
                <a:spcPts val="0"/>
              </a:spcAft>
              <a:buClr>
                <a:schemeClr val="dk1"/>
              </a:buClr>
              <a:buSzPts val="1000"/>
              <a:buFont typeface="Urbanist"/>
              <a:buChar char="●"/>
              <a:defRPr sz="1000">
                <a:solidFill>
                  <a:schemeClr val="dk1"/>
                </a:solidFill>
              </a:defRPr>
            </a:lvl4pPr>
            <a:lvl5pPr marL="2286000" lvl="4" indent="-292100">
              <a:spcBef>
                <a:spcPts val="0"/>
              </a:spcBef>
              <a:spcAft>
                <a:spcPts val="0"/>
              </a:spcAft>
              <a:buClr>
                <a:schemeClr val="dk1"/>
              </a:buClr>
              <a:buSzPts val="1000"/>
              <a:buFont typeface="Urbanist"/>
              <a:buChar char="○"/>
              <a:defRPr sz="1000">
                <a:solidFill>
                  <a:schemeClr val="dk1"/>
                </a:solidFill>
              </a:defRPr>
            </a:lvl5pPr>
            <a:lvl6pPr marL="2743200" lvl="5" indent="-292100">
              <a:spcBef>
                <a:spcPts val="0"/>
              </a:spcBef>
              <a:spcAft>
                <a:spcPts val="0"/>
              </a:spcAft>
              <a:buClr>
                <a:schemeClr val="dk1"/>
              </a:buClr>
              <a:buSzPts val="1000"/>
              <a:buFont typeface="Urbanist"/>
              <a:buChar char="■"/>
              <a:defRPr sz="1000">
                <a:solidFill>
                  <a:schemeClr val="dk1"/>
                </a:solidFill>
              </a:defRPr>
            </a:lvl6pPr>
            <a:lvl7pPr marL="3200400" lvl="6" indent="-292100">
              <a:spcBef>
                <a:spcPts val="0"/>
              </a:spcBef>
              <a:spcAft>
                <a:spcPts val="0"/>
              </a:spcAft>
              <a:buClr>
                <a:schemeClr val="dk1"/>
              </a:buClr>
              <a:buSzPts val="1000"/>
              <a:buFont typeface="Urbanist"/>
              <a:buChar char="●"/>
              <a:defRPr sz="1000">
                <a:solidFill>
                  <a:schemeClr val="dk1"/>
                </a:solidFill>
              </a:defRPr>
            </a:lvl7pPr>
            <a:lvl8pPr marL="3657600" lvl="7" indent="-292100">
              <a:spcBef>
                <a:spcPts val="0"/>
              </a:spcBef>
              <a:spcAft>
                <a:spcPts val="0"/>
              </a:spcAft>
              <a:buClr>
                <a:schemeClr val="dk1"/>
              </a:buClr>
              <a:buSzPts val="1000"/>
              <a:buFont typeface="Urbanist"/>
              <a:buChar char="○"/>
              <a:defRPr sz="1000">
                <a:solidFill>
                  <a:schemeClr val="dk1"/>
                </a:solidFill>
              </a:defRPr>
            </a:lvl8pPr>
            <a:lvl9pPr marL="4114800" lvl="8" indent="-292100">
              <a:spcBef>
                <a:spcPts val="0"/>
              </a:spcBef>
              <a:spcAft>
                <a:spcPts val="0"/>
              </a:spcAft>
              <a:buClr>
                <a:schemeClr val="dk1"/>
              </a:buClr>
              <a:buSzPts val="1000"/>
              <a:buFont typeface="Urbanist"/>
              <a:buChar char="■"/>
              <a:defRPr sz="1000">
                <a:solidFill>
                  <a:schemeClr val="dk1"/>
                </a:solidFill>
              </a:defRPr>
            </a:lvl9pPr>
          </a:lstStyle>
          <a:p>
            <a:endParaRPr/>
          </a:p>
        </p:txBody>
      </p:sp>
      <p:sp>
        <p:nvSpPr>
          <p:cNvPr id="315" name="Google Shape;315;p29"/>
          <p:cNvSpPr txBox="1">
            <a:spLocks noGrp="1"/>
          </p:cNvSpPr>
          <p:nvPr>
            <p:ph type="subTitle" idx="7"/>
          </p:nvPr>
        </p:nvSpPr>
        <p:spPr>
          <a:xfrm>
            <a:off x="2580250" y="1528150"/>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16" name="Google Shape;316;p29"/>
          <p:cNvSpPr txBox="1">
            <a:spLocks noGrp="1"/>
          </p:cNvSpPr>
          <p:nvPr>
            <p:ph type="body" idx="8"/>
          </p:nvPr>
        </p:nvSpPr>
        <p:spPr>
          <a:xfrm>
            <a:off x="2580250" y="1791652"/>
            <a:ext cx="2911500" cy="6105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cxnSp>
        <p:nvCxnSpPr>
          <p:cNvPr id="317" name="Google Shape;317;p29"/>
          <p:cNvCxnSpPr/>
          <p:nvPr/>
        </p:nvCxnSpPr>
        <p:spPr>
          <a:xfrm>
            <a:off x="2423700" y="2531312"/>
            <a:ext cx="3194400" cy="0"/>
          </a:xfrm>
          <a:prstGeom prst="straightConnector1">
            <a:avLst/>
          </a:prstGeom>
          <a:noFill/>
          <a:ln w="9525" cap="flat" cmpd="sng">
            <a:solidFill>
              <a:schemeClr val="dk1"/>
            </a:solidFill>
            <a:prstDash val="solid"/>
            <a:round/>
            <a:headEnd type="none" w="med" len="med"/>
            <a:tailEnd type="none" w="med" len="med"/>
          </a:ln>
        </p:spPr>
      </p:cxnSp>
      <p:cxnSp>
        <p:nvCxnSpPr>
          <p:cNvPr id="318" name="Google Shape;318;p29"/>
          <p:cNvCxnSpPr/>
          <p:nvPr/>
        </p:nvCxnSpPr>
        <p:spPr>
          <a:xfrm>
            <a:off x="2423700" y="3583537"/>
            <a:ext cx="3194400" cy="0"/>
          </a:xfrm>
          <a:prstGeom prst="straightConnector1">
            <a:avLst/>
          </a:prstGeom>
          <a:noFill/>
          <a:ln w="9525" cap="flat" cmpd="sng">
            <a:solidFill>
              <a:schemeClr val="dk1"/>
            </a:solidFill>
            <a:prstDash val="solid"/>
            <a:round/>
            <a:headEnd type="none" w="med" len="med"/>
            <a:tailEnd type="none" w="med" len="med"/>
          </a:ln>
        </p:spPr>
      </p:cxnSp>
      <p:sp>
        <p:nvSpPr>
          <p:cNvPr id="319" name="Google Shape;319;p29"/>
          <p:cNvSpPr txBox="1">
            <a:spLocks noGrp="1"/>
          </p:cNvSpPr>
          <p:nvPr>
            <p:ph type="subTitle" idx="9"/>
          </p:nvPr>
        </p:nvSpPr>
        <p:spPr>
          <a:xfrm>
            <a:off x="2580250" y="26604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0" name="Google Shape;320;p29"/>
          <p:cNvSpPr txBox="1">
            <a:spLocks noGrp="1"/>
          </p:cNvSpPr>
          <p:nvPr>
            <p:ph type="body" idx="13"/>
          </p:nvPr>
        </p:nvSpPr>
        <p:spPr>
          <a:xfrm>
            <a:off x="2580250" y="2931046"/>
            <a:ext cx="2911500" cy="6105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21" name="Google Shape;321;p29"/>
          <p:cNvSpPr/>
          <p:nvPr/>
        </p:nvSpPr>
        <p:spPr>
          <a:xfrm flipH="1">
            <a:off x="2600988"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4" name="Google Shape;324;p29"/>
          <p:cNvSpPr txBox="1">
            <a:spLocks noGrp="1"/>
          </p:cNvSpPr>
          <p:nvPr>
            <p:ph type="subTitle" idx="14"/>
          </p:nvPr>
        </p:nvSpPr>
        <p:spPr>
          <a:xfrm>
            <a:off x="2567250" y="36718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5" name="Google Shape;325;p29"/>
          <p:cNvSpPr txBox="1">
            <a:spLocks noGrp="1"/>
          </p:cNvSpPr>
          <p:nvPr>
            <p:ph type="subTitle" idx="15"/>
          </p:nvPr>
        </p:nvSpPr>
        <p:spPr>
          <a:xfrm>
            <a:off x="5877425" y="15281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26" name="Google Shape;326;p29"/>
          <p:cNvSpPr txBox="1">
            <a:spLocks noGrp="1"/>
          </p:cNvSpPr>
          <p:nvPr>
            <p:ph type="subTitle" idx="16"/>
          </p:nvPr>
        </p:nvSpPr>
        <p:spPr>
          <a:xfrm>
            <a:off x="5877425" y="178110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7" name="Google Shape;327;p29"/>
          <p:cNvSpPr txBox="1">
            <a:spLocks noGrp="1"/>
          </p:cNvSpPr>
          <p:nvPr>
            <p:ph type="subTitle" idx="17"/>
          </p:nvPr>
        </p:nvSpPr>
        <p:spPr>
          <a:xfrm>
            <a:off x="5877425" y="22191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8" name="Google Shape;328;p29"/>
          <p:cNvSpPr txBox="1">
            <a:spLocks noGrp="1"/>
          </p:cNvSpPr>
          <p:nvPr>
            <p:ph type="subTitle" idx="18"/>
          </p:nvPr>
        </p:nvSpPr>
        <p:spPr>
          <a:xfrm>
            <a:off x="5877425" y="26572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9" name="Google Shape;329;p29"/>
          <p:cNvSpPr txBox="1">
            <a:spLocks noGrp="1"/>
          </p:cNvSpPr>
          <p:nvPr>
            <p:ph type="subTitle" idx="19"/>
          </p:nvPr>
        </p:nvSpPr>
        <p:spPr>
          <a:xfrm>
            <a:off x="5877425" y="335493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30" name="Google Shape;330;p29"/>
          <p:cNvSpPr txBox="1">
            <a:spLocks noGrp="1"/>
          </p:cNvSpPr>
          <p:nvPr>
            <p:ph type="subTitle" idx="20"/>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331" name="Google Shape;331;p2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ilestones">
  <p:cSld name="CUSTOM_4">
    <p:spTree>
      <p:nvGrpSpPr>
        <p:cNvPr id="1" name="Shape 333"/>
        <p:cNvGrpSpPr/>
        <p:nvPr/>
      </p:nvGrpSpPr>
      <p:grpSpPr>
        <a:xfrm>
          <a:off x="0" y="0"/>
          <a:ext cx="0" cy="0"/>
          <a:chOff x="0" y="0"/>
          <a:chExt cx="0" cy="0"/>
        </a:xfrm>
      </p:grpSpPr>
      <p:sp>
        <p:nvSpPr>
          <p:cNvPr id="334" name="Google Shape;334;p30"/>
          <p:cNvSpPr txBox="1">
            <a:spLocks noGrp="1"/>
          </p:cNvSpPr>
          <p:nvPr>
            <p:ph type="body" idx="1"/>
          </p:nvPr>
        </p:nvSpPr>
        <p:spPr>
          <a:xfrm>
            <a:off x="2054000" y="2952175"/>
            <a:ext cx="1377600" cy="9378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335" name="Google Shape;335;p30"/>
          <p:cNvSpPr txBox="1">
            <a:spLocks noGrp="1"/>
          </p:cNvSpPr>
          <p:nvPr>
            <p:ph type="body" idx="2"/>
          </p:nvPr>
        </p:nvSpPr>
        <p:spPr>
          <a:xfrm>
            <a:off x="2461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6" name="Google Shape;336;p30"/>
          <p:cNvSpPr txBox="1">
            <a:spLocks noGrp="1"/>
          </p:cNvSpPr>
          <p:nvPr>
            <p:ph type="subTitle" idx="3"/>
          </p:nvPr>
        </p:nvSpPr>
        <p:spPr>
          <a:xfrm>
            <a:off x="382995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37" name="Google Shape;337;p30"/>
          <p:cNvSpPr txBox="1">
            <a:spLocks noGrp="1"/>
          </p:cNvSpPr>
          <p:nvPr>
            <p:ph type="body" idx="4"/>
          </p:nvPr>
        </p:nvSpPr>
        <p:spPr>
          <a:xfrm>
            <a:off x="3848250" y="2952163"/>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8" name="Google Shape;338;p30"/>
          <p:cNvSpPr txBox="1">
            <a:spLocks noGrp="1"/>
          </p:cNvSpPr>
          <p:nvPr>
            <p:ph type="subTitle" idx="5"/>
          </p:nvPr>
        </p:nvSpPr>
        <p:spPr>
          <a:xfrm>
            <a:off x="20774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39" name="Google Shape;339;p30"/>
          <p:cNvSpPr txBox="1">
            <a:spLocks noGrp="1"/>
          </p:cNvSpPr>
          <p:nvPr>
            <p:ph type="body" idx="6"/>
          </p:nvPr>
        </p:nvSpPr>
        <p:spPr>
          <a:xfrm>
            <a:off x="5634175"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40" name="Google Shape;340;p30"/>
          <p:cNvSpPr txBox="1">
            <a:spLocks noGrp="1"/>
          </p:cNvSpPr>
          <p:nvPr>
            <p:ph type="subTitle" idx="7"/>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1" name="Google Shape;341;p30"/>
          <p:cNvSpPr txBox="1">
            <a:spLocks noGrp="1"/>
          </p:cNvSpPr>
          <p:nvPr>
            <p:ph type="subTitle" idx="8"/>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2" name="Google Shape;342;p30"/>
          <p:cNvSpPr txBox="1">
            <a:spLocks noGrp="1"/>
          </p:cNvSpPr>
          <p:nvPr>
            <p:ph type="subTitle" idx="9"/>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43" name="Google Shape;343;p3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44" name="Google Shape;344;p30"/>
          <p:cNvSpPr txBox="1">
            <a:spLocks noGrp="1"/>
          </p:cNvSpPr>
          <p:nvPr>
            <p:ph type="title"/>
          </p:nvPr>
        </p:nvSpPr>
        <p:spPr>
          <a:xfrm>
            <a:off x="228600" y="613525"/>
            <a:ext cx="6841500" cy="7530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345" name="Google Shape;345;p30"/>
          <p:cNvSpPr txBox="1">
            <a:spLocks noGrp="1"/>
          </p:cNvSpPr>
          <p:nvPr>
            <p:ph type="subTitle" idx="13"/>
          </p:nvPr>
        </p:nvSpPr>
        <p:spPr>
          <a:xfrm>
            <a:off x="2775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6" name="Google Shape;346;p30"/>
          <p:cNvSpPr txBox="1">
            <a:spLocks noGrp="1"/>
          </p:cNvSpPr>
          <p:nvPr>
            <p:ph type="subTitle" idx="14"/>
          </p:nvPr>
        </p:nvSpPr>
        <p:spPr>
          <a:xfrm>
            <a:off x="38773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47" name="Google Shape;347;p30"/>
          <p:cNvSpPr txBox="1">
            <a:spLocks noGrp="1"/>
          </p:cNvSpPr>
          <p:nvPr>
            <p:ph type="subTitle" idx="15"/>
          </p:nvPr>
        </p:nvSpPr>
        <p:spPr>
          <a:xfrm>
            <a:off x="56772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8" name="Google Shape;348;p30"/>
          <p:cNvSpPr txBox="1">
            <a:spLocks noGrp="1"/>
          </p:cNvSpPr>
          <p:nvPr>
            <p:ph type="subTitle" idx="16"/>
          </p:nvPr>
        </p:nvSpPr>
        <p:spPr>
          <a:xfrm>
            <a:off x="74771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9" name="Google Shape;349;p30"/>
          <p:cNvSpPr txBox="1">
            <a:spLocks noGrp="1"/>
          </p:cNvSpPr>
          <p:nvPr>
            <p:ph type="subTitle" idx="17"/>
          </p:nvPr>
        </p:nvSpPr>
        <p:spPr>
          <a:xfrm>
            <a:off x="23880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200"/>
              <a:buFont typeface="Urbanist"/>
              <a:buNone/>
              <a:defRPr sz="1200" b="1">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30"/>
          <p:cNvSpPr txBox="1">
            <a:spLocks noGrp="1"/>
          </p:cNvSpPr>
          <p:nvPr>
            <p:ph type="subTitle" idx="18"/>
          </p:nvPr>
        </p:nvSpPr>
        <p:spPr>
          <a:xfrm>
            <a:off x="2034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1" name="Google Shape;351;p30"/>
          <p:cNvSpPr txBox="1">
            <a:spLocks noGrp="1"/>
          </p:cNvSpPr>
          <p:nvPr>
            <p:ph type="subTitle" idx="19"/>
          </p:nvPr>
        </p:nvSpPr>
        <p:spPr>
          <a:xfrm>
            <a:off x="5645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2" name="Google Shape;352;p30"/>
          <p:cNvSpPr txBox="1">
            <a:spLocks noGrp="1"/>
          </p:cNvSpPr>
          <p:nvPr>
            <p:ph type="subTitle" idx="20"/>
          </p:nvPr>
        </p:nvSpPr>
        <p:spPr>
          <a:xfrm>
            <a:off x="7460789"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3" name="Google Shape;353;p30"/>
          <p:cNvSpPr txBox="1">
            <a:spLocks noGrp="1"/>
          </p:cNvSpPr>
          <p:nvPr>
            <p:ph type="subTitle" idx="21"/>
          </p:nvPr>
        </p:nvSpPr>
        <p:spPr>
          <a:xfrm>
            <a:off x="372900" y="202945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sp>
        <p:nvSpPr>
          <p:cNvPr id="354" name="Google Shape;354;p30"/>
          <p:cNvSpPr txBox="1">
            <a:spLocks noGrp="1"/>
          </p:cNvSpPr>
          <p:nvPr>
            <p:ph type="subTitle" idx="22"/>
          </p:nvPr>
        </p:nvSpPr>
        <p:spPr>
          <a:xfrm>
            <a:off x="2178663"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5" name="Google Shape;355;p30"/>
          <p:cNvSpPr txBox="1">
            <a:spLocks noGrp="1"/>
          </p:cNvSpPr>
          <p:nvPr>
            <p:ph type="subTitle" idx="23"/>
          </p:nvPr>
        </p:nvSpPr>
        <p:spPr>
          <a:xfrm>
            <a:off x="3974250"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6" name="Google Shape;356;p30"/>
          <p:cNvSpPr txBox="1">
            <a:spLocks noGrp="1"/>
          </p:cNvSpPr>
          <p:nvPr>
            <p:ph type="subTitle" idx="24"/>
          </p:nvPr>
        </p:nvSpPr>
        <p:spPr>
          <a:xfrm>
            <a:off x="5789675"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7" name="Google Shape;357;p30"/>
          <p:cNvSpPr txBox="1">
            <a:spLocks noGrp="1"/>
          </p:cNvSpPr>
          <p:nvPr>
            <p:ph type="subTitle" idx="25"/>
          </p:nvPr>
        </p:nvSpPr>
        <p:spPr>
          <a:xfrm>
            <a:off x="7605089"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8" name="Google Shape;358;p30"/>
          <p:cNvSpPr txBox="1">
            <a:spLocks noGrp="1"/>
          </p:cNvSpPr>
          <p:nvPr>
            <p:ph type="body" idx="26"/>
          </p:nvPr>
        </p:nvSpPr>
        <p:spPr>
          <a:xfrm>
            <a:off x="74503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59" name="Google Shape;359;p3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etrics ">
  <p:cSld name="CUSTOM_5">
    <p:spTree>
      <p:nvGrpSpPr>
        <p:cNvPr id="1" name="Shape 361"/>
        <p:cNvGrpSpPr/>
        <p:nvPr/>
      </p:nvGrpSpPr>
      <p:grpSpPr>
        <a:xfrm>
          <a:off x="0" y="0"/>
          <a:ext cx="0" cy="0"/>
          <a:chOff x="0" y="0"/>
          <a:chExt cx="0" cy="0"/>
        </a:xfrm>
      </p:grpSpPr>
      <p:sp>
        <p:nvSpPr>
          <p:cNvPr id="362" name="Google Shape;362;p31"/>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3" name="Google Shape;363;p31"/>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4" name="Google Shape;364;p31"/>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65" name="Google Shape;365;p3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66" name="Google Shape;366;p3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8" name="Google Shape;368;p31"/>
          <p:cNvSpPr txBox="1">
            <a:spLocks noGrp="1"/>
          </p:cNvSpPr>
          <p:nvPr>
            <p:ph type="subTitle" idx="4"/>
          </p:nvPr>
        </p:nvSpPr>
        <p:spPr>
          <a:xfrm>
            <a:off x="6314800" y="458325"/>
            <a:ext cx="229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31"/>
          <p:cNvSpPr txBox="1">
            <a:spLocks noGrp="1"/>
          </p:cNvSpPr>
          <p:nvPr>
            <p:ph type="title"/>
          </p:nvPr>
        </p:nvSpPr>
        <p:spPr>
          <a:xfrm>
            <a:off x="237650" y="746900"/>
            <a:ext cx="2834700" cy="25908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0" name="Google Shape;370;p31"/>
          <p:cNvSpPr txBox="1">
            <a:spLocks noGrp="1"/>
          </p:cNvSpPr>
          <p:nvPr>
            <p:ph type="subTitle" idx="5"/>
          </p:nvPr>
        </p:nvSpPr>
        <p:spPr>
          <a:xfrm>
            <a:off x="229175" y="229175"/>
            <a:ext cx="283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71" name="Google Shape;371;p31"/>
          <p:cNvSpPr txBox="1">
            <a:spLocks noGrp="1"/>
          </p:cNvSpPr>
          <p:nvPr>
            <p:ph type="subTitle" idx="6"/>
          </p:nvPr>
        </p:nvSpPr>
        <p:spPr>
          <a:xfrm>
            <a:off x="3437500" y="882725"/>
            <a:ext cx="22947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2" name="Google Shape;372;p31"/>
          <p:cNvSpPr txBox="1">
            <a:spLocks noGrp="1"/>
          </p:cNvSpPr>
          <p:nvPr>
            <p:ph type="title" idx="7"/>
          </p:nvPr>
        </p:nvSpPr>
        <p:spPr>
          <a:xfrm>
            <a:off x="3611850" y="1848195"/>
            <a:ext cx="1924200" cy="594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a:endParaRPr/>
          </a:p>
        </p:txBody>
      </p:sp>
      <p:sp>
        <p:nvSpPr>
          <p:cNvPr id="373" name="Google Shape;373;p31"/>
          <p:cNvSpPr txBox="1">
            <a:spLocks noGrp="1"/>
          </p:cNvSpPr>
          <p:nvPr>
            <p:ph type="title" idx="8"/>
          </p:nvPr>
        </p:nvSpPr>
        <p:spPr>
          <a:xfrm>
            <a:off x="3611850" y="3250202"/>
            <a:ext cx="1920300" cy="59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4" name="Google Shape;374;p31"/>
          <p:cNvSpPr txBox="1">
            <a:spLocks noGrp="1"/>
          </p:cNvSpPr>
          <p:nvPr>
            <p:ph type="subTitle" idx="9"/>
          </p:nvPr>
        </p:nvSpPr>
        <p:spPr>
          <a:xfrm>
            <a:off x="3611850" y="2707575"/>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5" name="Google Shape;375;p31"/>
          <p:cNvSpPr txBox="1">
            <a:spLocks noGrp="1"/>
          </p:cNvSpPr>
          <p:nvPr>
            <p:ph type="subTitle" idx="13"/>
          </p:nvPr>
        </p:nvSpPr>
        <p:spPr>
          <a:xfrm>
            <a:off x="3611850" y="4076800"/>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6" name="Google Shape;376;p31"/>
          <p:cNvSpPr txBox="1">
            <a:spLocks noGrp="1"/>
          </p:cNvSpPr>
          <p:nvPr>
            <p:ph type="subTitle" idx="14"/>
          </p:nvPr>
        </p:nvSpPr>
        <p:spPr>
          <a:xfrm>
            <a:off x="6258900" y="3267725"/>
            <a:ext cx="24783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7" name="Google Shape;377;p31"/>
          <p:cNvSpPr txBox="1">
            <a:spLocks noGrp="1"/>
          </p:cNvSpPr>
          <p:nvPr>
            <p:ph type="subTitle" idx="15"/>
          </p:nvPr>
        </p:nvSpPr>
        <p:spPr>
          <a:xfrm>
            <a:off x="6258900" y="3955225"/>
            <a:ext cx="2478300" cy="3300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8"/>
        <p:cNvGrpSpPr/>
        <p:nvPr/>
      </p:nvGrpSpPr>
      <p:grpSpPr>
        <a:xfrm>
          <a:off x="0" y="0"/>
          <a:ext cx="0" cy="0"/>
          <a:chOff x="0" y="0"/>
          <a:chExt cx="0" cy="0"/>
        </a:xfrm>
      </p:grpSpPr>
      <p:sp>
        <p:nvSpPr>
          <p:cNvPr id="379" name="Google Shape;379;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80" name="Google Shape;380;p3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81"/>
        <p:cNvGrpSpPr/>
        <p:nvPr/>
      </p:nvGrpSpPr>
      <p:grpSpPr>
        <a:xfrm>
          <a:off x="0" y="0"/>
          <a:ext cx="0" cy="0"/>
          <a:chOff x="0" y="0"/>
          <a:chExt cx="0" cy="0"/>
        </a:xfrm>
      </p:grpSpPr>
      <p:sp>
        <p:nvSpPr>
          <p:cNvPr id="382" name="Google Shape;38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83"/>
        <p:cNvGrpSpPr/>
        <p:nvPr/>
      </p:nvGrpSpPr>
      <p:grpSpPr>
        <a:xfrm>
          <a:off x="0" y="0"/>
          <a:ext cx="0" cy="0"/>
          <a:chOff x="0" y="0"/>
          <a:chExt cx="0" cy="0"/>
        </a:xfrm>
      </p:grpSpPr>
      <p:sp>
        <p:nvSpPr>
          <p:cNvPr id="384" name="Google Shape;38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5" name="Google Shape;385;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86"/>
        <p:cNvGrpSpPr/>
        <p:nvPr/>
      </p:nvGrpSpPr>
      <p:grpSpPr>
        <a:xfrm>
          <a:off x="0" y="0"/>
          <a:ext cx="0" cy="0"/>
          <a:chOff x="0" y="0"/>
          <a:chExt cx="0" cy="0"/>
        </a:xfrm>
      </p:grpSpPr>
      <p:sp>
        <p:nvSpPr>
          <p:cNvPr id="387" name="Google Shape;38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8" name="Google Shape;388;p3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9" name="Google Shape;389;p3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90"/>
        <p:cNvGrpSpPr/>
        <p:nvPr/>
      </p:nvGrpSpPr>
      <p:grpSpPr>
        <a:xfrm>
          <a:off x="0" y="0"/>
          <a:ext cx="0" cy="0"/>
          <a:chOff x="0" y="0"/>
          <a:chExt cx="0" cy="0"/>
        </a:xfrm>
      </p:grpSpPr>
      <p:sp>
        <p:nvSpPr>
          <p:cNvPr id="391" name="Google Shape;39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2"/>
        <p:cNvGrpSpPr/>
        <p:nvPr/>
      </p:nvGrpSpPr>
      <p:grpSpPr>
        <a:xfrm>
          <a:off x="0" y="0"/>
          <a:ext cx="0" cy="0"/>
          <a:chOff x="0" y="0"/>
          <a:chExt cx="0" cy="0"/>
        </a:xfrm>
      </p:grpSpPr>
      <p:sp>
        <p:nvSpPr>
          <p:cNvPr id="393" name="Google Shape;393;p3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4" name="Google Shape;394;p3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5"/>
        <p:cNvGrpSpPr/>
        <p:nvPr/>
      </p:nvGrpSpPr>
      <p:grpSpPr>
        <a:xfrm>
          <a:off x="0" y="0"/>
          <a:ext cx="0" cy="0"/>
          <a:chOff x="0" y="0"/>
          <a:chExt cx="0" cy="0"/>
        </a:xfrm>
      </p:grpSpPr>
      <p:sp>
        <p:nvSpPr>
          <p:cNvPr id="396" name="Google Shape;396;p3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7"/>
        <p:cNvGrpSpPr/>
        <p:nvPr/>
      </p:nvGrpSpPr>
      <p:grpSpPr>
        <a:xfrm>
          <a:off x="0" y="0"/>
          <a:ext cx="0" cy="0"/>
          <a:chOff x="0" y="0"/>
          <a:chExt cx="0" cy="0"/>
        </a:xfrm>
      </p:grpSpPr>
      <p:sp>
        <p:nvSpPr>
          <p:cNvPr id="398" name="Google Shape;398;p3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9" name="Google Shape;399;p3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400" name="Google Shape;400;p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01"/>
        <p:cNvGrpSpPr/>
        <p:nvPr/>
      </p:nvGrpSpPr>
      <p:grpSpPr>
        <a:xfrm>
          <a:off x="0" y="0"/>
          <a:ext cx="0" cy="0"/>
          <a:chOff x="0" y="0"/>
          <a:chExt cx="0" cy="0"/>
        </a:xfrm>
      </p:grpSpPr>
      <p:sp>
        <p:nvSpPr>
          <p:cNvPr id="402" name="Google Shape;402;p4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03"/>
        <p:cNvGrpSpPr/>
        <p:nvPr/>
      </p:nvGrpSpPr>
      <p:grpSpPr>
        <a:xfrm>
          <a:off x="0" y="0"/>
          <a:ext cx="0" cy="0"/>
          <a:chOff x="0" y="0"/>
          <a:chExt cx="0" cy="0"/>
        </a:xfrm>
      </p:grpSpPr>
      <p:sp>
        <p:nvSpPr>
          <p:cNvPr id="404" name="Google Shape;404;p4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07"/>
        <p:cNvGrpSpPr/>
        <p:nvPr/>
      </p:nvGrpSpPr>
      <p:grpSpPr>
        <a:xfrm>
          <a:off x="0" y="0"/>
          <a:ext cx="0" cy="0"/>
          <a:chOff x="0" y="0"/>
          <a:chExt cx="0" cy="0"/>
        </a:xfrm>
      </p:grpSpPr>
      <p:sp>
        <p:nvSpPr>
          <p:cNvPr id="408" name="Google Shape;408;p4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9" name="Google Shape;409;p4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0" name="Google Shape;410;p4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1" name="Google Shape;411;p4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2" name="Google Shape;412;p4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3" name="Google Shape;413;p4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4" name="Google Shape;414;p4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415"/>
        <p:cNvGrpSpPr/>
        <p:nvPr/>
      </p:nvGrpSpPr>
      <p:grpSpPr>
        <a:xfrm>
          <a:off x="0" y="0"/>
          <a:ext cx="0" cy="0"/>
          <a:chOff x="0" y="0"/>
          <a:chExt cx="0" cy="0"/>
        </a:xfrm>
      </p:grpSpPr>
      <p:sp>
        <p:nvSpPr>
          <p:cNvPr id="416" name="Google Shape;41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7" name="Google Shape;417;p4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18" name="Google Shape;418;p4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419"/>
        <p:cNvGrpSpPr/>
        <p:nvPr/>
      </p:nvGrpSpPr>
      <p:grpSpPr>
        <a:xfrm>
          <a:off x="0" y="0"/>
          <a:ext cx="0" cy="0"/>
          <a:chOff x="0" y="0"/>
          <a:chExt cx="0" cy="0"/>
        </a:xfrm>
      </p:grpSpPr>
      <p:sp>
        <p:nvSpPr>
          <p:cNvPr id="420" name="Google Shape;420;p4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1" name="Google Shape;421;p4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2" name="Google Shape;422;p4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3" name="Google Shape;423;p4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24" name="Google Shape;424;p4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425"/>
        <p:cNvGrpSpPr/>
        <p:nvPr/>
      </p:nvGrpSpPr>
      <p:grpSpPr>
        <a:xfrm>
          <a:off x="0" y="0"/>
          <a:ext cx="0" cy="0"/>
          <a:chOff x="0" y="0"/>
          <a:chExt cx="0" cy="0"/>
        </a:xfrm>
      </p:grpSpPr>
      <p:sp>
        <p:nvSpPr>
          <p:cNvPr id="426" name="Google Shape;426;p4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7" name="Google Shape;427;p4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8" name="Google Shape;428;p4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9" name="Google Shape;429;p4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0" name="Google Shape;430;p4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1" name="Google Shape;431;p4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2" name="Google Shape;432;p4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433"/>
        <p:cNvGrpSpPr/>
        <p:nvPr/>
      </p:nvGrpSpPr>
      <p:grpSpPr>
        <a:xfrm>
          <a:off x="0" y="0"/>
          <a:ext cx="0" cy="0"/>
          <a:chOff x="0" y="0"/>
          <a:chExt cx="0" cy="0"/>
        </a:xfrm>
      </p:grpSpPr>
      <p:sp>
        <p:nvSpPr>
          <p:cNvPr id="434" name="Google Shape;434;p4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35" name="Google Shape;435;p4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6" name="Google Shape;436;p4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7" name="Google Shape;437;p4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8" name="Google Shape;438;p4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9" name="Google Shape;439;p4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0" name="Google Shape;440;p4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1" name="Google Shape;441;p4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2" name="Google Shape;442;p4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443"/>
        <p:cNvGrpSpPr/>
        <p:nvPr/>
      </p:nvGrpSpPr>
      <p:grpSpPr>
        <a:xfrm>
          <a:off x="0" y="0"/>
          <a:ext cx="0" cy="0"/>
          <a:chOff x="0" y="0"/>
          <a:chExt cx="0" cy="0"/>
        </a:xfrm>
      </p:grpSpPr>
      <p:sp>
        <p:nvSpPr>
          <p:cNvPr id="444" name="Google Shape;444;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45" name="Google Shape;445;p4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46"/>
        <p:cNvGrpSpPr/>
        <p:nvPr/>
      </p:nvGrpSpPr>
      <p:grpSpPr>
        <a:xfrm>
          <a:off x="0" y="0"/>
          <a:ext cx="0" cy="0"/>
          <a:chOff x="0" y="0"/>
          <a:chExt cx="0" cy="0"/>
        </a:xfrm>
      </p:grpSpPr>
      <p:sp>
        <p:nvSpPr>
          <p:cNvPr id="447" name="Google Shape;447;p4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48" name="Google Shape;448;p49"/>
          <p:cNvSpPr>
            <a:spLocks noGrp="1"/>
          </p:cNvSpPr>
          <p:nvPr>
            <p:ph type="pic" idx="2"/>
          </p:nvPr>
        </p:nvSpPr>
        <p:spPr>
          <a:xfrm>
            <a:off x="4804825" y="1133300"/>
            <a:ext cx="4027500" cy="2392800"/>
          </a:xfrm>
          <a:prstGeom prst="rect">
            <a:avLst/>
          </a:prstGeom>
          <a:noFill/>
          <a:ln>
            <a:noFill/>
          </a:ln>
        </p:spPr>
      </p:sp>
      <p:sp>
        <p:nvSpPr>
          <p:cNvPr id="449" name="Google Shape;449;p49"/>
          <p:cNvSpPr>
            <a:spLocks noGrp="1"/>
          </p:cNvSpPr>
          <p:nvPr>
            <p:ph type="pic" idx="3"/>
          </p:nvPr>
        </p:nvSpPr>
        <p:spPr>
          <a:xfrm>
            <a:off x="311725" y="1133300"/>
            <a:ext cx="4027500" cy="2392800"/>
          </a:xfrm>
          <a:prstGeom prst="rect">
            <a:avLst/>
          </a:prstGeom>
          <a:noFill/>
          <a:ln>
            <a:noFill/>
          </a:ln>
        </p:spPr>
      </p:sp>
      <p:sp>
        <p:nvSpPr>
          <p:cNvPr id="450" name="Google Shape;450;p4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1" name="Google Shape;451;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2" name="Google Shape;452;p4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53" name="Google Shape;453;p4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54"/>
        <p:cNvGrpSpPr/>
        <p:nvPr/>
      </p:nvGrpSpPr>
      <p:grpSpPr>
        <a:xfrm>
          <a:off x="0" y="0"/>
          <a:ext cx="0" cy="0"/>
          <a:chOff x="0" y="0"/>
          <a:chExt cx="0" cy="0"/>
        </a:xfrm>
      </p:grpSpPr>
      <p:sp>
        <p:nvSpPr>
          <p:cNvPr id="455" name="Google Shape;455;p5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56" name="Google Shape;456;p50"/>
          <p:cNvSpPr>
            <a:spLocks noGrp="1"/>
          </p:cNvSpPr>
          <p:nvPr>
            <p:ph type="pic" idx="2"/>
          </p:nvPr>
        </p:nvSpPr>
        <p:spPr>
          <a:xfrm>
            <a:off x="6205225" y="1128325"/>
            <a:ext cx="2627100" cy="2273100"/>
          </a:xfrm>
          <a:prstGeom prst="rect">
            <a:avLst/>
          </a:prstGeom>
          <a:noFill/>
          <a:ln>
            <a:noFill/>
          </a:ln>
        </p:spPr>
      </p:sp>
      <p:sp>
        <p:nvSpPr>
          <p:cNvPr id="457" name="Google Shape;457;p50"/>
          <p:cNvSpPr>
            <a:spLocks noGrp="1"/>
          </p:cNvSpPr>
          <p:nvPr>
            <p:ph type="pic" idx="3"/>
          </p:nvPr>
        </p:nvSpPr>
        <p:spPr>
          <a:xfrm>
            <a:off x="311725" y="1128325"/>
            <a:ext cx="2627100" cy="2273100"/>
          </a:xfrm>
          <a:prstGeom prst="rect">
            <a:avLst/>
          </a:prstGeom>
          <a:noFill/>
          <a:ln>
            <a:noFill/>
          </a:ln>
        </p:spPr>
      </p:sp>
      <p:sp>
        <p:nvSpPr>
          <p:cNvPr id="458" name="Google Shape;458;p5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9" name="Google Shape;459;p50"/>
          <p:cNvSpPr>
            <a:spLocks noGrp="1"/>
          </p:cNvSpPr>
          <p:nvPr>
            <p:ph type="pic" idx="5"/>
          </p:nvPr>
        </p:nvSpPr>
        <p:spPr>
          <a:xfrm>
            <a:off x="3255250" y="1128325"/>
            <a:ext cx="2627100" cy="2273100"/>
          </a:xfrm>
          <a:prstGeom prst="rect">
            <a:avLst/>
          </a:prstGeom>
          <a:noFill/>
          <a:ln>
            <a:noFill/>
          </a:ln>
        </p:spPr>
      </p:sp>
      <p:sp>
        <p:nvSpPr>
          <p:cNvPr id="460" name="Google Shape;460;p5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1" name="Google Shape;46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2" name="Google Shape;462;p5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3" name="Google Shape;463;p5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4" name="Google Shape;464;p5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65"/>
        <p:cNvGrpSpPr/>
        <p:nvPr/>
      </p:nvGrpSpPr>
      <p:grpSpPr>
        <a:xfrm>
          <a:off x="0" y="0"/>
          <a:ext cx="0" cy="0"/>
          <a:chOff x="0" y="0"/>
          <a:chExt cx="0" cy="0"/>
        </a:xfrm>
      </p:grpSpPr>
      <p:sp>
        <p:nvSpPr>
          <p:cNvPr id="466" name="Google Shape;466;p5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67"/>
        <p:cNvGrpSpPr/>
        <p:nvPr/>
      </p:nvGrpSpPr>
      <p:grpSpPr>
        <a:xfrm>
          <a:off x="0" y="0"/>
          <a:ext cx="0" cy="0"/>
          <a:chOff x="0" y="0"/>
          <a:chExt cx="0" cy="0"/>
        </a:xfrm>
      </p:grpSpPr>
      <p:sp>
        <p:nvSpPr>
          <p:cNvPr id="468" name="Google Shape;468;p52"/>
          <p:cNvSpPr>
            <a:spLocks noGrp="1"/>
          </p:cNvSpPr>
          <p:nvPr>
            <p:ph type="pic" idx="2"/>
          </p:nvPr>
        </p:nvSpPr>
        <p:spPr>
          <a:xfrm>
            <a:off x="3389600" y="118913"/>
            <a:ext cx="1643700" cy="1535100"/>
          </a:xfrm>
          <a:prstGeom prst="rect">
            <a:avLst/>
          </a:prstGeom>
          <a:noFill/>
          <a:ln>
            <a:noFill/>
          </a:ln>
        </p:spPr>
      </p:sp>
      <p:sp>
        <p:nvSpPr>
          <p:cNvPr id="469" name="Google Shape;469;p52"/>
          <p:cNvSpPr>
            <a:spLocks noGrp="1"/>
          </p:cNvSpPr>
          <p:nvPr>
            <p:ph type="pic" idx="3"/>
          </p:nvPr>
        </p:nvSpPr>
        <p:spPr>
          <a:xfrm>
            <a:off x="5195935" y="118913"/>
            <a:ext cx="1643700" cy="1535100"/>
          </a:xfrm>
          <a:prstGeom prst="rect">
            <a:avLst/>
          </a:prstGeom>
          <a:noFill/>
          <a:ln>
            <a:noFill/>
          </a:ln>
        </p:spPr>
      </p:sp>
      <p:sp>
        <p:nvSpPr>
          <p:cNvPr id="470" name="Google Shape;470;p52"/>
          <p:cNvSpPr>
            <a:spLocks noGrp="1"/>
          </p:cNvSpPr>
          <p:nvPr>
            <p:ph type="pic" idx="4"/>
          </p:nvPr>
        </p:nvSpPr>
        <p:spPr>
          <a:xfrm>
            <a:off x="7002270" y="118913"/>
            <a:ext cx="1643700" cy="1535100"/>
          </a:xfrm>
          <a:prstGeom prst="rect">
            <a:avLst/>
          </a:prstGeom>
          <a:noFill/>
          <a:ln>
            <a:noFill/>
          </a:ln>
        </p:spPr>
      </p:sp>
      <p:sp>
        <p:nvSpPr>
          <p:cNvPr id="471" name="Google Shape;471;p52"/>
          <p:cNvSpPr>
            <a:spLocks noGrp="1"/>
          </p:cNvSpPr>
          <p:nvPr>
            <p:ph type="pic" idx="5"/>
          </p:nvPr>
        </p:nvSpPr>
        <p:spPr>
          <a:xfrm>
            <a:off x="3389588" y="1804212"/>
            <a:ext cx="1643700" cy="1535100"/>
          </a:xfrm>
          <a:prstGeom prst="rect">
            <a:avLst/>
          </a:prstGeom>
          <a:noFill/>
          <a:ln>
            <a:noFill/>
          </a:ln>
        </p:spPr>
      </p:sp>
      <p:sp>
        <p:nvSpPr>
          <p:cNvPr id="472" name="Google Shape;472;p52"/>
          <p:cNvSpPr>
            <a:spLocks noGrp="1"/>
          </p:cNvSpPr>
          <p:nvPr>
            <p:ph type="pic" idx="6"/>
          </p:nvPr>
        </p:nvSpPr>
        <p:spPr>
          <a:xfrm>
            <a:off x="5195922" y="1804212"/>
            <a:ext cx="1643700" cy="1535100"/>
          </a:xfrm>
          <a:prstGeom prst="rect">
            <a:avLst/>
          </a:prstGeom>
          <a:noFill/>
          <a:ln>
            <a:noFill/>
          </a:ln>
        </p:spPr>
      </p:sp>
      <p:sp>
        <p:nvSpPr>
          <p:cNvPr id="473" name="Google Shape;473;p52"/>
          <p:cNvSpPr>
            <a:spLocks noGrp="1"/>
          </p:cNvSpPr>
          <p:nvPr>
            <p:ph type="pic" idx="7"/>
          </p:nvPr>
        </p:nvSpPr>
        <p:spPr>
          <a:xfrm>
            <a:off x="7002257" y="1804212"/>
            <a:ext cx="1643700" cy="1535100"/>
          </a:xfrm>
          <a:prstGeom prst="rect">
            <a:avLst/>
          </a:prstGeom>
          <a:noFill/>
          <a:ln>
            <a:noFill/>
          </a:ln>
        </p:spPr>
      </p:sp>
      <p:sp>
        <p:nvSpPr>
          <p:cNvPr id="474" name="Google Shape;474;p5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75" name="Google Shape;475;p52"/>
          <p:cNvSpPr>
            <a:spLocks noGrp="1"/>
          </p:cNvSpPr>
          <p:nvPr>
            <p:ph type="pic" idx="8"/>
          </p:nvPr>
        </p:nvSpPr>
        <p:spPr>
          <a:xfrm>
            <a:off x="3389588" y="3489487"/>
            <a:ext cx="1643700" cy="1535100"/>
          </a:xfrm>
          <a:prstGeom prst="rect">
            <a:avLst/>
          </a:prstGeom>
          <a:noFill/>
          <a:ln>
            <a:noFill/>
          </a:ln>
        </p:spPr>
      </p:sp>
      <p:sp>
        <p:nvSpPr>
          <p:cNvPr id="476" name="Google Shape;476;p52"/>
          <p:cNvSpPr>
            <a:spLocks noGrp="1"/>
          </p:cNvSpPr>
          <p:nvPr>
            <p:ph type="pic" idx="9"/>
          </p:nvPr>
        </p:nvSpPr>
        <p:spPr>
          <a:xfrm>
            <a:off x="5195922" y="3489487"/>
            <a:ext cx="1643700" cy="1535100"/>
          </a:xfrm>
          <a:prstGeom prst="rect">
            <a:avLst/>
          </a:prstGeom>
          <a:noFill/>
          <a:ln>
            <a:noFill/>
          </a:ln>
        </p:spPr>
      </p:sp>
      <p:sp>
        <p:nvSpPr>
          <p:cNvPr id="477" name="Google Shape;477;p5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Promotions" type="blank">
  <p:cSld name="BLANK">
    <p:spTree>
      <p:nvGrpSpPr>
        <p:cNvPr id="1" name="Shape 482"/>
        <p:cNvGrpSpPr/>
        <p:nvPr/>
      </p:nvGrpSpPr>
      <p:grpSpPr>
        <a:xfrm>
          <a:off x="0" y="0"/>
          <a:ext cx="0" cy="0"/>
          <a:chOff x="0" y="0"/>
          <a:chExt cx="0" cy="0"/>
        </a:xfrm>
      </p:grpSpPr>
      <p:sp>
        <p:nvSpPr>
          <p:cNvPr id="483" name="Google Shape;483;p54"/>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484" name="Google Shape;484;p54"/>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pic>
        <p:nvPicPr>
          <p:cNvPr id="485" name="Google Shape;485;p54" descr="A portrait of a smiling woman in casual attire. "/>
          <p:cNvPicPr preferRelativeResize="0"/>
          <p:nvPr/>
        </p:nvPicPr>
        <p:blipFill rotWithShape="1">
          <a:blip r:embed="rId2">
            <a:alphaModFix/>
          </a:blip>
          <a:srcRect l="26958" r="35833" b="23378"/>
          <a:stretch/>
        </p:blipFill>
        <p:spPr>
          <a:xfrm>
            <a:off x="284700" y="1847700"/>
            <a:ext cx="2055000" cy="2820900"/>
          </a:xfrm>
          <a:prstGeom prst="roundRect">
            <a:avLst>
              <a:gd name="adj" fmla="val 15597"/>
            </a:avLst>
          </a:prstGeom>
          <a:noFill/>
          <a:ln>
            <a:noFill/>
          </a:ln>
        </p:spPr>
      </p:pic>
      <p:pic>
        <p:nvPicPr>
          <p:cNvPr id="486" name="Google Shape;486;p54" descr="A confident man stands with his arms crossed in front of a white background. "/>
          <p:cNvPicPr preferRelativeResize="0"/>
          <p:nvPr/>
        </p:nvPicPr>
        <p:blipFill rotWithShape="1">
          <a:blip r:embed="rId3">
            <a:alphaModFix/>
          </a:blip>
          <a:srcRect l="28621" r="23422" b="1225"/>
          <a:stretch/>
        </p:blipFill>
        <p:spPr>
          <a:xfrm>
            <a:off x="4629476" y="1847700"/>
            <a:ext cx="2055000" cy="2820900"/>
          </a:xfrm>
          <a:prstGeom prst="roundRect">
            <a:avLst>
              <a:gd name="adj" fmla="val 15616"/>
            </a:avLst>
          </a:prstGeom>
          <a:noFill/>
          <a:ln>
            <a:noFill/>
          </a:ln>
        </p:spPr>
      </p:pic>
      <p:sp>
        <p:nvSpPr>
          <p:cNvPr id="487" name="Google Shape;487;p54"/>
          <p:cNvSpPr txBox="1">
            <a:spLocks noGrp="1"/>
          </p:cNvSpPr>
          <p:nvPr>
            <p:ph type="title"/>
          </p:nvPr>
        </p:nvSpPr>
        <p:spPr>
          <a:xfrm>
            <a:off x="284700" y="598950"/>
            <a:ext cx="6615900" cy="450600"/>
          </a:xfrm>
          <a:prstGeom prst="rect">
            <a:avLst/>
          </a:prstGeom>
        </p:spPr>
        <p:txBody>
          <a:bodyPr spcFirstLastPara="1" wrap="square" lIns="0" tIns="0" rIns="91425" bIns="0" anchor="t" anchorCtr="0">
            <a:spAutoFit/>
          </a:bodyPr>
          <a:lstStyle>
            <a:lvl1pPr lvl="0">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1pPr>
            <a:lvl2pPr lvl="1">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2pPr>
            <a:lvl3pPr lvl="2">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3pPr>
            <a:lvl4pPr lvl="3">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4pPr>
            <a:lvl5pPr lvl="4">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5pPr>
            <a:lvl6pPr lvl="5">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6pPr>
            <a:lvl7pPr lvl="6">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7pPr>
            <a:lvl8pPr lvl="7">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8pPr>
            <a:lvl9pPr lvl="8">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9pPr>
          </a:lstStyle>
          <a:p>
            <a:endParaRPr/>
          </a:p>
        </p:txBody>
      </p:sp>
      <p:sp>
        <p:nvSpPr>
          <p:cNvPr id="488" name="Google Shape;488;p54"/>
          <p:cNvSpPr txBox="1">
            <a:spLocks noGrp="1"/>
          </p:cNvSpPr>
          <p:nvPr>
            <p:ph type="subTitle" idx="3"/>
          </p:nvPr>
        </p:nvSpPr>
        <p:spPr>
          <a:xfrm>
            <a:off x="2541625" y="2578075"/>
            <a:ext cx="1796700" cy="317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489" name="Google Shape;489;p54"/>
          <p:cNvSpPr txBox="1">
            <a:spLocks noGrp="1"/>
          </p:cNvSpPr>
          <p:nvPr>
            <p:ph type="subTitle" idx="4"/>
          </p:nvPr>
        </p:nvSpPr>
        <p:spPr>
          <a:xfrm>
            <a:off x="2640775" y="2819575"/>
            <a:ext cx="1485600" cy="4506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0" name="Google Shape;490;p54"/>
          <p:cNvSpPr txBox="1">
            <a:spLocks noGrp="1"/>
          </p:cNvSpPr>
          <p:nvPr>
            <p:ph type="subTitle" idx="5"/>
          </p:nvPr>
        </p:nvSpPr>
        <p:spPr>
          <a:xfrm>
            <a:off x="6895261" y="2578075"/>
            <a:ext cx="1796700" cy="317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491" name="Google Shape;491;p54"/>
          <p:cNvSpPr txBox="1">
            <a:spLocks noGrp="1"/>
          </p:cNvSpPr>
          <p:nvPr>
            <p:ph type="subTitle" idx="6"/>
          </p:nvPr>
        </p:nvSpPr>
        <p:spPr>
          <a:xfrm>
            <a:off x="6895261" y="2819575"/>
            <a:ext cx="1485600" cy="450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nstrument Sans"/>
              <a:buNone/>
              <a:defRPr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492" name="Google Shape;492;p54"/>
          <p:cNvSpPr txBox="1">
            <a:spLocks noGrp="1"/>
          </p:cNvSpPr>
          <p:nvPr>
            <p:ph type="subTitle" idx="7"/>
          </p:nvPr>
        </p:nvSpPr>
        <p:spPr>
          <a:xfrm>
            <a:off x="2541000" y="3617250"/>
            <a:ext cx="1899900" cy="9993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a:endParaRPr/>
          </a:p>
        </p:txBody>
      </p:sp>
      <p:sp>
        <p:nvSpPr>
          <p:cNvPr id="493" name="Google Shape;493;p54"/>
          <p:cNvSpPr txBox="1">
            <a:spLocks noGrp="1"/>
          </p:cNvSpPr>
          <p:nvPr>
            <p:ph type="subTitle" idx="8"/>
          </p:nvPr>
        </p:nvSpPr>
        <p:spPr>
          <a:xfrm>
            <a:off x="6886656" y="3627975"/>
            <a:ext cx="1899900" cy="9993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a:endParaRPr/>
          </a:p>
        </p:txBody>
      </p:sp>
      <p:sp>
        <p:nvSpPr>
          <p:cNvPr id="494" name="Google Shape;494;p54"/>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ver">
  <p:cSld name="BLANK_2">
    <p:spTree>
      <p:nvGrpSpPr>
        <p:cNvPr id="1" name="Shape 495"/>
        <p:cNvGrpSpPr/>
        <p:nvPr/>
      </p:nvGrpSpPr>
      <p:grpSpPr>
        <a:xfrm>
          <a:off x="0" y="0"/>
          <a:ext cx="0" cy="0"/>
          <a:chOff x="0" y="0"/>
          <a:chExt cx="0" cy="0"/>
        </a:xfrm>
      </p:grpSpPr>
      <p:sp>
        <p:nvSpPr>
          <p:cNvPr id="496" name="Google Shape;496;p55"/>
          <p:cNvSpPr txBox="1">
            <a:spLocks noGrp="1"/>
          </p:cNvSpPr>
          <p:nvPr>
            <p:ph type="title"/>
          </p:nvPr>
        </p:nvSpPr>
        <p:spPr>
          <a:xfrm>
            <a:off x="291800" y="465200"/>
            <a:ext cx="5666400" cy="2047800"/>
          </a:xfrm>
          <a:prstGeom prst="rect">
            <a:avLst/>
          </a:prstGeom>
        </p:spPr>
        <p:txBody>
          <a:bodyPr spcFirstLastPara="1" wrap="square" lIns="0" tIns="0" rIns="0" bIns="0" anchor="t" anchorCtr="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2pPr>
            <a:lvl3pPr lvl="2">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3pPr>
            <a:lvl4pPr lvl="3">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4pPr>
            <a:lvl5pPr lvl="4">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5pPr>
            <a:lvl6pPr lvl="5">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6pPr>
            <a:lvl7pPr lvl="6">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7pPr>
            <a:lvl8pPr lvl="7">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8pPr>
            <a:lvl9pPr lvl="8">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9pPr>
          </a:lstStyle>
          <a:p>
            <a:endParaRPr/>
          </a:p>
        </p:txBody>
      </p:sp>
      <p:grpSp>
        <p:nvGrpSpPr>
          <p:cNvPr id="497" name="Google Shape;497;p55"/>
          <p:cNvGrpSpPr/>
          <p:nvPr/>
        </p:nvGrpSpPr>
        <p:grpSpPr>
          <a:xfrm>
            <a:off x="5689900" y="0"/>
            <a:ext cx="2908801" cy="5143500"/>
            <a:chOff x="5689900" y="0"/>
            <a:chExt cx="2908801" cy="5143500"/>
          </a:xfrm>
        </p:grpSpPr>
        <p:pic>
          <p:nvPicPr>
            <p:cNvPr id="498" name="Google Shape;498;p55"/>
            <p:cNvPicPr preferRelativeResize="0"/>
            <p:nvPr/>
          </p:nvPicPr>
          <p:blipFill rotWithShape="1">
            <a:blip r:embed="rId2">
              <a:alphaModFix/>
            </a:blip>
            <a:srcRect b="18778"/>
            <a:stretch/>
          </p:blipFill>
          <p:spPr>
            <a:xfrm>
              <a:off x="5689900" y="2780975"/>
              <a:ext cx="2908800" cy="2362525"/>
            </a:xfrm>
            <a:prstGeom prst="rect">
              <a:avLst/>
            </a:prstGeom>
            <a:noFill/>
            <a:ln>
              <a:noFill/>
            </a:ln>
          </p:spPr>
        </p:pic>
        <p:pic>
          <p:nvPicPr>
            <p:cNvPr id="499" name="Google Shape;499;p55"/>
            <p:cNvPicPr preferRelativeResize="0"/>
            <p:nvPr/>
          </p:nvPicPr>
          <p:blipFill rotWithShape="1">
            <a:blip r:embed="rId3">
              <a:alphaModFix/>
            </a:blip>
            <a:srcRect t="25728"/>
            <a:stretch/>
          </p:blipFill>
          <p:spPr>
            <a:xfrm>
              <a:off x="5689900" y="0"/>
              <a:ext cx="2908800" cy="2160400"/>
            </a:xfrm>
            <a:prstGeom prst="rect">
              <a:avLst/>
            </a:prstGeom>
            <a:noFill/>
            <a:ln>
              <a:noFill/>
            </a:ln>
          </p:spPr>
        </p:pic>
        <p:pic>
          <p:nvPicPr>
            <p:cNvPr id="500" name="Google Shape;500;p55"/>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hank you">
  <p:cSld name="BLANK_2_1">
    <p:spTree>
      <p:nvGrpSpPr>
        <p:cNvPr id="1" name="Shape 501"/>
        <p:cNvGrpSpPr/>
        <p:nvPr/>
      </p:nvGrpSpPr>
      <p:grpSpPr>
        <a:xfrm>
          <a:off x="0" y="0"/>
          <a:ext cx="0" cy="0"/>
          <a:chOff x="0" y="0"/>
          <a:chExt cx="0" cy="0"/>
        </a:xfrm>
      </p:grpSpPr>
      <p:sp>
        <p:nvSpPr>
          <p:cNvPr id="502" name="Google Shape;502;p56"/>
          <p:cNvSpPr/>
          <p:nvPr/>
        </p:nvSpPr>
        <p:spPr>
          <a:xfrm>
            <a:off x="608106" y="3907013"/>
            <a:ext cx="571200" cy="571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503" name="Google Shape;503;p56"/>
          <p:cNvSpPr>
            <a:spLocks noGrp="1"/>
          </p:cNvSpPr>
          <p:nvPr>
            <p:ph type="pic" idx="2"/>
          </p:nvPr>
        </p:nvSpPr>
        <p:spPr>
          <a:xfrm>
            <a:off x="598225" y="3900375"/>
            <a:ext cx="571200" cy="571200"/>
          </a:xfrm>
          <a:prstGeom prst="ellipse">
            <a:avLst/>
          </a:prstGeom>
          <a:noFill/>
          <a:ln>
            <a:noFill/>
          </a:ln>
        </p:spPr>
      </p:sp>
      <p:sp>
        <p:nvSpPr>
          <p:cNvPr id="504" name="Google Shape;504;p56"/>
          <p:cNvSpPr txBox="1">
            <a:spLocks noGrp="1"/>
          </p:cNvSpPr>
          <p:nvPr>
            <p:ph type="title"/>
          </p:nvPr>
        </p:nvSpPr>
        <p:spPr>
          <a:xfrm>
            <a:off x="291800" y="465200"/>
            <a:ext cx="5666400" cy="2047800"/>
          </a:xfrm>
          <a:prstGeom prst="rect">
            <a:avLst/>
          </a:prstGeom>
        </p:spPr>
        <p:txBody>
          <a:bodyPr spcFirstLastPara="1" wrap="square" lIns="0" tIns="0" rIns="0" bIns="0" anchor="t" anchorCtr="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defRPr>
            </a:lvl2pPr>
            <a:lvl3pPr lvl="2">
              <a:lnSpc>
                <a:spcPct val="85000"/>
              </a:lnSpc>
              <a:spcBef>
                <a:spcPts val="0"/>
              </a:spcBef>
              <a:spcAft>
                <a:spcPts val="0"/>
              </a:spcAft>
              <a:buClr>
                <a:schemeClr val="lt1"/>
              </a:buClr>
              <a:buSzPts val="6000"/>
              <a:buFont typeface="Instrument Sans SemiBold"/>
              <a:buNone/>
              <a:defRPr sz="6000">
                <a:solidFill>
                  <a:schemeClr val="lt1"/>
                </a:solidFill>
              </a:defRPr>
            </a:lvl3pPr>
            <a:lvl4pPr lvl="3">
              <a:lnSpc>
                <a:spcPct val="85000"/>
              </a:lnSpc>
              <a:spcBef>
                <a:spcPts val="0"/>
              </a:spcBef>
              <a:spcAft>
                <a:spcPts val="0"/>
              </a:spcAft>
              <a:buClr>
                <a:schemeClr val="lt1"/>
              </a:buClr>
              <a:buSzPts val="6000"/>
              <a:buFont typeface="Instrument Sans SemiBold"/>
              <a:buNone/>
              <a:defRPr sz="6000">
                <a:solidFill>
                  <a:schemeClr val="lt1"/>
                </a:solidFill>
              </a:defRPr>
            </a:lvl4pPr>
            <a:lvl5pPr lvl="4">
              <a:lnSpc>
                <a:spcPct val="85000"/>
              </a:lnSpc>
              <a:spcBef>
                <a:spcPts val="0"/>
              </a:spcBef>
              <a:spcAft>
                <a:spcPts val="0"/>
              </a:spcAft>
              <a:buClr>
                <a:schemeClr val="lt1"/>
              </a:buClr>
              <a:buSzPts val="6000"/>
              <a:buFont typeface="Instrument Sans SemiBold"/>
              <a:buNone/>
              <a:defRPr sz="6000">
                <a:solidFill>
                  <a:schemeClr val="lt1"/>
                </a:solidFill>
              </a:defRPr>
            </a:lvl5pPr>
            <a:lvl6pPr lvl="5">
              <a:lnSpc>
                <a:spcPct val="85000"/>
              </a:lnSpc>
              <a:spcBef>
                <a:spcPts val="0"/>
              </a:spcBef>
              <a:spcAft>
                <a:spcPts val="0"/>
              </a:spcAft>
              <a:buClr>
                <a:schemeClr val="lt1"/>
              </a:buClr>
              <a:buSzPts val="6000"/>
              <a:buFont typeface="Instrument Sans SemiBold"/>
              <a:buNone/>
              <a:defRPr sz="6000">
                <a:solidFill>
                  <a:schemeClr val="lt1"/>
                </a:solidFill>
              </a:defRPr>
            </a:lvl6pPr>
            <a:lvl7pPr lvl="6">
              <a:lnSpc>
                <a:spcPct val="85000"/>
              </a:lnSpc>
              <a:spcBef>
                <a:spcPts val="0"/>
              </a:spcBef>
              <a:spcAft>
                <a:spcPts val="0"/>
              </a:spcAft>
              <a:buClr>
                <a:schemeClr val="lt1"/>
              </a:buClr>
              <a:buSzPts val="6000"/>
              <a:buFont typeface="Instrument Sans SemiBold"/>
              <a:buNone/>
              <a:defRPr sz="6000">
                <a:solidFill>
                  <a:schemeClr val="lt1"/>
                </a:solidFill>
              </a:defRPr>
            </a:lvl7pPr>
            <a:lvl8pPr lvl="7">
              <a:lnSpc>
                <a:spcPct val="85000"/>
              </a:lnSpc>
              <a:spcBef>
                <a:spcPts val="0"/>
              </a:spcBef>
              <a:spcAft>
                <a:spcPts val="0"/>
              </a:spcAft>
              <a:buClr>
                <a:schemeClr val="lt1"/>
              </a:buClr>
              <a:buSzPts val="6000"/>
              <a:buFont typeface="Instrument Sans SemiBold"/>
              <a:buNone/>
              <a:defRPr sz="6000">
                <a:solidFill>
                  <a:schemeClr val="lt1"/>
                </a:solidFill>
              </a:defRPr>
            </a:lvl8pPr>
            <a:lvl9pPr lvl="8">
              <a:lnSpc>
                <a:spcPct val="85000"/>
              </a:lnSpc>
              <a:spcBef>
                <a:spcPts val="0"/>
              </a:spcBef>
              <a:spcAft>
                <a:spcPts val="0"/>
              </a:spcAft>
              <a:buClr>
                <a:schemeClr val="lt1"/>
              </a:buClr>
              <a:buSzPts val="6000"/>
              <a:buFont typeface="Instrument Sans SemiBold"/>
              <a:buNone/>
              <a:defRPr sz="6000">
                <a:solidFill>
                  <a:schemeClr val="lt1"/>
                </a:solidFill>
              </a:defRPr>
            </a:lvl9pPr>
          </a:lstStyle>
          <a:p>
            <a:endParaRPr/>
          </a:p>
        </p:txBody>
      </p:sp>
      <p:sp>
        <p:nvSpPr>
          <p:cNvPr id="505" name="Google Shape;505;p56"/>
          <p:cNvSpPr txBox="1">
            <a:spLocks noGrp="1"/>
          </p:cNvSpPr>
          <p:nvPr>
            <p:ph type="subTitle" idx="1"/>
          </p:nvPr>
        </p:nvSpPr>
        <p:spPr>
          <a:xfrm>
            <a:off x="1416800" y="3864575"/>
            <a:ext cx="2908800" cy="3084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400"/>
              <a:buFont typeface="Instrument Sans"/>
              <a:buNone/>
              <a:defRPr sz="12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506" name="Google Shape;506;p56"/>
          <p:cNvSpPr txBox="1">
            <a:spLocks noGrp="1"/>
          </p:cNvSpPr>
          <p:nvPr>
            <p:ph type="subTitle" idx="3"/>
          </p:nvPr>
        </p:nvSpPr>
        <p:spPr>
          <a:xfrm>
            <a:off x="1416800" y="4185969"/>
            <a:ext cx="2908800" cy="308400"/>
          </a:xfrm>
          <a:prstGeom prst="rect">
            <a:avLst/>
          </a:prstGeom>
        </p:spPr>
        <p:txBody>
          <a:bodyPr spcFirstLastPara="1" wrap="square" lIns="0" tIns="0" rIns="0" bIns="0" anchor="t" anchorCtr="0">
            <a:noAutofit/>
          </a:bodyPr>
          <a:lstStyle>
            <a:lvl1pPr lvl="0">
              <a:lnSpc>
                <a:spcPct val="110000"/>
              </a:lnSpc>
              <a:spcBef>
                <a:spcPts val="0"/>
              </a:spcBef>
              <a:spcAft>
                <a:spcPts val="0"/>
              </a:spcAft>
              <a:buNone/>
              <a:defRPr sz="1200" i="1">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Clr>
                <a:schemeClr val="accent5"/>
              </a:buClr>
              <a:buSzPts val="1400"/>
              <a:buFont typeface="Instrument Sans"/>
              <a:buNone/>
              <a:defRPr>
                <a:solidFill>
                  <a:schemeClr val="accent5"/>
                </a:solidFill>
              </a:defRPr>
            </a:lvl2pPr>
            <a:lvl3pPr lvl="2">
              <a:spcBef>
                <a:spcPts val="0"/>
              </a:spcBef>
              <a:spcAft>
                <a:spcPts val="0"/>
              </a:spcAft>
              <a:buClr>
                <a:schemeClr val="accent5"/>
              </a:buClr>
              <a:buSzPts val="1400"/>
              <a:buFont typeface="Instrument Sans"/>
              <a:buNone/>
              <a:defRPr>
                <a:solidFill>
                  <a:schemeClr val="accent5"/>
                </a:solidFill>
              </a:defRPr>
            </a:lvl3pPr>
            <a:lvl4pPr lvl="3">
              <a:spcBef>
                <a:spcPts val="0"/>
              </a:spcBef>
              <a:spcAft>
                <a:spcPts val="0"/>
              </a:spcAft>
              <a:buClr>
                <a:schemeClr val="accent5"/>
              </a:buClr>
              <a:buSzPts val="1400"/>
              <a:buFont typeface="Instrument Sans"/>
              <a:buNone/>
              <a:defRPr>
                <a:solidFill>
                  <a:schemeClr val="accent5"/>
                </a:solidFill>
              </a:defRPr>
            </a:lvl4pPr>
            <a:lvl5pPr lvl="4">
              <a:spcBef>
                <a:spcPts val="0"/>
              </a:spcBef>
              <a:spcAft>
                <a:spcPts val="0"/>
              </a:spcAft>
              <a:buClr>
                <a:schemeClr val="accent5"/>
              </a:buClr>
              <a:buSzPts val="1400"/>
              <a:buFont typeface="Instrument Sans"/>
              <a:buNone/>
              <a:defRPr>
                <a:solidFill>
                  <a:schemeClr val="accent5"/>
                </a:solidFill>
              </a:defRPr>
            </a:lvl5pPr>
            <a:lvl6pPr lvl="5">
              <a:spcBef>
                <a:spcPts val="0"/>
              </a:spcBef>
              <a:spcAft>
                <a:spcPts val="0"/>
              </a:spcAft>
              <a:buClr>
                <a:schemeClr val="accent5"/>
              </a:buClr>
              <a:buSzPts val="1400"/>
              <a:buFont typeface="Instrument Sans"/>
              <a:buNone/>
              <a:defRPr>
                <a:solidFill>
                  <a:schemeClr val="accent5"/>
                </a:solidFill>
              </a:defRPr>
            </a:lvl6pPr>
            <a:lvl7pPr lvl="6">
              <a:spcBef>
                <a:spcPts val="0"/>
              </a:spcBef>
              <a:spcAft>
                <a:spcPts val="0"/>
              </a:spcAft>
              <a:buClr>
                <a:schemeClr val="accent5"/>
              </a:buClr>
              <a:buSzPts val="1400"/>
              <a:buFont typeface="Instrument Sans"/>
              <a:buNone/>
              <a:defRPr>
                <a:solidFill>
                  <a:schemeClr val="accent5"/>
                </a:solidFill>
              </a:defRPr>
            </a:lvl7pPr>
            <a:lvl8pPr lvl="7">
              <a:spcBef>
                <a:spcPts val="0"/>
              </a:spcBef>
              <a:spcAft>
                <a:spcPts val="0"/>
              </a:spcAft>
              <a:buClr>
                <a:schemeClr val="accent5"/>
              </a:buClr>
              <a:buSzPts val="1400"/>
              <a:buFont typeface="Instrument Sans"/>
              <a:buNone/>
              <a:defRPr>
                <a:solidFill>
                  <a:schemeClr val="accent5"/>
                </a:solidFill>
              </a:defRPr>
            </a:lvl8pPr>
            <a:lvl9pPr lvl="8">
              <a:spcBef>
                <a:spcPts val="0"/>
              </a:spcBef>
              <a:spcAft>
                <a:spcPts val="0"/>
              </a:spcAft>
              <a:buClr>
                <a:schemeClr val="accent5"/>
              </a:buClr>
              <a:buSzPts val="1400"/>
              <a:buFont typeface="Instrument Sans"/>
              <a:buNone/>
              <a:defRPr>
                <a:solidFill>
                  <a:schemeClr val="accent5"/>
                </a:solidFill>
              </a:defRPr>
            </a:lvl9pPr>
          </a:lstStyle>
          <a:p>
            <a:endParaRPr/>
          </a:p>
        </p:txBody>
      </p:sp>
      <p:grpSp>
        <p:nvGrpSpPr>
          <p:cNvPr id="507" name="Google Shape;507;p56"/>
          <p:cNvGrpSpPr/>
          <p:nvPr/>
        </p:nvGrpSpPr>
        <p:grpSpPr>
          <a:xfrm>
            <a:off x="5689900" y="0"/>
            <a:ext cx="2908801" cy="5143500"/>
            <a:chOff x="5689900" y="0"/>
            <a:chExt cx="2908801" cy="5143500"/>
          </a:xfrm>
        </p:grpSpPr>
        <p:pic>
          <p:nvPicPr>
            <p:cNvPr id="508" name="Google Shape;508;p56"/>
            <p:cNvPicPr preferRelativeResize="0"/>
            <p:nvPr/>
          </p:nvPicPr>
          <p:blipFill rotWithShape="1">
            <a:blip r:embed="rId2">
              <a:alphaModFix/>
            </a:blip>
            <a:srcRect b="18778"/>
            <a:stretch/>
          </p:blipFill>
          <p:spPr>
            <a:xfrm>
              <a:off x="5689900" y="2780975"/>
              <a:ext cx="2908800" cy="2362525"/>
            </a:xfrm>
            <a:prstGeom prst="rect">
              <a:avLst/>
            </a:prstGeom>
            <a:noFill/>
            <a:ln>
              <a:noFill/>
            </a:ln>
          </p:spPr>
        </p:pic>
        <p:pic>
          <p:nvPicPr>
            <p:cNvPr id="509" name="Google Shape;509;p56"/>
            <p:cNvPicPr preferRelativeResize="0"/>
            <p:nvPr/>
          </p:nvPicPr>
          <p:blipFill rotWithShape="1">
            <a:blip r:embed="rId3">
              <a:alphaModFix/>
            </a:blip>
            <a:srcRect t="25728"/>
            <a:stretch/>
          </p:blipFill>
          <p:spPr>
            <a:xfrm>
              <a:off x="5689900" y="0"/>
              <a:ext cx="2908800" cy="2160400"/>
            </a:xfrm>
            <a:prstGeom prst="rect">
              <a:avLst/>
            </a:prstGeom>
            <a:noFill/>
            <a:ln>
              <a:noFill/>
            </a:ln>
          </p:spPr>
        </p:pic>
        <p:pic>
          <p:nvPicPr>
            <p:cNvPr id="510" name="Google Shape;510;p56"/>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Agenda - Alt 4 elements">
  <p:cSld name="BLANK_1_1_1_1_1_1_1_1_1_1_1_2">
    <p:bg>
      <p:bgPr>
        <a:solidFill>
          <a:schemeClr val="dk2"/>
        </a:solidFill>
        <a:effectLst/>
      </p:bgPr>
    </p:bg>
    <p:spTree>
      <p:nvGrpSpPr>
        <p:cNvPr id="1" name="Shape 511"/>
        <p:cNvGrpSpPr/>
        <p:nvPr/>
      </p:nvGrpSpPr>
      <p:grpSpPr>
        <a:xfrm>
          <a:off x="0" y="0"/>
          <a:ext cx="0" cy="0"/>
          <a:chOff x="0" y="0"/>
          <a:chExt cx="0" cy="0"/>
        </a:xfrm>
      </p:grpSpPr>
      <p:pic>
        <p:nvPicPr>
          <p:cNvPr id="512" name="Google Shape;512;p57"/>
          <p:cNvPicPr preferRelativeResize="0"/>
          <p:nvPr/>
        </p:nvPicPr>
        <p:blipFill rotWithShape="1">
          <a:blip r:embed="rId2">
            <a:alphaModFix/>
          </a:blip>
          <a:srcRect t="12335" r="33444" b="31415"/>
          <a:stretch/>
        </p:blipFill>
        <p:spPr>
          <a:xfrm>
            <a:off x="3058325" y="0"/>
            <a:ext cx="6085676" cy="5143500"/>
          </a:xfrm>
          <a:prstGeom prst="rect">
            <a:avLst/>
          </a:prstGeom>
          <a:noFill/>
          <a:ln>
            <a:noFill/>
          </a:ln>
        </p:spPr>
      </p:pic>
      <p:sp>
        <p:nvSpPr>
          <p:cNvPr id="513" name="Google Shape;513;p57"/>
          <p:cNvSpPr txBox="1">
            <a:spLocks noGrp="1"/>
          </p:cNvSpPr>
          <p:nvPr>
            <p:ph type="body" idx="1"/>
          </p:nvPr>
        </p:nvSpPr>
        <p:spPr>
          <a:xfrm>
            <a:off x="4628175" y="2623228"/>
            <a:ext cx="2055000" cy="1281600"/>
          </a:xfrm>
          <a:prstGeom prst="rect">
            <a:avLst/>
          </a:prstGeom>
        </p:spPr>
        <p:txBody>
          <a:bodyPr spcFirstLastPara="1" wrap="square" lIns="137150" tIns="91425" rIns="91425" bIns="91425"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14" name="Google Shape;514;p57"/>
          <p:cNvSpPr txBox="1">
            <a:spLocks noGrp="1"/>
          </p:cNvSpPr>
          <p:nvPr>
            <p:ph type="body" idx="2"/>
          </p:nvPr>
        </p:nvSpPr>
        <p:spPr>
          <a:xfrm>
            <a:off x="6801875" y="2623228"/>
            <a:ext cx="2055000" cy="1281600"/>
          </a:xfrm>
          <a:prstGeom prst="rect">
            <a:avLst/>
          </a:prstGeom>
        </p:spPr>
        <p:txBody>
          <a:bodyPr spcFirstLastPara="1" wrap="square" lIns="137150" tIns="91425" rIns="91425" bIns="91425"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15" name="Google Shape;515;p57"/>
          <p:cNvSpPr txBox="1">
            <a:spLocks noGrp="1"/>
          </p:cNvSpPr>
          <p:nvPr>
            <p:ph type="body" idx="3"/>
          </p:nvPr>
        </p:nvSpPr>
        <p:spPr>
          <a:xfrm>
            <a:off x="280875" y="2623228"/>
            <a:ext cx="2055000" cy="1281600"/>
          </a:xfrm>
          <a:prstGeom prst="rect">
            <a:avLst/>
          </a:prstGeom>
        </p:spPr>
        <p:txBody>
          <a:bodyPr spcFirstLastPara="1" wrap="square" lIns="137150" tIns="91425" rIns="91425" bIns="91425"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16" name="Google Shape;516;p57"/>
          <p:cNvSpPr txBox="1">
            <a:spLocks noGrp="1"/>
          </p:cNvSpPr>
          <p:nvPr>
            <p:ph type="body" idx="4"/>
          </p:nvPr>
        </p:nvSpPr>
        <p:spPr>
          <a:xfrm>
            <a:off x="2454525" y="2623228"/>
            <a:ext cx="2055000" cy="1281600"/>
          </a:xfrm>
          <a:prstGeom prst="rect">
            <a:avLst/>
          </a:prstGeom>
        </p:spPr>
        <p:txBody>
          <a:bodyPr spcFirstLastPara="1" wrap="square" lIns="137150" tIns="91425" rIns="91425" bIns="91425" anchor="t" anchorCtr="0">
            <a:noAutofit/>
          </a:bodyPr>
          <a:lstStyle>
            <a:lvl1pPr marL="457200" lvl="0"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1pPr>
            <a:lvl2pPr marL="914400" lvl="1"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2pPr>
            <a:lvl3pPr marL="1371600" lvl="2"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3pPr>
            <a:lvl4pPr marL="1828800" lvl="3"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4pPr>
            <a:lvl5pPr marL="2286000" lvl="4"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5pPr>
            <a:lvl6pPr marL="2743200" lvl="5"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6pPr>
            <a:lvl7pPr marL="3200400" lvl="6"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7pPr>
            <a:lvl8pPr marL="3657600" lvl="7"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8pPr>
            <a:lvl9pPr marL="4114800" lvl="8" indent="-3175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9pPr>
          </a:lstStyle>
          <a:p>
            <a:endParaRPr/>
          </a:p>
        </p:txBody>
      </p:sp>
      <p:sp>
        <p:nvSpPr>
          <p:cNvPr id="517" name="Google Shape;517;p57"/>
          <p:cNvSpPr txBox="1">
            <a:spLocks noGrp="1"/>
          </p:cNvSpPr>
          <p:nvPr>
            <p:ph type="subTitle" idx="5"/>
          </p:nvPr>
        </p:nvSpPr>
        <p:spPr>
          <a:xfrm>
            <a:off x="289100" y="4018750"/>
            <a:ext cx="20550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8" name="Google Shape;518;p57"/>
          <p:cNvSpPr txBox="1">
            <a:spLocks noGrp="1"/>
          </p:cNvSpPr>
          <p:nvPr>
            <p:ph type="subTitle" idx="6"/>
          </p:nvPr>
        </p:nvSpPr>
        <p:spPr>
          <a:xfrm>
            <a:off x="2459475" y="4018750"/>
            <a:ext cx="20550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9" name="Google Shape;519;p57"/>
          <p:cNvSpPr txBox="1">
            <a:spLocks noGrp="1"/>
          </p:cNvSpPr>
          <p:nvPr>
            <p:ph type="subTitle" idx="7"/>
          </p:nvPr>
        </p:nvSpPr>
        <p:spPr>
          <a:xfrm>
            <a:off x="4629100" y="4018750"/>
            <a:ext cx="20550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0" name="Google Shape;520;p57"/>
          <p:cNvSpPr txBox="1">
            <a:spLocks noGrp="1"/>
          </p:cNvSpPr>
          <p:nvPr>
            <p:ph type="subTitle" idx="8"/>
          </p:nvPr>
        </p:nvSpPr>
        <p:spPr>
          <a:xfrm>
            <a:off x="6807639" y="4018750"/>
            <a:ext cx="20550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1" name="Google Shape;521;p57"/>
          <p:cNvSpPr txBox="1">
            <a:spLocks noGrp="1"/>
          </p:cNvSpPr>
          <p:nvPr>
            <p:ph type="title"/>
          </p:nvPr>
        </p:nvSpPr>
        <p:spPr>
          <a:xfrm>
            <a:off x="292597" y="474750"/>
            <a:ext cx="63903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522" name="Google Shape;522;p57"/>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523" name="Google Shape;523;p57"/>
          <p:cNvSpPr txBox="1">
            <a:spLocks noGrp="1"/>
          </p:cNvSpPr>
          <p:nvPr>
            <p:ph type="subTitle" idx="9"/>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24" name="Google Shape;524;p57"/>
          <p:cNvSpPr txBox="1">
            <a:spLocks noGrp="1"/>
          </p:cNvSpPr>
          <p:nvPr>
            <p:ph type="subTitle" idx="1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25" name="Google Shape;525;p57"/>
          <p:cNvSpPr txBox="1">
            <a:spLocks noGrp="1"/>
          </p:cNvSpPr>
          <p:nvPr>
            <p:ph type="subTitle" idx="14"/>
          </p:nvPr>
        </p:nvSpPr>
        <p:spPr>
          <a:xfrm>
            <a:off x="282950" y="2144530"/>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26" name="Google Shape;526;p57"/>
          <p:cNvSpPr txBox="1">
            <a:spLocks noGrp="1"/>
          </p:cNvSpPr>
          <p:nvPr>
            <p:ph type="subTitle" idx="15"/>
          </p:nvPr>
        </p:nvSpPr>
        <p:spPr>
          <a:xfrm>
            <a:off x="2456213" y="2144530"/>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27" name="Google Shape;527;p57"/>
          <p:cNvSpPr txBox="1">
            <a:spLocks noGrp="1"/>
          </p:cNvSpPr>
          <p:nvPr>
            <p:ph type="subTitle" idx="16"/>
          </p:nvPr>
        </p:nvSpPr>
        <p:spPr>
          <a:xfrm>
            <a:off x="4629025" y="2144530"/>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28" name="Google Shape;528;p57"/>
          <p:cNvSpPr txBox="1">
            <a:spLocks noGrp="1"/>
          </p:cNvSpPr>
          <p:nvPr>
            <p:ph type="subTitle" idx="17"/>
          </p:nvPr>
        </p:nvSpPr>
        <p:spPr>
          <a:xfrm>
            <a:off x="6801875" y="2144530"/>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genda - Alt 6 elements">
  <p:cSld name="BLANK_1_1_1_1_1_1_1_1_1_1_1_2_1">
    <p:bg>
      <p:bgPr>
        <a:solidFill>
          <a:schemeClr val="dk2"/>
        </a:solidFill>
        <a:effectLst/>
      </p:bgPr>
    </p:bg>
    <p:spTree>
      <p:nvGrpSpPr>
        <p:cNvPr id="1" name="Shape 529"/>
        <p:cNvGrpSpPr/>
        <p:nvPr/>
      </p:nvGrpSpPr>
      <p:grpSpPr>
        <a:xfrm>
          <a:off x="0" y="0"/>
          <a:ext cx="0" cy="0"/>
          <a:chOff x="0" y="0"/>
          <a:chExt cx="0" cy="0"/>
        </a:xfrm>
      </p:grpSpPr>
      <p:pic>
        <p:nvPicPr>
          <p:cNvPr id="530" name="Google Shape;530;p58"/>
          <p:cNvPicPr preferRelativeResize="0"/>
          <p:nvPr/>
        </p:nvPicPr>
        <p:blipFill rotWithShape="1">
          <a:blip r:embed="rId2">
            <a:alphaModFix/>
          </a:blip>
          <a:srcRect t="12335" r="33444" b="31415"/>
          <a:stretch/>
        </p:blipFill>
        <p:spPr>
          <a:xfrm>
            <a:off x="3058325" y="0"/>
            <a:ext cx="6085676" cy="5143500"/>
          </a:xfrm>
          <a:prstGeom prst="rect">
            <a:avLst/>
          </a:prstGeom>
          <a:noFill/>
          <a:ln>
            <a:noFill/>
          </a:ln>
        </p:spPr>
      </p:pic>
      <p:sp>
        <p:nvSpPr>
          <p:cNvPr id="531" name="Google Shape;531;p58"/>
          <p:cNvSpPr txBox="1">
            <a:spLocks noGrp="1"/>
          </p:cNvSpPr>
          <p:nvPr>
            <p:ph type="body" idx="1"/>
          </p:nvPr>
        </p:nvSpPr>
        <p:spPr>
          <a:xfrm>
            <a:off x="281050" y="2623225"/>
            <a:ext cx="1363500" cy="1323600"/>
          </a:xfrm>
          <a:prstGeom prst="rect">
            <a:avLst/>
          </a:prstGeom>
        </p:spPr>
        <p:txBody>
          <a:bodyPr spcFirstLastPara="1" wrap="square" lIns="137150" tIns="91425" rIns="90250" bIns="91425" anchor="t" anchorCtr="0">
            <a:noAutofit/>
          </a:bodyPr>
          <a:lstStyle>
            <a:lvl1pPr marL="457200" lvl="0"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marL="914400" lvl="1"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marL="1371600" lvl="2"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marL="1828800" lvl="3"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marL="2286000" lvl="4"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marL="2743200" lvl="5"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marL="3200400" lvl="6"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marL="3657600" lvl="7"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marL="4114800" lvl="8"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a:endParaRPr/>
          </a:p>
        </p:txBody>
      </p:sp>
      <p:sp>
        <p:nvSpPr>
          <p:cNvPr id="532" name="Google Shape;532;p58"/>
          <p:cNvSpPr txBox="1">
            <a:spLocks noGrp="1"/>
          </p:cNvSpPr>
          <p:nvPr>
            <p:ph type="body" idx="2"/>
          </p:nvPr>
        </p:nvSpPr>
        <p:spPr>
          <a:xfrm>
            <a:off x="1721100" y="2623225"/>
            <a:ext cx="1372500" cy="1323600"/>
          </a:xfrm>
          <a:prstGeom prst="rect">
            <a:avLst/>
          </a:prstGeom>
        </p:spPr>
        <p:txBody>
          <a:bodyPr spcFirstLastPara="1" wrap="square" lIns="137150" tIns="91425" rIns="91425" bIns="91425" anchor="t" anchorCtr="0">
            <a:noAutofit/>
          </a:bodyPr>
          <a:lstStyle>
            <a:lvl1pPr marL="457200" lvl="0"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1pPr>
            <a:lvl2pPr marL="914400" lvl="1"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2pPr>
            <a:lvl3pPr marL="1371600" lvl="2"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3pPr>
            <a:lvl4pPr marL="1828800" lvl="3"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4pPr>
            <a:lvl5pPr marL="2286000" lvl="4"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5pPr>
            <a:lvl6pPr marL="2743200" lvl="5"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6pPr>
            <a:lvl7pPr marL="3200400" lvl="6"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7pPr>
            <a:lvl8pPr marL="3657600" lvl="7"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8pPr>
            <a:lvl9pPr marL="4114800" lvl="8" indent="-30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9pPr>
          </a:lstStyle>
          <a:p>
            <a:endParaRPr/>
          </a:p>
        </p:txBody>
      </p:sp>
      <p:sp>
        <p:nvSpPr>
          <p:cNvPr id="533" name="Google Shape;533;p58"/>
          <p:cNvSpPr txBox="1">
            <a:spLocks noGrp="1"/>
          </p:cNvSpPr>
          <p:nvPr>
            <p:ph type="body" idx="3"/>
          </p:nvPr>
        </p:nvSpPr>
        <p:spPr>
          <a:xfrm>
            <a:off x="3166974" y="2623225"/>
            <a:ext cx="1372500" cy="1323600"/>
          </a:xfrm>
          <a:prstGeom prst="rect">
            <a:avLst/>
          </a:prstGeom>
        </p:spPr>
        <p:txBody>
          <a:bodyPr spcFirstLastPara="1" wrap="square" lIns="137150" tIns="91425" rIns="91425" bIns="91425" anchor="t" anchorCtr="0">
            <a:noAutofit/>
          </a:bodyPr>
          <a:lstStyle>
            <a:lvl1pPr marL="457200" lvl="0"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marL="914400" lvl="1"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marL="1371600" lvl="2"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marL="1828800" lvl="3"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marL="2286000" lvl="4"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marL="2743200" lvl="5"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marL="3200400" lvl="6"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marL="3657600" lvl="7"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marL="4114800" lvl="8"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a:endParaRPr/>
          </a:p>
        </p:txBody>
      </p:sp>
      <p:sp>
        <p:nvSpPr>
          <p:cNvPr id="534" name="Google Shape;534;p58"/>
          <p:cNvSpPr txBox="1">
            <a:spLocks noGrp="1"/>
          </p:cNvSpPr>
          <p:nvPr>
            <p:ph type="body" idx="4"/>
          </p:nvPr>
        </p:nvSpPr>
        <p:spPr>
          <a:xfrm>
            <a:off x="4608100" y="2623225"/>
            <a:ext cx="1372500" cy="1323600"/>
          </a:xfrm>
          <a:prstGeom prst="rect">
            <a:avLst/>
          </a:prstGeom>
        </p:spPr>
        <p:txBody>
          <a:bodyPr spcFirstLastPara="1" wrap="square" lIns="137150" tIns="91425" rIns="91425" bIns="91425" anchor="t" anchorCtr="0">
            <a:noAutofit/>
          </a:bodyPr>
          <a:lstStyle>
            <a:lvl1pPr marL="457200" lvl="0"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marL="914400" lvl="1"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marL="1371600" lvl="2"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marL="1828800" lvl="3"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marL="2286000" lvl="4"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marL="2743200" lvl="5"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marL="3200400" lvl="6"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marL="3657600" lvl="7"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marL="4114800" lvl="8"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a:endParaRPr/>
          </a:p>
        </p:txBody>
      </p:sp>
      <p:sp>
        <p:nvSpPr>
          <p:cNvPr id="535" name="Google Shape;535;p58"/>
          <p:cNvSpPr txBox="1">
            <a:spLocks noGrp="1"/>
          </p:cNvSpPr>
          <p:nvPr>
            <p:ph type="body" idx="5"/>
          </p:nvPr>
        </p:nvSpPr>
        <p:spPr>
          <a:xfrm>
            <a:off x="6053974" y="2623225"/>
            <a:ext cx="1372500" cy="1323600"/>
          </a:xfrm>
          <a:prstGeom prst="rect">
            <a:avLst/>
          </a:prstGeom>
        </p:spPr>
        <p:txBody>
          <a:bodyPr spcFirstLastPara="1" wrap="square" lIns="137150" tIns="91425" rIns="91425" bIns="91425" anchor="t" anchorCtr="0">
            <a:noAutofit/>
          </a:bodyPr>
          <a:lstStyle>
            <a:lvl1pPr marL="457200" lvl="0"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marL="914400" lvl="1"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marL="1371600" lvl="2"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marL="1828800" lvl="3"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marL="2286000" lvl="4"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marL="2743200" lvl="5"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marL="3200400" lvl="6"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marL="3657600" lvl="7"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marL="4114800" lvl="8"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a:endParaRPr/>
          </a:p>
        </p:txBody>
      </p:sp>
      <p:sp>
        <p:nvSpPr>
          <p:cNvPr id="536" name="Google Shape;536;p58"/>
          <p:cNvSpPr txBox="1">
            <a:spLocks noGrp="1"/>
          </p:cNvSpPr>
          <p:nvPr>
            <p:ph type="body" idx="6"/>
          </p:nvPr>
        </p:nvSpPr>
        <p:spPr>
          <a:xfrm>
            <a:off x="7495100" y="2623225"/>
            <a:ext cx="1372500" cy="1323600"/>
          </a:xfrm>
          <a:prstGeom prst="rect">
            <a:avLst/>
          </a:prstGeom>
        </p:spPr>
        <p:txBody>
          <a:bodyPr spcFirstLastPara="1" wrap="square" lIns="137150" tIns="91425" rIns="91425" bIns="91425" anchor="t" anchorCtr="0">
            <a:noAutofit/>
          </a:bodyPr>
          <a:lstStyle>
            <a:lvl1pPr marL="457200" lvl="0"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marL="914400" lvl="1"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marL="1371600" lvl="2"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marL="1828800" lvl="3"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marL="2286000" lvl="4"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marL="2743200" lvl="5"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marL="3200400" lvl="6"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marL="3657600" lvl="7"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marL="4114800" lvl="8" indent="-30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a:endParaRPr/>
          </a:p>
        </p:txBody>
      </p:sp>
      <p:sp>
        <p:nvSpPr>
          <p:cNvPr id="537" name="Google Shape;537;p58"/>
          <p:cNvSpPr txBox="1">
            <a:spLocks noGrp="1"/>
          </p:cNvSpPr>
          <p:nvPr>
            <p:ph type="title"/>
          </p:nvPr>
        </p:nvSpPr>
        <p:spPr>
          <a:xfrm>
            <a:off x="292597" y="474750"/>
            <a:ext cx="63903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538" name="Google Shape;538;p58"/>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5"/>
                </a:solidFill>
                <a:latin typeface="Instrument Sans"/>
                <a:ea typeface="Instrument Sans"/>
                <a:cs typeface="Instrument Sans"/>
                <a:sym typeface="Instrument Sans"/>
              </a:defRPr>
            </a:lvl1pPr>
            <a:lvl2pPr lvl="1" algn="r">
              <a:buNone/>
              <a:defRPr sz="700">
                <a:solidFill>
                  <a:schemeClr val="accent5"/>
                </a:solidFill>
                <a:latin typeface="Instrument Sans"/>
                <a:ea typeface="Instrument Sans"/>
                <a:cs typeface="Instrument Sans"/>
                <a:sym typeface="Instrument Sans"/>
              </a:defRPr>
            </a:lvl2pPr>
            <a:lvl3pPr lvl="2" algn="r">
              <a:buNone/>
              <a:defRPr sz="700">
                <a:solidFill>
                  <a:schemeClr val="accent5"/>
                </a:solidFill>
                <a:latin typeface="Instrument Sans"/>
                <a:ea typeface="Instrument Sans"/>
                <a:cs typeface="Instrument Sans"/>
                <a:sym typeface="Instrument Sans"/>
              </a:defRPr>
            </a:lvl3pPr>
            <a:lvl4pPr lvl="3" algn="r">
              <a:buNone/>
              <a:defRPr sz="700">
                <a:solidFill>
                  <a:schemeClr val="accent5"/>
                </a:solidFill>
                <a:latin typeface="Instrument Sans"/>
                <a:ea typeface="Instrument Sans"/>
                <a:cs typeface="Instrument Sans"/>
                <a:sym typeface="Instrument Sans"/>
              </a:defRPr>
            </a:lvl4pPr>
            <a:lvl5pPr lvl="4" algn="r">
              <a:buNone/>
              <a:defRPr sz="700">
                <a:solidFill>
                  <a:schemeClr val="accent5"/>
                </a:solidFill>
                <a:latin typeface="Instrument Sans"/>
                <a:ea typeface="Instrument Sans"/>
                <a:cs typeface="Instrument Sans"/>
                <a:sym typeface="Instrument Sans"/>
              </a:defRPr>
            </a:lvl5pPr>
            <a:lvl6pPr lvl="5" algn="r">
              <a:buNone/>
              <a:defRPr sz="700">
                <a:solidFill>
                  <a:schemeClr val="accent5"/>
                </a:solidFill>
                <a:latin typeface="Instrument Sans"/>
                <a:ea typeface="Instrument Sans"/>
                <a:cs typeface="Instrument Sans"/>
                <a:sym typeface="Instrument Sans"/>
              </a:defRPr>
            </a:lvl6pPr>
            <a:lvl7pPr lvl="6" algn="r">
              <a:buNone/>
              <a:defRPr sz="700">
                <a:solidFill>
                  <a:schemeClr val="accent5"/>
                </a:solidFill>
                <a:latin typeface="Instrument Sans"/>
                <a:ea typeface="Instrument Sans"/>
                <a:cs typeface="Instrument Sans"/>
                <a:sym typeface="Instrument Sans"/>
              </a:defRPr>
            </a:lvl7pPr>
            <a:lvl8pPr lvl="7" algn="r">
              <a:buNone/>
              <a:defRPr sz="700">
                <a:solidFill>
                  <a:schemeClr val="accent5"/>
                </a:solidFill>
                <a:latin typeface="Instrument Sans"/>
                <a:ea typeface="Instrument Sans"/>
                <a:cs typeface="Instrument Sans"/>
                <a:sym typeface="Instrument Sans"/>
              </a:defRPr>
            </a:lvl8pPr>
            <a:lvl9pPr lvl="8" algn="r">
              <a:buNone/>
              <a:defRPr sz="700">
                <a:solidFill>
                  <a:schemeClr val="accent5"/>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539" name="Google Shape;539;p58"/>
          <p:cNvSpPr txBox="1">
            <a:spLocks noGrp="1"/>
          </p:cNvSpPr>
          <p:nvPr>
            <p:ph type="subTitle" idx="7"/>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40" name="Google Shape;540;p58"/>
          <p:cNvSpPr txBox="1">
            <a:spLocks noGrp="1"/>
          </p:cNvSpPr>
          <p:nvPr>
            <p:ph type="subTitle" idx="8"/>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41" name="Google Shape;541;p58"/>
          <p:cNvSpPr txBox="1">
            <a:spLocks noGrp="1"/>
          </p:cNvSpPr>
          <p:nvPr>
            <p:ph type="subTitle" idx="9"/>
          </p:nvPr>
        </p:nvSpPr>
        <p:spPr>
          <a:xfrm>
            <a:off x="282950" y="2148761"/>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42" name="Google Shape;542;p58"/>
          <p:cNvSpPr txBox="1">
            <a:spLocks noGrp="1"/>
          </p:cNvSpPr>
          <p:nvPr>
            <p:ph type="subTitle" idx="13"/>
          </p:nvPr>
        </p:nvSpPr>
        <p:spPr>
          <a:xfrm>
            <a:off x="1724950" y="2148761"/>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43" name="Google Shape;543;p58"/>
          <p:cNvSpPr txBox="1">
            <a:spLocks noGrp="1"/>
          </p:cNvSpPr>
          <p:nvPr>
            <p:ph type="subTitle" idx="14"/>
          </p:nvPr>
        </p:nvSpPr>
        <p:spPr>
          <a:xfrm>
            <a:off x="3166525" y="2148761"/>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44" name="Google Shape;544;p58"/>
          <p:cNvSpPr txBox="1">
            <a:spLocks noGrp="1"/>
          </p:cNvSpPr>
          <p:nvPr>
            <p:ph type="subTitle" idx="15"/>
          </p:nvPr>
        </p:nvSpPr>
        <p:spPr>
          <a:xfrm>
            <a:off x="4607875" y="2148761"/>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45" name="Google Shape;545;p58"/>
          <p:cNvSpPr txBox="1">
            <a:spLocks noGrp="1"/>
          </p:cNvSpPr>
          <p:nvPr>
            <p:ph type="subTitle" idx="16"/>
          </p:nvPr>
        </p:nvSpPr>
        <p:spPr>
          <a:xfrm>
            <a:off x="6049225" y="2148761"/>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46" name="Google Shape;546;p58"/>
          <p:cNvSpPr txBox="1">
            <a:spLocks noGrp="1"/>
          </p:cNvSpPr>
          <p:nvPr>
            <p:ph type="subTitle" idx="17"/>
          </p:nvPr>
        </p:nvSpPr>
        <p:spPr>
          <a:xfrm>
            <a:off x="7490575" y="2148761"/>
            <a:ext cx="900900" cy="312600"/>
          </a:xfrm>
          <a:prstGeom prst="rect">
            <a:avLst/>
          </a:prstGeom>
          <a:noFill/>
        </p:spPr>
        <p:txBody>
          <a:bodyPr spcFirstLastPara="1" wrap="square" lIns="137150" tIns="91425" rIns="91425" bIns="91425" anchor="t" anchorCtr="0">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a:endParaRPr/>
          </a:p>
        </p:txBody>
      </p:sp>
      <p:sp>
        <p:nvSpPr>
          <p:cNvPr id="547" name="Google Shape;547;p58"/>
          <p:cNvSpPr txBox="1">
            <a:spLocks noGrp="1"/>
          </p:cNvSpPr>
          <p:nvPr>
            <p:ph type="subTitle" idx="18"/>
          </p:nvPr>
        </p:nvSpPr>
        <p:spPr>
          <a:xfrm>
            <a:off x="289100" y="4018750"/>
            <a:ext cx="13635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8" name="Google Shape;548;p58"/>
          <p:cNvSpPr txBox="1">
            <a:spLocks noGrp="1"/>
          </p:cNvSpPr>
          <p:nvPr>
            <p:ph type="subTitle" idx="19"/>
          </p:nvPr>
        </p:nvSpPr>
        <p:spPr>
          <a:xfrm>
            <a:off x="1728038" y="4018750"/>
            <a:ext cx="13635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9" name="Google Shape;549;p58"/>
          <p:cNvSpPr txBox="1">
            <a:spLocks noGrp="1"/>
          </p:cNvSpPr>
          <p:nvPr>
            <p:ph type="subTitle" idx="20"/>
          </p:nvPr>
        </p:nvSpPr>
        <p:spPr>
          <a:xfrm>
            <a:off x="3168063" y="4018750"/>
            <a:ext cx="13635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0" name="Google Shape;550;p58"/>
          <p:cNvSpPr txBox="1">
            <a:spLocks noGrp="1"/>
          </p:cNvSpPr>
          <p:nvPr>
            <p:ph type="subTitle" idx="21"/>
          </p:nvPr>
        </p:nvSpPr>
        <p:spPr>
          <a:xfrm>
            <a:off x="4608638" y="4018750"/>
            <a:ext cx="13635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1" name="Google Shape;551;p58"/>
          <p:cNvSpPr txBox="1">
            <a:spLocks noGrp="1"/>
          </p:cNvSpPr>
          <p:nvPr>
            <p:ph type="subTitle" idx="22"/>
          </p:nvPr>
        </p:nvSpPr>
        <p:spPr>
          <a:xfrm>
            <a:off x="6051325" y="4018750"/>
            <a:ext cx="13635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2" name="Google Shape;552;p58"/>
          <p:cNvSpPr txBox="1">
            <a:spLocks noGrp="1"/>
          </p:cNvSpPr>
          <p:nvPr>
            <p:ph type="subTitle" idx="23"/>
          </p:nvPr>
        </p:nvSpPr>
        <p:spPr>
          <a:xfrm>
            <a:off x="7490350" y="4018750"/>
            <a:ext cx="1363500" cy="498600"/>
          </a:xfrm>
          <a:prstGeom prst="rect">
            <a:avLst/>
          </a:prstGeom>
        </p:spPr>
        <p:txBody>
          <a:bodyPr spcFirstLastPara="1" wrap="square" lIns="137150" tIns="0" rIns="137150" bIns="0" anchor="b" anchorCtr="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Speakers">
  <p:cSld name="BLANK_1_1_1_1_1_1_1_1_1_1_1_2_1_1">
    <p:bg>
      <p:bgPr>
        <a:solidFill>
          <a:schemeClr val="dk2"/>
        </a:solidFill>
        <a:effectLst/>
      </p:bgPr>
    </p:bg>
    <p:spTree>
      <p:nvGrpSpPr>
        <p:cNvPr id="1" name="Shape 553"/>
        <p:cNvGrpSpPr/>
        <p:nvPr/>
      </p:nvGrpSpPr>
      <p:grpSpPr>
        <a:xfrm>
          <a:off x="0" y="0"/>
          <a:ext cx="0" cy="0"/>
          <a:chOff x="0" y="0"/>
          <a:chExt cx="0" cy="0"/>
        </a:xfrm>
      </p:grpSpPr>
      <p:sp>
        <p:nvSpPr>
          <p:cNvPr id="554" name="Google Shape;554;p59"/>
          <p:cNvSpPr txBox="1">
            <a:spLocks noGrp="1"/>
          </p:cNvSpPr>
          <p:nvPr>
            <p:ph type="title"/>
          </p:nvPr>
        </p:nvSpPr>
        <p:spPr>
          <a:xfrm>
            <a:off x="292597" y="474750"/>
            <a:ext cx="63903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555" name="Google Shape;555;p59"/>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556" name="Google Shape;556;p59"/>
          <p:cNvSpPr>
            <a:spLocks noGrp="1"/>
          </p:cNvSpPr>
          <p:nvPr>
            <p:ph type="pic" idx="2"/>
          </p:nvPr>
        </p:nvSpPr>
        <p:spPr>
          <a:xfrm>
            <a:off x="477231" y="2396357"/>
            <a:ext cx="1243500" cy="1243500"/>
          </a:xfrm>
          <a:prstGeom prst="ellipse">
            <a:avLst/>
          </a:prstGeom>
          <a:noFill/>
          <a:ln>
            <a:noFill/>
          </a:ln>
        </p:spPr>
      </p:sp>
      <p:sp>
        <p:nvSpPr>
          <p:cNvPr id="557" name="Google Shape;557;p59"/>
          <p:cNvSpPr>
            <a:spLocks noGrp="1"/>
          </p:cNvSpPr>
          <p:nvPr>
            <p:ph type="pic" idx="3"/>
          </p:nvPr>
        </p:nvSpPr>
        <p:spPr>
          <a:xfrm>
            <a:off x="1867356" y="2396357"/>
            <a:ext cx="1243500" cy="1243500"/>
          </a:xfrm>
          <a:prstGeom prst="ellipse">
            <a:avLst/>
          </a:prstGeom>
          <a:noFill/>
          <a:ln>
            <a:noFill/>
          </a:ln>
        </p:spPr>
      </p:sp>
      <p:sp>
        <p:nvSpPr>
          <p:cNvPr id="558" name="Google Shape;558;p59"/>
          <p:cNvSpPr>
            <a:spLocks noGrp="1"/>
          </p:cNvSpPr>
          <p:nvPr>
            <p:ph type="pic" idx="4"/>
          </p:nvPr>
        </p:nvSpPr>
        <p:spPr>
          <a:xfrm>
            <a:off x="3257481" y="2396357"/>
            <a:ext cx="1243500" cy="1243500"/>
          </a:xfrm>
          <a:prstGeom prst="ellipse">
            <a:avLst/>
          </a:prstGeom>
          <a:noFill/>
          <a:ln>
            <a:noFill/>
          </a:ln>
        </p:spPr>
      </p:sp>
      <p:sp>
        <p:nvSpPr>
          <p:cNvPr id="559" name="Google Shape;559;p59"/>
          <p:cNvSpPr>
            <a:spLocks noGrp="1"/>
          </p:cNvSpPr>
          <p:nvPr>
            <p:ph type="pic" idx="5"/>
          </p:nvPr>
        </p:nvSpPr>
        <p:spPr>
          <a:xfrm>
            <a:off x="4647606" y="2396357"/>
            <a:ext cx="1243500" cy="1243500"/>
          </a:xfrm>
          <a:prstGeom prst="ellipse">
            <a:avLst/>
          </a:prstGeom>
          <a:noFill/>
          <a:ln>
            <a:noFill/>
          </a:ln>
        </p:spPr>
      </p:sp>
      <p:sp>
        <p:nvSpPr>
          <p:cNvPr id="560" name="Google Shape;560;p59"/>
          <p:cNvSpPr>
            <a:spLocks noGrp="1"/>
          </p:cNvSpPr>
          <p:nvPr>
            <p:ph type="pic" idx="6"/>
          </p:nvPr>
        </p:nvSpPr>
        <p:spPr>
          <a:xfrm>
            <a:off x="6037732" y="2396357"/>
            <a:ext cx="1243500" cy="1243500"/>
          </a:xfrm>
          <a:prstGeom prst="ellipse">
            <a:avLst/>
          </a:prstGeom>
          <a:noFill/>
          <a:ln>
            <a:noFill/>
          </a:ln>
        </p:spPr>
      </p:sp>
      <p:sp>
        <p:nvSpPr>
          <p:cNvPr id="561" name="Google Shape;561;p59"/>
          <p:cNvSpPr>
            <a:spLocks noGrp="1"/>
          </p:cNvSpPr>
          <p:nvPr>
            <p:ph type="pic" idx="7"/>
          </p:nvPr>
        </p:nvSpPr>
        <p:spPr>
          <a:xfrm>
            <a:off x="7427857" y="2396357"/>
            <a:ext cx="1243500" cy="1243500"/>
          </a:xfrm>
          <a:prstGeom prst="ellipse">
            <a:avLst/>
          </a:prstGeom>
          <a:noFill/>
          <a:ln>
            <a:noFill/>
          </a:ln>
        </p:spPr>
      </p:sp>
      <p:sp>
        <p:nvSpPr>
          <p:cNvPr id="562" name="Google Shape;562;p59"/>
          <p:cNvSpPr txBox="1">
            <a:spLocks noGrp="1"/>
          </p:cNvSpPr>
          <p:nvPr>
            <p:ph type="body" idx="1"/>
          </p:nvPr>
        </p:nvSpPr>
        <p:spPr>
          <a:xfrm>
            <a:off x="475200" y="3765475"/>
            <a:ext cx="1243500" cy="585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63" name="Google Shape;563;p59"/>
          <p:cNvSpPr txBox="1">
            <a:spLocks noGrp="1"/>
          </p:cNvSpPr>
          <p:nvPr>
            <p:ph type="body" idx="8"/>
          </p:nvPr>
        </p:nvSpPr>
        <p:spPr>
          <a:xfrm>
            <a:off x="1865730" y="3765475"/>
            <a:ext cx="1243500" cy="585300"/>
          </a:xfrm>
          <a:prstGeom prst="rect">
            <a:avLst/>
          </a:prstGeom>
        </p:spPr>
        <p:txBody>
          <a:bodyPr spcFirstLastPara="1" wrap="square" lIns="0" tIns="0" rIns="0" bIns="0" anchor="t" anchorCtr="0">
            <a:noAutofit/>
          </a:bodyPr>
          <a:lstStyle>
            <a:lvl1pPr marL="457200" lvl="0" indent="-292100" algn="ctr">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marL="914400" lvl="1"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gn="ctr">
              <a:spcBef>
                <a:spcPts val="800"/>
              </a:spcBef>
              <a:spcAft>
                <a:spcPts val="800"/>
              </a:spcAft>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64" name="Google Shape;564;p59"/>
          <p:cNvSpPr txBox="1">
            <a:spLocks noGrp="1"/>
          </p:cNvSpPr>
          <p:nvPr>
            <p:ph type="body" idx="9"/>
          </p:nvPr>
        </p:nvSpPr>
        <p:spPr>
          <a:xfrm>
            <a:off x="3256260" y="3765475"/>
            <a:ext cx="1243500" cy="585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65" name="Google Shape;565;p59"/>
          <p:cNvSpPr txBox="1">
            <a:spLocks noGrp="1"/>
          </p:cNvSpPr>
          <p:nvPr>
            <p:ph type="body" idx="13"/>
          </p:nvPr>
        </p:nvSpPr>
        <p:spPr>
          <a:xfrm>
            <a:off x="4646790" y="3765475"/>
            <a:ext cx="1243500" cy="585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66" name="Google Shape;566;p59"/>
          <p:cNvSpPr txBox="1">
            <a:spLocks noGrp="1"/>
          </p:cNvSpPr>
          <p:nvPr>
            <p:ph type="body" idx="14"/>
          </p:nvPr>
        </p:nvSpPr>
        <p:spPr>
          <a:xfrm>
            <a:off x="6037320" y="3765475"/>
            <a:ext cx="1243500" cy="585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67" name="Google Shape;567;p59"/>
          <p:cNvSpPr txBox="1">
            <a:spLocks noGrp="1"/>
          </p:cNvSpPr>
          <p:nvPr>
            <p:ph type="body" idx="15"/>
          </p:nvPr>
        </p:nvSpPr>
        <p:spPr>
          <a:xfrm>
            <a:off x="7427850" y="3765475"/>
            <a:ext cx="1243500" cy="585300"/>
          </a:xfrm>
          <a:prstGeom prst="rect">
            <a:avLst/>
          </a:prstGeom>
        </p:spPr>
        <p:txBody>
          <a:bodyPr spcFirstLastPara="1" wrap="square" lIns="0" tIns="0" rIns="0" bIns="0" anchor="t" anchorCtr="0">
            <a:noAutofit/>
          </a:bodyPr>
          <a:lstStyle>
            <a:lvl1pPr marL="457200" lvl="0"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68" name="Google Shape;568;p59"/>
          <p:cNvSpPr txBox="1">
            <a:spLocks noGrp="1"/>
          </p:cNvSpPr>
          <p:nvPr>
            <p:ph type="subTitle" idx="16"/>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69" name="Google Shape;569;p59"/>
          <p:cNvSpPr txBox="1">
            <a:spLocks noGrp="1"/>
          </p:cNvSpPr>
          <p:nvPr>
            <p:ph type="subTitle" idx="17"/>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peakers 2">
  <p:cSld name="BLANK_1_1_1_1_1_1_1_1_1_1_1_2_1_1_1">
    <p:bg>
      <p:bgPr>
        <a:solidFill>
          <a:schemeClr val="lt2"/>
        </a:solidFill>
        <a:effectLst/>
      </p:bgPr>
    </p:bg>
    <p:spTree>
      <p:nvGrpSpPr>
        <p:cNvPr id="1" name="Shape 570"/>
        <p:cNvGrpSpPr/>
        <p:nvPr/>
      </p:nvGrpSpPr>
      <p:grpSpPr>
        <a:xfrm>
          <a:off x="0" y="0"/>
          <a:ext cx="0" cy="0"/>
          <a:chOff x="0" y="0"/>
          <a:chExt cx="0" cy="0"/>
        </a:xfrm>
      </p:grpSpPr>
      <p:sp>
        <p:nvSpPr>
          <p:cNvPr id="571" name="Google Shape;571;p60"/>
          <p:cNvSpPr txBox="1">
            <a:spLocks noGrp="1"/>
          </p:cNvSpPr>
          <p:nvPr>
            <p:ph type="title"/>
          </p:nvPr>
        </p:nvSpPr>
        <p:spPr>
          <a:xfrm>
            <a:off x="292597" y="474750"/>
            <a:ext cx="63903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572" name="Google Shape;572;p60"/>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573" name="Google Shape;573;p60"/>
          <p:cNvSpPr txBox="1">
            <a:spLocks noGrp="1"/>
          </p:cNvSpPr>
          <p:nvPr>
            <p:ph type="body" idx="1"/>
          </p:nvPr>
        </p:nvSpPr>
        <p:spPr>
          <a:xfrm>
            <a:off x="282017" y="2832891"/>
            <a:ext cx="1307700" cy="543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74" name="Google Shape;574;p60"/>
          <p:cNvSpPr txBox="1">
            <a:spLocks noGrp="1"/>
          </p:cNvSpPr>
          <p:nvPr>
            <p:ph type="body" idx="2"/>
          </p:nvPr>
        </p:nvSpPr>
        <p:spPr>
          <a:xfrm>
            <a:off x="1735443" y="2832891"/>
            <a:ext cx="1307700" cy="5439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marL="914400" lvl="1"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marL="1371600" lvl="2"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marL="1828800" lvl="3"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marL="2286000" lvl="4"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marL="2743200" lvl="5"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marL="3200400" lvl="6"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marL="3657600" lvl="7"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marL="4114800" lvl="8" indent="-2921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75" name="Google Shape;575;p60"/>
          <p:cNvSpPr txBox="1">
            <a:spLocks noGrp="1"/>
          </p:cNvSpPr>
          <p:nvPr>
            <p:ph type="body" idx="3"/>
          </p:nvPr>
        </p:nvSpPr>
        <p:spPr>
          <a:xfrm>
            <a:off x="3188870" y="2832891"/>
            <a:ext cx="1307700" cy="543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76" name="Google Shape;576;p60"/>
          <p:cNvSpPr txBox="1">
            <a:spLocks noGrp="1"/>
          </p:cNvSpPr>
          <p:nvPr>
            <p:ph type="body" idx="4"/>
          </p:nvPr>
        </p:nvSpPr>
        <p:spPr>
          <a:xfrm>
            <a:off x="4642297" y="2832891"/>
            <a:ext cx="1307700" cy="543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77" name="Google Shape;577;p60"/>
          <p:cNvSpPr txBox="1">
            <a:spLocks noGrp="1"/>
          </p:cNvSpPr>
          <p:nvPr>
            <p:ph type="body" idx="5"/>
          </p:nvPr>
        </p:nvSpPr>
        <p:spPr>
          <a:xfrm>
            <a:off x="6095723" y="2832891"/>
            <a:ext cx="1307700" cy="543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78" name="Google Shape;578;p60"/>
          <p:cNvSpPr txBox="1">
            <a:spLocks noGrp="1"/>
          </p:cNvSpPr>
          <p:nvPr>
            <p:ph type="body" idx="6"/>
          </p:nvPr>
        </p:nvSpPr>
        <p:spPr>
          <a:xfrm>
            <a:off x="7549150" y="2832891"/>
            <a:ext cx="1307700" cy="5439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marL="914400" lvl="1"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marL="1371600" lvl="2"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marL="1828800" lvl="3"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marL="2286000" lvl="4"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marL="2743200" lvl="5"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marL="3200400" lvl="6"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marL="3657600" lvl="7"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marL="4114800" lvl="8" indent="-2921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a:endParaRPr/>
          </a:p>
        </p:txBody>
      </p:sp>
      <p:sp>
        <p:nvSpPr>
          <p:cNvPr id="579" name="Google Shape;579;p60"/>
          <p:cNvSpPr txBox="1">
            <a:spLocks noGrp="1"/>
          </p:cNvSpPr>
          <p:nvPr>
            <p:ph type="subTitle" idx="7"/>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80" name="Google Shape;580;p60"/>
          <p:cNvSpPr txBox="1">
            <a:spLocks noGrp="1"/>
          </p:cNvSpPr>
          <p:nvPr>
            <p:ph type="subTitle" idx="8"/>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81" name="Google Shape;581;p60"/>
          <p:cNvSpPr>
            <a:spLocks noGrp="1"/>
          </p:cNvSpPr>
          <p:nvPr>
            <p:ph type="pic" idx="9"/>
          </p:nvPr>
        </p:nvSpPr>
        <p:spPr>
          <a:xfrm>
            <a:off x="282017" y="1446074"/>
            <a:ext cx="1307700" cy="1307700"/>
          </a:xfrm>
          <a:prstGeom prst="roundRect">
            <a:avLst>
              <a:gd name="adj" fmla="val 16667"/>
            </a:avLst>
          </a:prstGeom>
          <a:noFill/>
          <a:ln>
            <a:noFill/>
          </a:ln>
        </p:spPr>
      </p:sp>
      <p:sp>
        <p:nvSpPr>
          <p:cNvPr id="582" name="Google Shape;582;p60"/>
          <p:cNvSpPr>
            <a:spLocks noGrp="1"/>
          </p:cNvSpPr>
          <p:nvPr>
            <p:ph type="pic" idx="13"/>
          </p:nvPr>
        </p:nvSpPr>
        <p:spPr>
          <a:xfrm>
            <a:off x="1735443" y="1446074"/>
            <a:ext cx="1307700" cy="1307700"/>
          </a:xfrm>
          <a:prstGeom prst="roundRect">
            <a:avLst>
              <a:gd name="adj" fmla="val 16667"/>
            </a:avLst>
          </a:prstGeom>
          <a:noFill/>
          <a:ln>
            <a:noFill/>
          </a:ln>
        </p:spPr>
      </p:sp>
      <p:sp>
        <p:nvSpPr>
          <p:cNvPr id="583" name="Google Shape;583;p60"/>
          <p:cNvSpPr>
            <a:spLocks noGrp="1"/>
          </p:cNvSpPr>
          <p:nvPr>
            <p:ph type="pic" idx="14"/>
          </p:nvPr>
        </p:nvSpPr>
        <p:spPr>
          <a:xfrm>
            <a:off x="3188870" y="1446074"/>
            <a:ext cx="1307700" cy="1307700"/>
          </a:xfrm>
          <a:prstGeom prst="roundRect">
            <a:avLst>
              <a:gd name="adj" fmla="val 16667"/>
            </a:avLst>
          </a:prstGeom>
          <a:noFill/>
          <a:ln>
            <a:noFill/>
          </a:ln>
        </p:spPr>
      </p:sp>
      <p:sp>
        <p:nvSpPr>
          <p:cNvPr id="584" name="Google Shape;584;p60"/>
          <p:cNvSpPr>
            <a:spLocks noGrp="1"/>
          </p:cNvSpPr>
          <p:nvPr>
            <p:ph type="pic" idx="15"/>
          </p:nvPr>
        </p:nvSpPr>
        <p:spPr>
          <a:xfrm>
            <a:off x="4642297" y="1446074"/>
            <a:ext cx="1307700" cy="1307700"/>
          </a:xfrm>
          <a:prstGeom prst="roundRect">
            <a:avLst>
              <a:gd name="adj" fmla="val 16667"/>
            </a:avLst>
          </a:prstGeom>
          <a:noFill/>
          <a:ln>
            <a:noFill/>
          </a:ln>
        </p:spPr>
      </p:sp>
      <p:sp>
        <p:nvSpPr>
          <p:cNvPr id="585" name="Google Shape;585;p60"/>
          <p:cNvSpPr>
            <a:spLocks noGrp="1"/>
          </p:cNvSpPr>
          <p:nvPr>
            <p:ph type="pic" idx="16"/>
          </p:nvPr>
        </p:nvSpPr>
        <p:spPr>
          <a:xfrm>
            <a:off x="6095723" y="1446074"/>
            <a:ext cx="1307700" cy="1307700"/>
          </a:xfrm>
          <a:prstGeom prst="roundRect">
            <a:avLst>
              <a:gd name="adj" fmla="val 16667"/>
            </a:avLst>
          </a:prstGeom>
          <a:noFill/>
          <a:ln>
            <a:noFill/>
          </a:ln>
        </p:spPr>
      </p:sp>
      <p:sp>
        <p:nvSpPr>
          <p:cNvPr id="586" name="Google Shape;586;p60"/>
          <p:cNvSpPr>
            <a:spLocks noGrp="1"/>
          </p:cNvSpPr>
          <p:nvPr>
            <p:ph type="pic" idx="17"/>
          </p:nvPr>
        </p:nvSpPr>
        <p:spPr>
          <a:xfrm>
            <a:off x="7549150" y="1446074"/>
            <a:ext cx="1307700" cy="1307700"/>
          </a:xfrm>
          <a:prstGeom prst="roundRect">
            <a:avLst>
              <a:gd name="adj" fmla="val 16667"/>
            </a:avLst>
          </a:prstGeom>
          <a:noFill/>
          <a:ln>
            <a:noFill/>
          </a:ln>
        </p:spPr>
      </p:sp>
      <p:sp>
        <p:nvSpPr>
          <p:cNvPr id="587" name="Google Shape;587;p60"/>
          <p:cNvSpPr txBox="1">
            <a:spLocks noGrp="1"/>
          </p:cNvSpPr>
          <p:nvPr>
            <p:ph type="body" idx="18"/>
          </p:nvPr>
        </p:nvSpPr>
        <p:spPr>
          <a:xfrm>
            <a:off x="279292" y="3564958"/>
            <a:ext cx="1307700" cy="1082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588" name="Google Shape;588;p60"/>
          <p:cNvSpPr txBox="1">
            <a:spLocks noGrp="1"/>
          </p:cNvSpPr>
          <p:nvPr>
            <p:ph type="body" idx="19"/>
          </p:nvPr>
        </p:nvSpPr>
        <p:spPr>
          <a:xfrm>
            <a:off x="1732718" y="3564958"/>
            <a:ext cx="1307700" cy="1082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589" name="Google Shape;589;p60"/>
          <p:cNvSpPr txBox="1">
            <a:spLocks noGrp="1"/>
          </p:cNvSpPr>
          <p:nvPr>
            <p:ph type="body" idx="20"/>
          </p:nvPr>
        </p:nvSpPr>
        <p:spPr>
          <a:xfrm>
            <a:off x="3186145" y="3564958"/>
            <a:ext cx="1307700" cy="1082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590" name="Google Shape;590;p60"/>
          <p:cNvSpPr txBox="1">
            <a:spLocks noGrp="1"/>
          </p:cNvSpPr>
          <p:nvPr>
            <p:ph type="body" idx="21"/>
          </p:nvPr>
        </p:nvSpPr>
        <p:spPr>
          <a:xfrm>
            <a:off x="4639572" y="3564958"/>
            <a:ext cx="1307700" cy="1082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591" name="Google Shape;591;p60"/>
          <p:cNvSpPr txBox="1">
            <a:spLocks noGrp="1"/>
          </p:cNvSpPr>
          <p:nvPr>
            <p:ph type="body" idx="22"/>
          </p:nvPr>
        </p:nvSpPr>
        <p:spPr>
          <a:xfrm>
            <a:off x="6092998" y="3564958"/>
            <a:ext cx="1307700" cy="1082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592" name="Google Shape;592;p60"/>
          <p:cNvSpPr txBox="1">
            <a:spLocks noGrp="1"/>
          </p:cNvSpPr>
          <p:nvPr>
            <p:ph type="body" idx="23"/>
          </p:nvPr>
        </p:nvSpPr>
        <p:spPr>
          <a:xfrm>
            <a:off x="7546425" y="3564958"/>
            <a:ext cx="1307700" cy="1082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ig statement 1">
  <p:cSld name="CUSTOM_4_1">
    <p:bg>
      <p:bgPr>
        <a:blipFill>
          <a:blip r:embed="rId2">
            <a:alphaModFix/>
          </a:blip>
          <a:stretch>
            <a:fillRect/>
          </a:stretch>
        </a:blipFill>
        <a:effectLst/>
      </p:bgPr>
    </p:bg>
    <p:spTree>
      <p:nvGrpSpPr>
        <p:cNvPr id="1" name="Shape 593"/>
        <p:cNvGrpSpPr/>
        <p:nvPr/>
      </p:nvGrpSpPr>
      <p:grpSpPr>
        <a:xfrm>
          <a:off x="0" y="0"/>
          <a:ext cx="0" cy="0"/>
          <a:chOff x="0" y="0"/>
          <a:chExt cx="0" cy="0"/>
        </a:xfrm>
      </p:grpSpPr>
      <p:sp>
        <p:nvSpPr>
          <p:cNvPr id="594" name="Google Shape;594;p61"/>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95" name="Google Shape;595;p61"/>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596" name="Google Shape;596;p61"/>
          <p:cNvSpPr txBox="1">
            <a:spLocks noGrp="1"/>
          </p:cNvSpPr>
          <p:nvPr>
            <p:ph type="body" idx="3"/>
          </p:nvPr>
        </p:nvSpPr>
        <p:spPr>
          <a:xfrm>
            <a:off x="360300" y="2181900"/>
            <a:ext cx="8496600" cy="2486700"/>
          </a:xfrm>
          <a:prstGeom prst="rect">
            <a:avLst/>
          </a:prstGeom>
        </p:spPr>
        <p:txBody>
          <a:bodyPr spcFirstLastPara="1" wrap="square" lIns="0" tIns="0" rIns="0" bIns="0" anchor="b" anchorCtr="0">
            <a:noAutofit/>
          </a:bodyPr>
          <a:lstStyle>
            <a:lvl1pPr marL="457200" lvl="0" indent="-228600">
              <a:lnSpc>
                <a:spcPct val="85000"/>
              </a:lnSpc>
              <a:spcBef>
                <a:spcPts val="0"/>
              </a:spcBef>
              <a:spcAft>
                <a:spcPts val="0"/>
              </a:spcAft>
              <a:buNone/>
              <a:defRPr sz="3600"/>
            </a:lvl1pPr>
            <a:lvl2pPr marL="914400" lvl="1" indent="-228600">
              <a:lnSpc>
                <a:spcPct val="85000"/>
              </a:lnSpc>
              <a:spcBef>
                <a:spcPts val="0"/>
              </a:spcBef>
              <a:spcAft>
                <a:spcPts val="0"/>
              </a:spcAft>
              <a:buNone/>
              <a:defRPr sz="3600"/>
            </a:lvl2pPr>
            <a:lvl3pPr marL="1371600" lvl="2" indent="-228600">
              <a:lnSpc>
                <a:spcPct val="85000"/>
              </a:lnSpc>
              <a:spcBef>
                <a:spcPts val="0"/>
              </a:spcBef>
              <a:spcAft>
                <a:spcPts val="0"/>
              </a:spcAft>
              <a:buNone/>
              <a:defRPr sz="3600"/>
            </a:lvl3pPr>
            <a:lvl4pPr marL="1828800" lvl="3" indent="-228600">
              <a:lnSpc>
                <a:spcPct val="85000"/>
              </a:lnSpc>
              <a:spcBef>
                <a:spcPts val="0"/>
              </a:spcBef>
              <a:spcAft>
                <a:spcPts val="0"/>
              </a:spcAft>
              <a:buNone/>
              <a:defRPr sz="3600"/>
            </a:lvl4pPr>
            <a:lvl5pPr marL="2286000" lvl="4" indent="-228600">
              <a:lnSpc>
                <a:spcPct val="85000"/>
              </a:lnSpc>
              <a:spcBef>
                <a:spcPts val="0"/>
              </a:spcBef>
              <a:spcAft>
                <a:spcPts val="0"/>
              </a:spcAft>
              <a:buNone/>
              <a:defRPr sz="3600"/>
            </a:lvl5pPr>
            <a:lvl6pPr marL="2743200" lvl="5" indent="-228600">
              <a:lnSpc>
                <a:spcPct val="85000"/>
              </a:lnSpc>
              <a:spcBef>
                <a:spcPts val="0"/>
              </a:spcBef>
              <a:spcAft>
                <a:spcPts val="0"/>
              </a:spcAft>
              <a:buNone/>
              <a:defRPr sz="3600"/>
            </a:lvl6pPr>
            <a:lvl7pPr marL="3200400" lvl="6" indent="-228600">
              <a:lnSpc>
                <a:spcPct val="85000"/>
              </a:lnSpc>
              <a:spcBef>
                <a:spcPts val="0"/>
              </a:spcBef>
              <a:spcAft>
                <a:spcPts val="0"/>
              </a:spcAft>
              <a:buNone/>
              <a:defRPr sz="3600"/>
            </a:lvl7pPr>
            <a:lvl8pPr marL="3657600" lvl="7" indent="-228600">
              <a:lnSpc>
                <a:spcPct val="85000"/>
              </a:lnSpc>
              <a:spcBef>
                <a:spcPts val="0"/>
              </a:spcBef>
              <a:spcAft>
                <a:spcPts val="0"/>
              </a:spcAft>
              <a:buNone/>
              <a:defRPr sz="3600"/>
            </a:lvl8pPr>
            <a:lvl9pPr marL="4114800" lvl="8" indent="-228600">
              <a:lnSpc>
                <a:spcPct val="85000"/>
              </a:lnSpc>
              <a:spcBef>
                <a:spcPts val="0"/>
              </a:spcBef>
              <a:spcAft>
                <a:spcPts val="0"/>
              </a:spcAft>
              <a:buNone/>
              <a:defRPr sz="3600"/>
            </a:lvl9pPr>
          </a:lstStyle>
          <a:p>
            <a:endParaRPr/>
          </a:p>
        </p:txBody>
      </p:sp>
      <p:sp>
        <p:nvSpPr>
          <p:cNvPr id="597" name="Google Shape;597;p61"/>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body and image ALT 1">
  <p:cSld name="BLANK_1_1_1_2">
    <p:bg>
      <p:bgPr>
        <a:blipFill>
          <a:blip r:embed="rId2">
            <a:alphaModFix/>
          </a:blip>
          <a:stretch>
            <a:fillRect/>
          </a:stretch>
        </a:blipFill>
        <a:effectLst/>
      </p:bgPr>
    </p:bg>
    <p:spTree>
      <p:nvGrpSpPr>
        <p:cNvPr id="1" name="Shape 598"/>
        <p:cNvGrpSpPr/>
        <p:nvPr/>
      </p:nvGrpSpPr>
      <p:grpSpPr>
        <a:xfrm>
          <a:off x="0" y="0"/>
          <a:ext cx="0" cy="0"/>
          <a:chOff x="0" y="0"/>
          <a:chExt cx="0" cy="0"/>
        </a:xfrm>
      </p:grpSpPr>
      <p:sp>
        <p:nvSpPr>
          <p:cNvPr id="599" name="Google Shape;599;p62"/>
          <p:cNvSpPr txBox="1">
            <a:spLocks noGrp="1"/>
          </p:cNvSpPr>
          <p:nvPr>
            <p:ph type="title"/>
          </p:nvPr>
        </p:nvSpPr>
        <p:spPr>
          <a:xfrm>
            <a:off x="284700" y="474750"/>
            <a:ext cx="4227300" cy="965400"/>
          </a:xfrm>
          <a:prstGeom prst="rect">
            <a:avLst/>
          </a:prstGeom>
        </p:spPr>
        <p:txBody>
          <a:bodyPr spcFirstLastPara="1" wrap="square" lIns="0" tIns="0" rIns="91425" bIns="0" anchor="b" anchorCtr="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a:endParaRPr/>
          </a:p>
        </p:txBody>
      </p:sp>
      <p:sp>
        <p:nvSpPr>
          <p:cNvPr id="600" name="Google Shape;600;p62"/>
          <p:cNvSpPr>
            <a:spLocks noGrp="1"/>
          </p:cNvSpPr>
          <p:nvPr>
            <p:ph type="pic" idx="2"/>
          </p:nvPr>
        </p:nvSpPr>
        <p:spPr>
          <a:xfrm>
            <a:off x="4629600" y="474750"/>
            <a:ext cx="4227300" cy="4194000"/>
          </a:xfrm>
          <a:prstGeom prst="roundRect">
            <a:avLst>
              <a:gd name="adj" fmla="val 5294"/>
            </a:avLst>
          </a:prstGeom>
          <a:noFill/>
          <a:ln>
            <a:noFill/>
          </a:ln>
        </p:spPr>
        <p:txBody>
          <a:bodyPr/>
          <a:lstStyle/>
          <a:p>
            <a:endParaRPr lang="en-US"/>
          </a:p>
        </p:txBody>
      </p:sp>
      <p:sp>
        <p:nvSpPr>
          <p:cNvPr id="601" name="Google Shape;601;p62"/>
          <p:cNvSpPr txBox="1">
            <a:spLocks noGrp="1"/>
          </p:cNvSpPr>
          <p:nvPr>
            <p:ph type="body" idx="1"/>
          </p:nvPr>
        </p:nvSpPr>
        <p:spPr>
          <a:xfrm>
            <a:off x="284700" y="3065325"/>
            <a:ext cx="2772600" cy="1603200"/>
          </a:xfrm>
          <a:prstGeom prst="rect">
            <a:avLst/>
          </a:prstGeom>
        </p:spPr>
        <p:txBody>
          <a:bodyPr spcFirstLastPara="1" wrap="square" lIns="0" tIns="0" rIns="0" bIns="0" anchor="b" anchorCtr="0">
            <a:noAutofit/>
          </a:bodyPr>
          <a:lstStyle>
            <a:lvl1pPr marL="457200" lvl="0" indent="-304800">
              <a:spcBef>
                <a:spcPts val="0"/>
              </a:spcBef>
              <a:spcAft>
                <a:spcPts val="0"/>
              </a:spcAft>
              <a:buClr>
                <a:schemeClr val="lt1"/>
              </a:buClr>
              <a:buSzPts val="1200"/>
              <a:buChar char="●"/>
              <a:defRPr sz="1200"/>
            </a:lvl1pPr>
            <a:lvl2pPr marL="914400" lvl="1" indent="-304800">
              <a:spcBef>
                <a:spcPts val="800"/>
              </a:spcBef>
              <a:spcAft>
                <a:spcPts val="0"/>
              </a:spcAft>
              <a:buClr>
                <a:schemeClr val="lt1"/>
              </a:buClr>
              <a:buSzPts val="1200"/>
              <a:buChar char="○"/>
              <a:defRPr sz="1200"/>
            </a:lvl2pPr>
            <a:lvl3pPr marL="1371600" lvl="2" indent="-304800">
              <a:spcBef>
                <a:spcPts val="800"/>
              </a:spcBef>
              <a:spcAft>
                <a:spcPts val="0"/>
              </a:spcAft>
              <a:buClr>
                <a:schemeClr val="lt1"/>
              </a:buClr>
              <a:buSzPts val="1200"/>
              <a:buChar char="■"/>
              <a:defRPr sz="1200"/>
            </a:lvl3pPr>
            <a:lvl4pPr marL="1828800" lvl="3" indent="-304800">
              <a:spcBef>
                <a:spcPts val="800"/>
              </a:spcBef>
              <a:spcAft>
                <a:spcPts val="0"/>
              </a:spcAft>
              <a:buClr>
                <a:schemeClr val="lt1"/>
              </a:buClr>
              <a:buSzPts val="1200"/>
              <a:buChar char="●"/>
              <a:defRPr sz="1200"/>
            </a:lvl4pPr>
            <a:lvl5pPr marL="2286000" lvl="4" indent="-304800">
              <a:spcBef>
                <a:spcPts val="800"/>
              </a:spcBef>
              <a:spcAft>
                <a:spcPts val="0"/>
              </a:spcAft>
              <a:buClr>
                <a:schemeClr val="lt1"/>
              </a:buClr>
              <a:buSzPts val="1200"/>
              <a:buChar char="○"/>
              <a:defRPr sz="1200"/>
            </a:lvl5pPr>
            <a:lvl6pPr marL="2743200" lvl="5" indent="-304800">
              <a:spcBef>
                <a:spcPts val="800"/>
              </a:spcBef>
              <a:spcAft>
                <a:spcPts val="0"/>
              </a:spcAft>
              <a:buClr>
                <a:schemeClr val="lt1"/>
              </a:buClr>
              <a:buSzPts val="1200"/>
              <a:buChar char="■"/>
              <a:defRPr sz="1200"/>
            </a:lvl6pPr>
            <a:lvl7pPr marL="3200400" lvl="6" indent="-304800">
              <a:spcBef>
                <a:spcPts val="800"/>
              </a:spcBef>
              <a:spcAft>
                <a:spcPts val="0"/>
              </a:spcAft>
              <a:buClr>
                <a:schemeClr val="lt1"/>
              </a:buClr>
              <a:buSzPts val="1200"/>
              <a:buChar char="●"/>
              <a:defRPr sz="1200"/>
            </a:lvl7pPr>
            <a:lvl8pPr marL="3657600" lvl="7" indent="-304800">
              <a:spcBef>
                <a:spcPts val="800"/>
              </a:spcBef>
              <a:spcAft>
                <a:spcPts val="0"/>
              </a:spcAft>
              <a:buClr>
                <a:schemeClr val="lt1"/>
              </a:buClr>
              <a:buSzPts val="1200"/>
              <a:buChar char="○"/>
              <a:defRPr sz="1200"/>
            </a:lvl8pPr>
            <a:lvl9pPr marL="4114800" lvl="8" indent="-304800">
              <a:spcBef>
                <a:spcPts val="800"/>
              </a:spcBef>
              <a:spcAft>
                <a:spcPts val="800"/>
              </a:spcAft>
              <a:buClr>
                <a:schemeClr val="lt1"/>
              </a:buClr>
              <a:buSzPts val="1200"/>
              <a:buChar char="■"/>
              <a:defRPr sz="1200"/>
            </a:lvl9pPr>
          </a:lstStyle>
          <a:p>
            <a:endParaRPr/>
          </a:p>
        </p:txBody>
      </p:sp>
      <p:sp>
        <p:nvSpPr>
          <p:cNvPr id="602" name="Google Shape;602;p62"/>
          <p:cNvSpPr txBox="1">
            <a:spLocks noGrp="1"/>
          </p:cNvSpPr>
          <p:nvPr>
            <p:ph type="subTitle" idx="3"/>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03" name="Google Shape;603;p62"/>
          <p:cNvSpPr txBox="1">
            <a:spLocks noGrp="1"/>
          </p:cNvSpPr>
          <p:nvPr>
            <p:ph type="subTitle" idx="4"/>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04" name="Google Shape;604;p62"/>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body and image ALT 2">
  <p:cSld name="BLANK_1_1_1_2_3_1">
    <p:bg>
      <p:bgPr>
        <a:blipFill>
          <a:blip r:embed="rId2">
            <a:alphaModFix/>
          </a:blip>
          <a:stretch>
            <a:fillRect/>
          </a:stretch>
        </a:blipFill>
        <a:effectLst/>
      </p:bgPr>
    </p:bg>
    <p:spTree>
      <p:nvGrpSpPr>
        <p:cNvPr id="1" name="Shape 605"/>
        <p:cNvGrpSpPr/>
        <p:nvPr/>
      </p:nvGrpSpPr>
      <p:grpSpPr>
        <a:xfrm>
          <a:off x="0" y="0"/>
          <a:ext cx="0" cy="0"/>
          <a:chOff x="0" y="0"/>
          <a:chExt cx="0" cy="0"/>
        </a:xfrm>
      </p:grpSpPr>
      <p:sp>
        <p:nvSpPr>
          <p:cNvPr id="606" name="Google Shape;606;p63"/>
          <p:cNvSpPr>
            <a:spLocks noGrp="1"/>
          </p:cNvSpPr>
          <p:nvPr>
            <p:ph type="pic" idx="2"/>
          </p:nvPr>
        </p:nvSpPr>
        <p:spPr>
          <a:xfrm>
            <a:off x="4629600" y="474750"/>
            <a:ext cx="4227300" cy="4194000"/>
          </a:xfrm>
          <a:prstGeom prst="roundRect">
            <a:avLst>
              <a:gd name="adj" fmla="val 10510"/>
            </a:avLst>
          </a:prstGeom>
          <a:noFill/>
          <a:ln>
            <a:noFill/>
          </a:ln>
        </p:spPr>
      </p:sp>
      <p:sp>
        <p:nvSpPr>
          <p:cNvPr id="607" name="Google Shape;607;p63"/>
          <p:cNvSpPr txBox="1">
            <a:spLocks noGrp="1"/>
          </p:cNvSpPr>
          <p:nvPr>
            <p:ph type="body" idx="1"/>
          </p:nvPr>
        </p:nvSpPr>
        <p:spPr>
          <a:xfrm>
            <a:off x="284700" y="1440225"/>
            <a:ext cx="2772600" cy="16032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8" name="Google Shape;608;p63"/>
          <p:cNvSpPr txBox="1">
            <a:spLocks noGrp="1"/>
          </p:cNvSpPr>
          <p:nvPr>
            <p:ph type="subTitle" idx="3"/>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09" name="Google Shape;609;p63"/>
          <p:cNvSpPr txBox="1">
            <a:spLocks noGrp="1"/>
          </p:cNvSpPr>
          <p:nvPr>
            <p:ph type="subTitle" idx="4"/>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10" name="Google Shape;610;p63"/>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611" name="Google Shape;611;p63"/>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body and image ALT 3">
  <p:cSld name="BLANK_1_1_1_2_3_1_1">
    <p:spTree>
      <p:nvGrpSpPr>
        <p:cNvPr id="1" name="Shape 612"/>
        <p:cNvGrpSpPr/>
        <p:nvPr/>
      </p:nvGrpSpPr>
      <p:grpSpPr>
        <a:xfrm>
          <a:off x="0" y="0"/>
          <a:ext cx="0" cy="0"/>
          <a:chOff x="0" y="0"/>
          <a:chExt cx="0" cy="0"/>
        </a:xfrm>
      </p:grpSpPr>
      <p:sp>
        <p:nvSpPr>
          <p:cNvPr id="613" name="Google Shape;613;p64"/>
          <p:cNvSpPr>
            <a:spLocks noGrp="1"/>
          </p:cNvSpPr>
          <p:nvPr>
            <p:ph type="pic" idx="2"/>
          </p:nvPr>
        </p:nvSpPr>
        <p:spPr>
          <a:xfrm>
            <a:off x="4629600" y="474750"/>
            <a:ext cx="4227300" cy="4194000"/>
          </a:xfrm>
          <a:prstGeom prst="roundRect">
            <a:avLst>
              <a:gd name="adj" fmla="val 10640"/>
            </a:avLst>
          </a:prstGeom>
          <a:noFill/>
          <a:ln>
            <a:noFill/>
          </a:ln>
        </p:spPr>
      </p:sp>
      <p:sp>
        <p:nvSpPr>
          <p:cNvPr id="614" name="Google Shape;614;p64"/>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15" name="Google Shape;615;p64"/>
          <p:cNvSpPr txBox="1">
            <a:spLocks noGrp="1"/>
          </p:cNvSpPr>
          <p:nvPr>
            <p:ph type="subTitle" idx="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16" name="Google Shape;616;p64"/>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617" name="Google Shape;617;p64"/>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18" name="Google Shape;618;p64"/>
          <p:cNvSpPr txBox="1">
            <a:spLocks noGrp="1"/>
          </p:cNvSpPr>
          <p:nvPr>
            <p:ph type="body" idx="4"/>
          </p:nvPr>
        </p:nvSpPr>
        <p:spPr>
          <a:xfrm>
            <a:off x="284700" y="1440225"/>
            <a:ext cx="2772600" cy="1603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body and image ALT 4">
  <p:cSld name="BLANK_1_1_1_2_2">
    <p:bg>
      <p:bgPr>
        <a:blipFill>
          <a:blip r:embed="rId2">
            <a:alphaModFix/>
          </a:blip>
          <a:stretch>
            <a:fillRect/>
          </a:stretch>
        </a:blipFill>
        <a:effectLst/>
      </p:bgPr>
    </p:bg>
    <p:spTree>
      <p:nvGrpSpPr>
        <p:cNvPr id="1" name="Shape 619"/>
        <p:cNvGrpSpPr/>
        <p:nvPr/>
      </p:nvGrpSpPr>
      <p:grpSpPr>
        <a:xfrm>
          <a:off x="0" y="0"/>
          <a:ext cx="0" cy="0"/>
          <a:chOff x="0" y="0"/>
          <a:chExt cx="0" cy="0"/>
        </a:xfrm>
      </p:grpSpPr>
      <p:sp>
        <p:nvSpPr>
          <p:cNvPr id="620" name="Google Shape;620;p65"/>
          <p:cNvSpPr/>
          <p:nvPr/>
        </p:nvSpPr>
        <p:spPr>
          <a:xfrm>
            <a:off x="284700" y="2630400"/>
            <a:ext cx="8572200" cy="2038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621" name="Google Shape;621;p65"/>
          <p:cNvSpPr/>
          <p:nvPr/>
        </p:nvSpPr>
        <p:spPr>
          <a:xfrm>
            <a:off x="463993" y="2779498"/>
            <a:ext cx="1783200" cy="1783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622" name="Google Shape;622;p65"/>
          <p:cNvSpPr>
            <a:spLocks noGrp="1"/>
          </p:cNvSpPr>
          <p:nvPr>
            <p:ph type="pic" idx="2"/>
          </p:nvPr>
        </p:nvSpPr>
        <p:spPr>
          <a:xfrm>
            <a:off x="446675" y="2758375"/>
            <a:ext cx="1783200" cy="1783200"/>
          </a:xfrm>
          <a:prstGeom prst="ellipse">
            <a:avLst/>
          </a:prstGeom>
          <a:noFill/>
          <a:ln>
            <a:noFill/>
          </a:ln>
        </p:spPr>
      </p:sp>
      <p:sp>
        <p:nvSpPr>
          <p:cNvPr id="623" name="Google Shape;623;p65"/>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a:buNone/>
              <a:defRPr sz="1000">
                <a:solidFill>
                  <a:schemeClr val="accent5"/>
                </a:solidFill>
              </a:defRPr>
            </a:lvl2pPr>
            <a:lvl3pPr lvl="2">
              <a:spcBef>
                <a:spcPts val="0"/>
              </a:spcBef>
              <a:spcAft>
                <a:spcPts val="0"/>
              </a:spcAft>
              <a:buClr>
                <a:schemeClr val="accent5"/>
              </a:buClr>
              <a:buSzPts val="1000"/>
              <a:buFont typeface="Instrument Sans"/>
              <a:buNone/>
              <a:defRPr sz="1000">
                <a:solidFill>
                  <a:schemeClr val="accent5"/>
                </a:solidFill>
              </a:defRPr>
            </a:lvl3pPr>
            <a:lvl4pPr lvl="3">
              <a:spcBef>
                <a:spcPts val="0"/>
              </a:spcBef>
              <a:spcAft>
                <a:spcPts val="0"/>
              </a:spcAft>
              <a:buClr>
                <a:schemeClr val="accent5"/>
              </a:buClr>
              <a:buSzPts val="1000"/>
              <a:buFont typeface="Instrument Sans"/>
              <a:buNone/>
              <a:defRPr sz="1000">
                <a:solidFill>
                  <a:schemeClr val="accent5"/>
                </a:solidFill>
              </a:defRPr>
            </a:lvl4pPr>
            <a:lvl5pPr lvl="4">
              <a:spcBef>
                <a:spcPts val="0"/>
              </a:spcBef>
              <a:spcAft>
                <a:spcPts val="0"/>
              </a:spcAft>
              <a:buClr>
                <a:schemeClr val="accent5"/>
              </a:buClr>
              <a:buSzPts val="1000"/>
              <a:buFont typeface="Instrument Sans"/>
              <a:buNone/>
              <a:defRPr sz="1000">
                <a:solidFill>
                  <a:schemeClr val="accent5"/>
                </a:solidFill>
              </a:defRPr>
            </a:lvl5pPr>
            <a:lvl6pPr lvl="5">
              <a:spcBef>
                <a:spcPts val="0"/>
              </a:spcBef>
              <a:spcAft>
                <a:spcPts val="0"/>
              </a:spcAft>
              <a:buClr>
                <a:schemeClr val="accent5"/>
              </a:buClr>
              <a:buSzPts val="1000"/>
              <a:buFont typeface="Instrument Sans"/>
              <a:buNone/>
              <a:defRPr sz="1000">
                <a:solidFill>
                  <a:schemeClr val="accent5"/>
                </a:solidFill>
              </a:defRPr>
            </a:lvl6pPr>
            <a:lvl7pPr lvl="6">
              <a:spcBef>
                <a:spcPts val="0"/>
              </a:spcBef>
              <a:spcAft>
                <a:spcPts val="0"/>
              </a:spcAft>
              <a:buClr>
                <a:schemeClr val="accent5"/>
              </a:buClr>
              <a:buSzPts val="1000"/>
              <a:buFont typeface="Instrument Sans"/>
              <a:buNone/>
              <a:defRPr sz="1000">
                <a:solidFill>
                  <a:schemeClr val="accent5"/>
                </a:solidFill>
              </a:defRPr>
            </a:lvl7pPr>
            <a:lvl8pPr lvl="7">
              <a:spcBef>
                <a:spcPts val="0"/>
              </a:spcBef>
              <a:spcAft>
                <a:spcPts val="0"/>
              </a:spcAft>
              <a:buClr>
                <a:schemeClr val="accent5"/>
              </a:buClr>
              <a:buSzPts val="1000"/>
              <a:buFont typeface="Instrument Sans"/>
              <a:buNone/>
              <a:defRPr sz="1000">
                <a:solidFill>
                  <a:schemeClr val="accent5"/>
                </a:solidFill>
              </a:defRPr>
            </a:lvl8pPr>
            <a:lvl9pPr lvl="8">
              <a:spcBef>
                <a:spcPts val="0"/>
              </a:spcBef>
              <a:spcAft>
                <a:spcPts val="0"/>
              </a:spcAft>
              <a:buClr>
                <a:schemeClr val="accent5"/>
              </a:buClr>
              <a:buSzPts val="1000"/>
              <a:buFont typeface="Instrument Sans"/>
              <a:buNone/>
              <a:defRPr sz="1000">
                <a:solidFill>
                  <a:schemeClr val="accent5"/>
                </a:solidFill>
              </a:defRPr>
            </a:lvl9pPr>
          </a:lstStyle>
          <a:p>
            <a:endParaRPr/>
          </a:p>
        </p:txBody>
      </p:sp>
      <p:sp>
        <p:nvSpPr>
          <p:cNvPr id="624" name="Google Shape;624;p65"/>
          <p:cNvSpPr txBox="1">
            <a:spLocks noGrp="1"/>
          </p:cNvSpPr>
          <p:nvPr>
            <p:ph type="subTitle" idx="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a:buNone/>
              <a:defRPr sz="1000">
                <a:solidFill>
                  <a:schemeClr val="accent5"/>
                </a:solidFill>
              </a:defRPr>
            </a:lvl2pPr>
            <a:lvl3pPr lvl="2" algn="r">
              <a:spcBef>
                <a:spcPts val="0"/>
              </a:spcBef>
              <a:spcAft>
                <a:spcPts val="0"/>
              </a:spcAft>
              <a:buClr>
                <a:schemeClr val="accent5"/>
              </a:buClr>
              <a:buSzPts val="1000"/>
              <a:buFont typeface="Instrument Sans"/>
              <a:buNone/>
              <a:defRPr sz="1000">
                <a:solidFill>
                  <a:schemeClr val="accent5"/>
                </a:solidFill>
              </a:defRPr>
            </a:lvl3pPr>
            <a:lvl4pPr lvl="3" algn="r">
              <a:spcBef>
                <a:spcPts val="0"/>
              </a:spcBef>
              <a:spcAft>
                <a:spcPts val="0"/>
              </a:spcAft>
              <a:buClr>
                <a:schemeClr val="accent5"/>
              </a:buClr>
              <a:buSzPts val="1000"/>
              <a:buFont typeface="Instrument Sans"/>
              <a:buNone/>
              <a:defRPr sz="1000">
                <a:solidFill>
                  <a:schemeClr val="accent5"/>
                </a:solidFill>
              </a:defRPr>
            </a:lvl4pPr>
            <a:lvl5pPr lvl="4" algn="r">
              <a:spcBef>
                <a:spcPts val="0"/>
              </a:spcBef>
              <a:spcAft>
                <a:spcPts val="0"/>
              </a:spcAft>
              <a:buClr>
                <a:schemeClr val="accent5"/>
              </a:buClr>
              <a:buSzPts val="1000"/>
              <a:buFont typeface="Instrument Sans"/>
              <a:buNone/>
              <a:defRPr sz="1000">
                <a:solidFill>
                  <a:schemeClr val="accent5"/>
                </a:solidFill>
              </a:defRPr>
            </a:lvl5pPr>
            <a:lvl6pPr lvl="5" algn="r">
              <a:spcBef>
                <a:spcPts val="0"/>
              </a:spcBef>
              <a:spcAft>
                <a:spcPts val="0"/>
              </a:spcAft>
              <a:buClr>
                <a:schemeClr val="accent5"/>
              </a:buClr>
              <a:buSzPts val="1000"/>
              <a:buFont typeface="Instrument Sans"/>
              <a:buNone/>
              <a:defRPr sz="1000">
                <a:solidFill>
                  <a:schemeClr val="accent5"/>
                </a:solidFill>
              </a:defRPr>
            </a:lvl6pPr>
            <a:lvl7pPr lvl="6" algn="r">
              <a:spcBef>
                <a:spcPts val="0"/>
              </a:spcBef>
              <a:spcAft>
                <a:spcPts val="0"/>
              </a:spcAft>
              <a:buClr>
                <a:schemeClr val="accent5"/>
              </a:buClr>
              <a:buSzPts val="1000"/>
              <a:buFont typeface="Instrument Sans"/>
              <a:buNone/>
              <a:defRPr sz="1000">
                <a:solidFill>
                  <a:schemeClr val="accent5"/>
                </a:solidFill>
              </a:defRPr>
            </a:lvl7pPr>
            <a:lvl8pPr lvl="7" algn="r">
              <a:spcBef>
                <a:spcPts val="0"/>
              </a:spcBef>
              <a:spcAft>
                <a:spcPts val="0"/>
              </a:spcAft>
              <a:buClr>
                <a:schemeClr val="accent5"/>
              </a:buClr>
              <a:buSzPts val="1000"/>
              <a:buFont typeface="Instrument Sans"/>
              <a:buNone/>
              <a:defRPr sz="1000">
                <a:solidFill>
                  <a:schemeClr val="accent5"/>
                </a:solidFill>
              </a:defRPr>
            </a:lvl8pPr>
            <a:lvl9pPr lvl="8" algn="r">
              <a:spcBef>
                <a:spcPts val="0"/>
              </a:spcBef>
              <a:spcAft>
                <a:spcPts val="0"/>
              </a:spcAft>
              <a:buClr>
                <a:schemeClr val="accent5"/>
              </a:buClr>
              <a:buSzPts val="1000"/>
              <a:buFont typeface="Instrument Sans"/>
              <a:buNone/>
              <a:defRPr sz="1000">
                <a:solidFill>
                  <a:schemeClr val="accent5"/>
                </a:solidFill>
              </a:defRPr>
            </a:lvl9pPr>
          </a:lstStyle>
          <a:p>
            <a:endParaRPr/>
          </a:p>
        </p:txBody>
      </p:sp>
      <p:sp>
        <p:nvSpPr>
          <p:cNvPr id="625" name="Google Shape;625;p65"/>
          <p:cNvSpPr txBox="1">
            <a:spLocks noGrp="1"/>
          </p:cNvSpPr>
          <p:nvPr>
            <p:ph type="title"/>
          </p:nvPr>
        </p:nvSpPr>
        <p:spPr>
          <a:xfrm>
            <a:off x="284700" y="474750"/>
            <a:ext cx="4227300" cy="49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sz="2400">
                <a:latin typeface="Instrument Sans"/>
                <a:ea typeface="Instrument Sans"/>
                <a:cs typeface="Instrument Sans"/>
                <a:sym typeface="Instrument Sans"/>
              </a:defRPr>
            </a:lvl1pPr>
            <a:lvl2pPr lvl="1">
              <a:lnSpc>
                <a:spcPct val="115000"/>
              </a:lnSpc>
              <a:spcBef>
                <a:spcPts val="0"/>
              </a:spcBef>
              <a:spcAft>
                <a:spcPts val="0"/>
              </a:spcAft>
              <a:buNone/>
              <a:defRPr sz="2400">
                <a:latin typeface="Instrument Sans"/>
                <a:ea typeface="Instrument Sans"/>
                <a:cs typeface="Instrument Sans"/>
                <a:sym typeface="Instrument Sans"/>
              </a:defRPr>
            </a:lvl2pPr>
            <a:lvl3pPr lvl="2">
              <a:lnSpc>
                <a:spcPct val="115000"/>
              </a:lnSpc>
              <a:spcBef>
                <a:spcPts val="0"/>
              </a:spcBef>
              <a:spcAft>
                <a:spcPts val="0"/>
              </a:spcAft>
              <a:buNone/>
              <a:defRPr sz="2400">
                <a:latin typeface="Instrument Sans"/>
                <a:ea typeface="Instrument Sans"/>
                <a:cs typeface="Instrument Sans"/>
                <a:sym typeface="Instrument Sans"/>
              </a:defRPr>
            </a:lvl3pPr>
            <a:lvl4pPr lvl="3">
              <a:lnSpc>
                <a:spcPct val="115000"/>
              </a:lnSpc>
              <a:spcBef>
                <a:spcPts val="0"/>
              </a:spcBef>
              <a:spcAft>
                <a:spcPts val="0"/>
              </a:spcAft>
              <a:buNone/>
              <a:defRPr sz="2400">
                <a:latin typeface="Instrument Sans"/>
                <a:ea typeface="Instrument Sans"/>
                <a:cs typeface="Instrument Sans"/>
                <a:sym typeface="Instrument Sans"/>
              </a:defRPr>
            </a:lvl4pPr>
            <a:lvl5pPr lvl="4">
              <a:lnSpc>
                <a:spcPct val="115000"/>
              </a:lnSpc>
              <a:spcBef>
                <a:spcPts val="0"/>
              </a:spcBef>
              <a:spcAft>
                <a:spcPts val="0"/>
              </a:spcAft>
              <a:buNone/>
              <a:defRPr sz="2400">
                <a:latin typeface="Instrument Sans"/>
                <a:ea typeface="Instrument Sans"/>
                <a:cs typeface="Instrument Sans"/>
                <a:sym typeface="Instrument Sans"/>
              </a:defRPr>
            </a:lvl5pPr>
            <a:lvl6pPr lvl="5">
              <a:lnSpc>
                <a:spcPct val="115000"/>
              </a:lnSpc>
              <a:spcBef>
                <a:spcPts val="0"/>
              </a:spcBef>
              <a:spcAft>
                <a:spcPts val="0"/>
              </a:spcAft>
              <a:buNone/>
              <a:defRPr sz="2400">
                <a:latin typeface="Instrument Sans"/>
                <a:ea typeface="Instrument Sans"/>
                <a:cs typeface="Instrument Sans"/>
                <a:sym typeface="Instrument Sans"/>
              </a:defRPr>
            </a:lvl6pPr>
            <a:lvl7pPr lvl="6">
              <a:lnSpc>
                <a:spcPct val="115000"/>
              </a:lnSpc>
              <a:spcBef>
                <a:spcPts val="0"/>
              </a:spcBef>
              <a:spcAft>
                <a:spcPts val="0"/>
              </a:spcAft>
              <a:buNone/>
              <a:defRPr sz="2400">
                <a:latin typeface="Instrument Sans"/>
                <a:ea typeface="Instrument Sans"/>
                <a:cs typeface="Instrument Sans"/>
                <a:sym typeface="Instrument Sans"/>
              </a:defRPr>
            </a:lvl7pPr>
            <a:lvl8pPr lvl="7">
              <a:lnSpc>
                <a:spcPct val="115000"/>
              </a:lnSpc>
              <a:spcBef>
                <a:spcPts val="0"/>
              </a:spcBef>
              <a:spcAft>
                <a:spcPts val="0"/>
              </a:spcAft>
              <a:buNone/>
              <a:defRPr sz="2400">
                <a:latin typeface="Instrument Sans"/>
                <a:ea typeface="Instrument Sans"/>
                <a:cs typeface="Instrument Sans"/>
                <a:sym typeface="Instrument Sans"/>
              </a:defRPr>
            </a:lvl8pPr>
            <a:lvl9pPr lvl="8">
              <a:lnSpc>
                <a:spcPct val="115000"/>
              </a:lnSpc>
              <a:spcBef>
                <a:spcPts val="0"/>
              </a:spcBef>
              <a:spcAft>
                <a:spcPts val="0"/>
              </a:spcAft>
              <a:buNone/>
              <a:defRPr sz="2400">
                <a:latin typeface="Instrument Sans"/>
                <a:ea typeface="Instrument Sans"/>
                <a:cs typeface="Instrument Sans"/>
                <a:sym typeface="Instrument Sans"/>
              </a:defRPr>
            </a:lvl9pPr>
          </a:lstStyle>
          <a:p>
            <a:endParaRPr/>
          </a:p>
        </p:txBody>
      </p:sp>
      <p:sp>
        <p:nvSpPr>
          <p:cNvPr id="626" name="Google Shape;626;p65"/>
          <p:cNvSpPr txBox="1">
            <a:spLocks noGrp="1"/>
          </p:cNvSpPr>
          <p:nvPr>
            <p:ph type="body" idx="4"/>
          </p:nvPr>
        </p:nvSpPr>
        <p:spPr>
          <a:xfrm>
            <a:off x="284700" y="1208750"/>
            <a:ext cx="4227300" cy="907200"/>
          </a:xfrm>
          <a:prstGeom prst="rect">
            <a:avLst/>
          </a:prstGeom>
        </p:spPr>
        <p:txBody>
          <a:bodyPr spcFirstLastPara="1" wrap="square" lIns="0" tIns="0" rIns="0" bIns="0"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0"/>
              </a:spcBef>
              <a:spcAft>
                <a:spcPts val="0"/>
              </a:spcAft>
              <a:buSzPts val="1200"/>
              <a:buChar char="○"/>
              <a:defRPr sz="1200"/>
            </a:lvl2pPr>
            <a:lvl3pPr marL="1371600" lvl="2" indent="-304800">
              <a:lnSpc>
                <a:spcPct val="100000"/>
              </a:lnSpc>
              <a:spcBef>
                <a:spcPts val="0"/>
              </a:spcBef>
              <a:spcAft>
                <a:spcPts val="0"/>
              </a:spcAft>
              <a:buSzPts val="1200"/>
              <a:buChar char="■"/>
              <a:defRPr sz="1200"/>
            </a:lvl3pPr>
            <a:lvl4pPr marL="1828800" lvl="3" indent="-304800">
              <a:lnSpc>
                <a:spcPct val="100000"/>
              </a:lnSpc>
              <a:spcBef>
                <a:spcPts val="0"/>
              </a:spcBef>
              <a:spcAft>
                <a:spcPts val="0"/>
              </a:spcAft>
              <a:buSzPts val="1200"/>
              <a:buChar char="●"/>
              <a:defRPr sz="1200"/>
            </a:lvl4pPr>
            <a:lvl5pPr marL="2286000" lvl="4" indent="-304800">
              <a:lnSpc>
                <a:spcPct val="100000"/>
              </a:lnSpc>
              <a:spcBef>
                <a:spcPts val="0"/>
              </a:spcBef>
              <a:spcAft>
                <a:spcPts val="0"/>
              </a:spcAft>
              <a:buSzPts val="1200"/>
              <a:buChar char="○"/>
              <a:defRPr sz="1200"/>
            </a:lvl5pPr>
            <a:lvl6pPr marL="2743200" lvl="5" indent="-304800">
              <a:lnSpc>
                <a:spcPct val="100000"/>
              </a:lnSpc>
              <a:spcBef>
                <a:spcPts val="0"/>
              </a:spcBef>
              <a:spcAft>
                <a:spcPts val="0"/>
              </a:spcAft>
              <a:buSzPts val="1200"/>
              <a:buChar char="■"/>
              <a:defRPr sz="1200"/>
            </a:lvl6pPr>
            <a:lvl7pPr marL="3200400" lvl="6" indent="-304800">
              <a:lnSpc>
                <a:spcPct val="100000"/>
              </a:lnSpc>
              <a:spcBef>
                <a:spcPts val="0"/>
              </a:spcBef>
              <a:spcAft>
                <a:spcPts val="0"/>
              </a:spcAft>
              <a:buSzPts val="1200"/>
              <a:buChar char="●"/>
              <a:defRPr sz="1200"/>
            </a:lvl7pPr>
            <a:lvl8pPr marL="3657600" lvl="7" indent="-304800">
              <a:lnSpc>
                <a:spcPct val="100000"/>
              </a:lnSpc>
              <a:spcBef>
                <a:spcPts val="0"/>
              </a:spcBef>
              <a:spcAft>
                <a:spcPts val="0"/>
              </a:spcAft>
              <a:buSzPts val="1200"/>
              <a:buChar char="○"/>
              <a:defRPr sz="1200"/>
            </a:lvl8pPr>
            <a:lvl9pPr marL="4114800" lvl="8" indent="-304800">
              <a:lnSpc>
                <a:spcPct val="100000"/>
              </a:lnSpc>
              <a:spcBef>
                <a:spcPts val="0"/>
              </a:spcBef>
              <a:spcAft>
                <a:spcPts val="0"/>
              </a:spcAft>
              <a:buSzPts val="1200"/>
              <a:buChar char="■"/>
              <a:defRPr sz="1200"/>
            </a:lvl9pPr>
          </a:lstStyle>
          <a:p>
            <a:endParaRPr/>
          </a:p>
        </p:txBody>
      </p:sp>
      <p:sp>
        <p:nvSpPr>
          <p:cNvPr id="627" name="Google Shape;627;p65"/>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628" name="Google Shape;628;p65"/>
          <p:cNvSpPr txBox="1">
            <a:spLocks noGrp="1"/>
          </p:cNvSpPr>
          <p:nvPr>
            <p:ph type="title" idx="5"/>
          </p:nvPr>
        </p:nvSpPr>
        <p:spPr>
          <a:xfrm>
            <a:off x="2457150" y="3051277"/>
            <a:ext cx="4227300" cy="4986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3600">
                <a:latin typeface="Instrument Sans"/>
                <a:ea typeface="Instrument Sans"/>
                <a:cs typeface="Instrument Sans"/>
                <a:sym typeface="Instrument Sans"/>
              </a:defRPr>
            </a:lvl1pPr>
            <a:lvl2pPr lvl="1">
              <a:lnSpc>
                <a:spcPct val="115000"/>
              </a:lnSpc>
              <a:spcBef>
                <a:spcPts val="0"/>
              </a:spcBef>
              <a:spcAft>
                <a:spcPts val="0"/>
              </a:spcAft>
              <a:buNone/>
              <a:defRPr sz="3600">
                <a:latin typeface="Instrument Sans"/>
                <a:ea typeface="Instrument Sans"/>
                <a:cs typeface="Instrument Sans"/>
                <a:sym typeface="Instrument Sans"/>
              </a:defRPr>
            </a:lvl2pPr>
            <a:lvl3pPr lvl="2">
              <a:lnSpc>
                <a:spcPct val="115000"/>
              </a:lnSpc>
              <a:spcBef>
                <a:spcPts val="0"/>
              </a:spcBef>
              <a:spcAft>
                <a:spcPts val="0"/>
              </a:spcAft>
              <a:buNone/>
              <a:defRPr sz="3600">
                <a:latin typeface="Instrument Sans"/>
                <a:ea typeface="Instrument Sans"/>
                <a:cs typeface="Instrument Sans"/>
                <a:sym typeface="Instrument Sans"/>
              </a:defRPr>
            </a:lvl3pPr>
            <a:lvl4pPr lvl="3">
              <a:lnSpc>
                <a:spcPct val="115000"/>
              </a:lnSpc>
              <a:spcBef>
                <a:spcPts val="0"/>
              </a:spcBef>
              <a:spcAft>
                <a:spcPts val="0"/>
              </a:spcAft>
              <a:buNone/>
              <a:defRPr sz="3600">
                <a:latin typeface="Instrument Sans"/>
                <a:ea typeface="Instrument Sans"/>
                <a:cs typeface="Instrument Sans"/>
                <a:sym typeface="Instrument Sans"/>
              </a:defRPr>
            </a:lvl4pPr>
            <a:lvl5pPr lvl="4">
              <a:lnSpc>
                <a:spcPct val="115000"/>
              </a:lnSpc>
              <a:spcBef>
                <a:spcPts val="0"/>
              </a:spcBef>
              <a:spcAft>
                <a:spcPts val="0"/>
              </a:spcAft>
              <a:buNone/>
              <a:defRPr sz="3600">
                <a:latin typeface="Instrument Sans"/>
                <a:ea typeface="Instrument Sans"/>
                <a:cs typeface="Instrument Sans"/>
                <a:sym typeface="Instrument Sans"/>
              </a:defRPr>
            </a:lvl5pPr>
            <a:lvl6pPr lvl="5">
              <a:lnSpc>
                <a:spcPct val="115000"/>
              </a:lnSpc>
              <a:spcBef>
                <a:spcPts val="0"/>
              </a:spcBef>
              <a:spcAft>
                <a:spcPts val="0"/>
              </a:spcAft>
              <a:buNone/>
              <a:defRPr sz="3600">
                <a:latin typeface="Instrument Sans"/>
                <a:ea typeface="Instrument Sans"/>
                <a:cs typeface="Instrument Sans"/>
                <a:sym typeface="Instrument Sans"/>
              </a:defRPr>
            </a:lvl6pPr>
            <a:lvl7pPr lvl="6">
              <a:lnSpc>
                <a:spcPct val="115000"/>
              </a:lnSpc>
              <a:spcBef>
                <a:spcPts val="0"/>
              </a:spcBef>
              <a:spcAft>
                <a:spcPts val="0"/>
              </a:spcAft>
              <a:buNone/>
              <a:defRPr sz="3600">
                <a:latin typeface="Instrument Sans"/>
                <a:ea typeface="Instrument Sans"/>
                <a:cs typeface="Instrument Sans"/>
                <a:sym typeface="Instrument Sans"/>
              </a:defRPr>
            </a:lvl7pPr>
            <a:lvl8pPr lvl="7">
              <a:lnSpc>
                <a:spcPct val="115000"/>
              </a:lnSpc>
              <a:spcBef>
                <a:spcPts val="0"/>
              </a:spcBef>
              <a:spcAft>
                <a:spcPts val="0"/>
              </a:spcAft>
              <a:buNone/>
              <a:defRPr sz="3600">
                <a:latin typeface="Instrument Sans"/>
                <a:ea typeface="Instrument Sans"/>
                <a:cs typeface="Instrument Sans"/>
                <a:sym typeface="Instrument Sans"/>
              </a:defRPr>
            </a:lvl8pPr>
            <a:lvl9pPr lvl="8">
              <a:lnSpc>
                <a:spcPct val="115000"/>
              </a:lnSpc>
              <a:spcBef>
                <a:spcPts val="0"/>
              </a:spcBef>
              <a:spcAft>
                <a:spcPts val="0"/>
              </a:spcAft>
              <a:buNone/>
              <a:defRPr sz="3600">
                <a:latin typeface="Instrument Sans"/>
                <a:ea typeface="Instrument Sans"/>
                <a:cs typeface="Instrument Sans"/>
                <a:sym typeface="Instrument Sans"/>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wo blocks- two ideas">
  <p:cSld name="CUSTOM_5">
    <p:spTree>
      <p:nvGrpSpPr>
        <p:cNvPr id="1" name="Shape 629"/>
        <p:cNvGrpSpPr/>
        <p:nvPr/>
      </p:nvGrpSpPr>
      <p:grpSpPr>
        <a:xfrm>
          <a:off x="0" y="0"/>
          <a:ext cx="0" cy="0"/>
          <a:chOff x="0" y="0"/>
          <a:chExt cx="0" cy="0"/>
        </a:xfrm>
      </p:grpSpPr>
      <p:sp>
        <p:nvSpPr>
          <p:cNvPr id="630" name="Google Shape;630;p66"/>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31" name="Google Shape;631;p66"/>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32" name="Google Shape;632;p66"/>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hree elements">
  <p:cSld name="CUSTOM_6">
    <p:bg>
      <p:bgPr>
        <a:solidFill>
          <a:schemeClr val="dk2"/>
        </a:solidFill>
        <a:effectLst/>
      </p:bgPr>
    </p:bg>
    <p:spTree>
      <p:nvGrpSpPr>
        <p:cNvPr id="1" name="Shape 633"/>
        <p:cNvGrpSpPr/>
        <p:nvPr/>
      </p:nvGrpSpPr>
      <p:grpSpPr>
        <a:xfrm>
          <a:off x="0" y="0"/>
          <a:ext cx="0" cy="0"/>
          <a:chOff x="0" y="0"/>
          <a:chExt cx="0" cy="0"/>
        </a:xfrm>
      </p:grpSpPr>
      <p:sp>
        <p:nvSpPr>
          <p:cNvPr id="634" name="Google Shape;634;p67"/>
          <p:cNvSpPr txBox="1">
            <a:spLocks noGrp="1"/>
          </p:cNvSpPr>
          <p:nvPr>
            <p:ph type="body" idx="1"/>
          </p:nvPr>
        </p:nvSpPr>
        <p:spPr>
          <a:xfrm>
            <a:off x="284700" y="2630400"/>
            <a:ext cx="2055000" cy="20382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Char char="●"/>
              <a:defRPr/>
            </a:lvl1pPr>
            <a:lvl2pPr marL="914400" lvl="1" indent="-292100">
              <a:spcBef>
                <a:spcPts val="800"/>
              </a:spcBef>
              <a:spcAft>
                <a:spcPts val="0"/>
              </a:spcAft>
              <a:buClr>
                <a:schemeClr val="lt1"/>
              </a:buClr>
              <a:buSzPts val="1000"/>
              <a:buChar char="○"/>
              <a:defRPr/>
            </a:lvl2pPr>
            <a:lvl3pPr marL="1371600" lvl="2" indent="-292100">
              <a:spcBef>
                <a:spcPts val="800"/>
              </a:spcBef>
              <a:spcAft>
                <a:spcPts val="0"/>
              </a:spcAft>
              <a:buClr>
                <a:schemeClr val="lt1"/>
              </a:buClr>
              <a:buSzPts val="1000"/>
              <a:buChar char="■"/>
              <a:defRPr/>
            </a:lvl3pPr>
            <a:lvl4pPr marL="1828800" lvl="3" indent="-292100">
              <a:spcBef>
                <a:spcPts val="800"/>
              </a:spcBef>
              <a:spcAft>
                <a:spcPts val="0"/>
              </a:spcAft>
              <a:buClr>
                <a:schemeClr val="lt1"/>
              </a:buClr>
              <a:buSzPts val="1000"/>
              <a:buChar char="●"/>
              <a:defRPr/>
            </a:lvl4pPr>
            <a:lvl5pPr marL="2286000" lvl="4" indent="-292100">
              <a:spcBef>
                <a:spcPts val="800"/>
              </a:spcBef>
              <a:spcAft>
                <a:spcPts val="0"/>
              </a:spcAft>
              <a:buClr>
                <a:schemeClr val="lt1"/>
              </a:buClr>
              <a:buSzPts val="1000"/>
              <a:buChar char="○"/>
              <a:defRPr/>
            </a:lvl5pPr>
            <a:lvl6pPr marL="2743200" lvl="5" indent="-292100">
              <a:spcBef>
                <a:spcPts val="800"/>
              </a:spcBef>
              <a:spcAft>
                <a:spcPts val="0"/>
              </a:spcAft>
              <a:buClr>
                <a:schemeClr val="lt1"/>
              </a:buClr>
              <a:buSzPts val="1000"/>
              <a:buChar char="■"/>
              <a:defRPr/>
            </a:lvl6pPr>
            <a:lvl7pPr marL="3200400" lvl="6" indent="-292100">
              <a:spcBef>
                <a:spcPts val="800"/>
              </a:spcBef>
              <a:spcAft>
                <a:spcPts val="0"/>
              </a:spcAft>
              <a:buClr>
                <a:schemeClr val="lt1"/>
              </a:buClr>
              <a:buSzPts val="1000"/>
              <a:buChar char="●"/>
              <a:defRPr/>
            </a:lvl7pPr>
            <a:lvl8pPr marL="3657600" lvl="7" indent="-292100">
              <a:spcBef>
                <a:spcPts val="800"/>
              </a:spcBef>
              <a:spcAft>
                <a:spcPts val="0"/>
              </a:spcAft>
              <a:buClr>
                <a:schemeClr val="lt1"/>
              </a:buClr>
              <a:buSzPts val="1000"/>
              <a:buChar char="○"/>
              <a:defRPr/>
            </a:lvl8pPr>
            <a:lvl9pPr marL="4114800" lvl="8" indent="-292100">
              <a:spcBef>
                <a:spcPts val="800"/>
              </a:spcBef>
              <a:spcAft>
                <a:spcPts val="800"/>
              </a:spcAft>
              <a:buClr>
                <a:schemeClr val="lt1"/>
              </a:buClr>
              <a:buSzPts val="1000"/>
              <a:buChar char="■"/>
              <a:defRPr/>
            </a:lvl9pPr>
          </a:lstStyle>
          <a:p>
            <a:endParaRPr/>
          </a:p>
        </p:txBody>
      </p:sp>
      <p:sp>
        <p:nvSpPr>
          <p:cNvPr id="635" name="Google Shape;635;p67"/>
          <p:cNvSpPr>
            <a:spLocks noGrp="1"/>
          </p:cNvSpPr>
          <p:nvPr>
            <p:ph type="pic" idx="2"/>
          </p:nvPr>
        </p:nvSpPr>
        <p:spPr>
          <a:xfrm>
            <a:off x="4629600" y="2630549"/>
            <a:ext cx="4227300" cy="2038200"/>
          </a:xfrm>
          <a:prstGeom prst="roundRect">
            <a:avLst>
              <a:gd name="adj" fmla="val 9982"/>
            </a:avLst>
          </a:prstGeom>
          <a:noFill/>
          <a:ln>
            <a:noFill/>
          </a:ln>
        </p:spPr>
        <p:txBody>
          <a:bodyPr/>
          <a:lstStyle/>
          <a:p>
            <a:endParaRPr lang="en-US"/>
          </a:p>
        </p:txBody>
      </p:sp>
      <p:sp>
        <p:nvSpPr>
          <p:cNvPr id="636" name="Google Shape;636;p67"/>
          <p:cNvSpPr txBox="1">
            <a:spLocks noGrp="1"/>
          </p:cNvSpPr>
          <p:nvPr>
            <p:ph type="subTitle" idx="3"/>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37" name="Google Shape;637;p67"/>
          <p:cNvSpPr txBox="1">
            <a:spLocks noGrp="1"/>
          </p:cNvSpPr>
          <p:nvPr>
            <p:ph type="subTitle" idx="4"/>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38" name="Google Shape;638;p67"/>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Various boxes">
  <p:cSld name="CUSTOM_6_1">
    <p:spTree>
      <p:nvGrpSpPr>
        <p:cNvPr id="1" name="Shape 639"/>
        <p:cNvGrpSpPr/>
        <p:nvPr/>
      </p:nvGrpSpPr>
      <p:grpSpPr>
        <a:xfrm>
          <a:off x="0" y="0"/>
          <a:ext cx="0" cy="0"/>
          <a:chOff x="0" y="0"/>
          <a:chExt cx="0" cy="0"/>
        </a:xfrm>
      </p:grpSpPr>
      <p:sp>
        <p:nvSpPr>
          <p:cNvPr id="640" name="Google Shape;640;p68"/>
          <p:cNvSpPr>
            <a:spLocks noGrp="1"/>
          </p:cNvSpPr>
          <p:nvPr>
            <p:ph type="pic" idx="2"/>
          </p:nvPr>
        </p:nvSpPr>
        <p:spPr>
          <a:xfrm>
            <a:off x="4630975" y="1365900"/>
            <a:ext cx="2055000" cy="3302700"/>
          </a:xfrm>
          <a:prstGeom prst="roundRect">
            <a:avLst>
              <a:gd name="adj" fmla="val 11973"/>
            </a:avLst>
          </a:prstGeom>
          <a:noFill/>
          <a:ln>
            <a:noFill/>
          </a:ln>
        </p:spPr>
      </p:sp>
      <p:sp>
        <p:nvSpPr>
          <p:cNvPr id="641" name="Google Shape;641;p68"/>
          <p:cNvSpPr txBox="1">
            <a:spLocks noGrp="1"/>
          </p:cNvSpPr>
          <p:nvPr>
            <p:ph type="body" idx="1"/>
          </p:nvPr>
        </p:nvSpPr>
        <p:spPr>
          <a:xfrm>
            <a:off x="417625" y="2720125"/>
            <a:ext cx="3754500" cy="486300"/>
          </a:xfrm>
          <a:prstGeom prst="rect">
            <a:avLst/>
          </a:prstGeom>
        </p:spPr>
        <p:txBody>
          <a:bodyPr spcFirstLastPara="1" wrap="square" lIns="0" tIns="0" rIns="0" bIns="0" anchor="b" anchorCtr="0">
            <a:noAutofit/>
          </a:bodyPr>
          <a:lstStyle>
            <a:lvl1pPr marL="457200" lvl="0" indent="-228600">
              <a:lnSpc>
                <a:spcPct val="115000"/>
              </a:lnSpc>
              <a:spcBef>
                <a:spcPts val="0"/>
              </a:spcBef>
              <a:spcAft>
                <a:spcPts val="0"/>
              </a:spcAft>
              <a:buNone/>
              <a:defRPr/>
            </a:lvl1pPr>
            <a:lvl2pPr marL="914400" lvl="1" indent="-228600">
              <a:lnSpc>
                <a:spcPct val="115000"/>
              </a:lnSpc>
              <a:spcBef>
                <a:spcPts val="0"/>
              </a:spcBef>
              <a:spcAft>
                <a:spcPts val="0"/>
              </a:spcAft>
              <a:buNone/>
              <a:defRPr/>
            </a:lvl2pPr>
            <a:lvl3pPr marL="1371600" lvl="2" indent="-228600">
              <a:lnSpc>
                <a:spcPct val="115000"/>
              </a:lnSpc>
              <a:spcBef>
                <a:spcPts val="0"/>
              </a:spcBef>
              <a:spcAft>
                <a:spcPts val="0"/>
              </a:spcAft>
              <a:buNone/>
              <a:defRPr/>
            </a:lvl3pPr>
            <a:lvl4pPr marL="1828800" lvl="3" indent="-228600">
              <a:lnSpc>
                <a:spcPct val="115000"/>
              </a:lnSpc>
              <a:spcBef>
                <a:spcPts val="0"/>
              </a:spcBef>
              <a:spcAft>
                <a:spcPts val="0"/>
              </a:spcAft>
              <a:buNone/>
              <a:defRPr/>
            </a:lvl4pPr>
            <a:lvl5pPr marL="2286000" lvl="4" indent="-228600">
              <a:lnSpc>
                <a:spcPct val="115000"/>
              </a:lnSpc>
              <a:spcBef>
                <a:spcPts val="0"/>
              </a:spcBef>
              <a:spcAft>
                <a:spcPts val="0"/>
              </a:spcAft>
              <a:buNone/>
              <a:defRPr/>
            </a:lvl5pPr>
            <a:lvl6pPr marL="2743200" lvl="5" indent="-228600">
              <a:lnSpc>
                <a:spcPct val="115000"/>
              </a:lnSpc>
              <a:spcBef>
                <a:spcPts val="0"/>
              </a:spcBef>
              <a:spcAft>
                <a:spcPts val="0"/>
              </a:spcAft>
              <a:buNone/>
              <a:defRPr/>
            </a:lvl6pPr>
            <a:lvl7pPr marL="3200400" lvl="6" indent="-228600">
              <a:lnSpc>
                <a:spcPct val="115000"/>
              </a:lnSpc>
              <a:spcBef>
                <a:spcPts val="0"/>
              </a:spcBef>
              <a:spcAft>
                <a:spcPts val="0"/>
              </a:spcAft>
              <a:buNone/>
              <a:defRPr/>
            </a:lvl7pPr>
            <a:lvl8pPr marL="3657600" lvl="7" indent="-228600">
              <a:lnSpc>
                <a:spcPct val="115000"/>
              </a:lnSpc>
              <a:spcBef>
                <a:spcPts val="0"/>
              </a:spcBef>
              <a:spcAft>
                <a:spcPts val="0"/>
              </a:spcAft>
              <a:buNone/>
              <a:defRPr/>
            </a:lvl8pPr>
            <a:lvl9pPr marL="4114800" lvl="8" indent="-228600">
              <a:lnSpc>
                <a:spcPct val="115000"/>
              </a:lnSpc>
              <a:spcBef>
                <a:spcPts val="0"/>
              </a:spcBef>
              <a:spcAft>
                <a:spcPts val="0"/>
              </a:spcAft>
              <a:buNone/>
              <a:defRPr/>
            </a:lvl9pPr>
          </a:lstStyle>
          <a:p>
            <a:endParaRPr/>
          </a:p>
        </p:txBody>
      </p:sp>
      <p:sp>
        <p:nvSpPr>
          <p:cNvPr id="642" name="Google Shape;642;p68"/>
          <p:cNvSpPr txBox="1">
            <a:spLocks noGrp="1"/>
          </p:cNvSpPr>
          <p:nvPr>
            <p:ph type="body" idx="3"/>
          </p:nvPr>
        </p:nvSpPr>
        <p:spPr>
          <a:xfrm>
            <a:off x="417625" y="3990775"/>
            <a:ext cx="1875600" cy="548100"/>
          </a:xfrm>
          <a:prstGeom prst="rect">
            <a:avLst/>
          </a:prstGeom>
        </p:spPr>
        <p:txBody>
          <a:bodyPr spcFirstLastPara="1" wrap="square" lIns="0" tIns="0" rIns="0" bIns="0" anchor="t" anchorCtr="0">
            <a:noAutofit/>
          </a:bodyPr>
          <a:lstStyle>
            <a:lvl1pPr marL="457200" lvl="0" indent="-228600">
              <a:spcBef>
                <a:spcPts val="0"/>
              </a:spcBef>
              <a:spcAft>
                <a:spcPts val="0"/>
              </a:spcAft>
              <a:buNone/>
              <a:defRPr i="1"/>
            </a:lvl1pPr>
            <a:lvl2pPr marL="914400" lvl="1" indent="-228600">
              <a:spcBef>
                <a:spcPts val="0"/>
              </a:spcBef>
              <a:spcAft>
                <a:spcPts val="0"/>
              </a:spcAft>
              <a:buNone/>
              <a:defRPr i="1"/>
            </a:lvl2pPr>
            <a:lvl3pPr marL="1371600" lvl="2" indent="-228600">
              <a:spcBef>
                <a:spcPts val="0"/>
              </a:spcBef>
              <a:spcAft>
                <a:spcPts val="0"/>
              </a:spcAft>
              <a:buNone/>
              <a:defRPr i="1"/>
            </a:lvl3pPr>
            <a:lvl4pPr marL="1828800" lvl="3" indent="-228600">
              <a:spcBef>
                <a:spcPts val="0"/>
              </a:spcBef>
              <a:spcAft>
                <a:spcPts val="0"/>
              </a:spcAft>
              <a:buNone/>
              <a:defRPr i="1"/>
            </a:lvl4pPr>
            <a:lvl5pPr marL="2286000" lvl="4" indent="-228600">
              <a:spcBef>
                <a:spcPts val="0"/>
              </a:spcBef>
              <a:spcAft>
                <a:spcPts val="0"/>
              </a:spcAft>
              <a:buNone/>
              <a:defRPr i="1"/>
            </a:lvl5pPr>
            <a:lvl6pPr marL="2743200" lvl="5" indent="-228600">
              <a:spcBef>
                <a:spcPts val="0"/>
              </a:spcBef>
              <a:spcAft>
                <a:spcPts val="0"/>
              </a:spcAft>
              <a:buNone/>
              <a:defRPr i="1"/>
            </a:lvl6pPr>
            <a:lvl7pPr marL="3200400" lvl="6" indent="-228600">
              <a:spcBef>
                <a:spcPts val="0"/>
              </a:spcBef>
              <a:spcAft>
                <a:spcPts val="0"/>
              </a:spcAft>
              <a:buNone/>
              <a:defRPr i="1"/>
            </a:lvl7pPr>
            <a:lvl8pPr marL="3657600" lvl="7" indent="-228600">
              <a:spcBef>
                <a:spcPts val="0"/>
              </a:spcBef>
              <a:spcAft>
                <a:spcPts val="0"/>
              </a:spcAft>
              <a:buNone/>
              <a:defRPr i="1"/>
            </a:lvl8pPr>
            <a:lvl9pPr marL="4114800" lvl="8" indent="-228600">
              <a:spcBef>
                <a:spcPts val="0"/>
              </a:spcBef>
              <a:spcAft>
                <a:spcPts val="0"/>
              </a:spcAft>
              <a:buNone/>
              <a:defRPr i="1"/>
            </a:lvl9pPr>
          </a:lstStyle>
          <a:p>
            <a:endParaRPr/>
          </a:p>
        </p:txBody>
      </p:sp>
      <p:sp>
        <p:nvSpPr>
          <p:cNvPr id="643" name="Google Shape;643;p68"/>
          <p:cNvSpPr txBox="1">
            <a:spLocks noGrp="1"/>
          </p:cNvSpPr>
          <p:nvPr>
            <p:ph type="body" idx="4"/>
          </p:nvPr>
        </p:nvSpPr>
        <p:spPr>
          <a:xfrm>
            <a:off x="2457075" y="4311325"/>
            <a:ext cx="2053500" cy="354300"/>
          </a:xfrm>
          <a:prstGeom prst="rect">
            <a:avLst/>
          </a:prstGeom>
        </p:spPr>
        <p:txBody>
          <a:bodyPr spcFirstLastPara="1" wrap="square" lIns="182875" tIns="0" rIns="0" bIns="0" anchor="t" anchorCtr="0">
            <a:noAutofit/>
          </a:bodyPr>
          <a:lstStyle>
            <a:lvl1pPr marL="457200" lvl="0" indent="-228600">
              <a:lnSpc>
                <a:spcPct val="115000"/>
              </a:lnSpc>
              <a:spcBef>
                <a:spcPts val="0"/>
              </a:spcBef>
              <a:spcAft>
                <a:spcPts val="0"/>
              </a:spcAft>
              <a:buNone/>
              <a:defRPr/>
            </a:lvl1pPr>
            <a:lvl2pPr marL="914400" lvl="1" indent="-228600">
              <a:lnSpc>
                <a:spcPct val="115000"/>
              </a:lnSpc>
              <a:spcBef>
                <a:spcPts val="0"/>
              </a:spcBef>
              <a:spcAft>
                <a:spcPts val="0"/>
              </a:spcAft>
              <a:buNone/>
              <a:defRPr/>
            </a:lvl2pPr>
            <a:lvl3pPr marL="1371600" lvl="2" indent="-228600">
              <a:lnSpc>
                <a:spcPct val="115000"/>
              </a:lnSpc>
              <a:spcBef>
                <a:spcPts val="0"/>
              </a:spcBef>
              <a:spcAft>
                <a:spcPts val="0"/>
              </a:spcAft>
              <a:buNone/>
              <a:defRPr/>
            </a:lvl3pPr>
            <a:lvl4pPr marL="1828800" lvl="3" indent="-228600">
              <a:lnSpc>
                <a:spcPct val="115000"/>
              </a:lnSpc>
              <a:spcBef>
                <a:spcPts val="0"/>
              </a:spcBef>
              <a:spcAft>
                <a:spcPts val="0"/>
              </a:spcAft>
              <a:buNone/>
              <a:defRPr/>
            </a:lvl4pPr>
            <a:lvl5pPr marL="2286000" lvl="4" indent="-228600">
              <a:lnSpc>
                <a:spcPct val="115000"/>
              </a:lnSpc>
              <a:spcBef>
                <a:spcPts val="0"/>
              </a:spcBef>
              <a:spcAft>
                <a:spcPts val="0"/>
              </a:spcAft>
              <a:buNone/>
              <a:defRPr/>
            </a:lvl5pPr>
            <a:lvl6pPr marL="2743200" lvl="5" indent="-228600">
              <a:lnSpc>
                <a:spcPct val="115000"/>
              </a:lnSpc>
              <a:spcBef>
                <a:spcPts val="0"/>
              </a:spcBef>
              <a:spcAft>
                <a:spcPts val="0"/>
              </a:spcAft>
              <a:buNone/>
              <a:defRPr/>
            </a:lvl6pPr>
            <a:lvl7pPr marL="3200400" lvl="6" indent="-228600">
              <a:lnSpc>
                <a:spcPct val="115000"/>
              </a:lnSpc>
              <a:spcBef>
                <a:spcPts val="0"/>
              </a:spcBef>
              <a:spcAft>
                <a:spcPts val="0"/>
              </a:spcAft>
              <a:buNone/>
              <a:defRPr/>
            </a:lvl7pPr>
            <a:lvl8pPr marL="3657600" lvl="7" indent="-228600">
              <a:lnSpc>
                <a:spcPct val="115000"/>
              </a:lnSpc>
              <a:spcBef>
                <a:spcPts val="0"/>
              </a:spcBef>
              <a:spcAft>
                <a:spcPts val="0"/>
              </a:spcAft>
              <a:buNone/>
              <a:defRPr/>
            </a:lvl8pPr>
            <a:lvl9pPr marL="4114800" lvl="8" indent="-228600">
              <a:lnSpc>
                <a:spcPct val="115000"/>
              </a:lnSpc>
              <a:spcBef>
                <a:spcPts val="0"/>
              </a:spcBef>
              <a:spcAft>
                <a:spcPts val="0"/>
              </a:spcAft>
              <a:buNone/>
              <a:defRPr/>
            </a:lvl9pPr>
          </a:lstStyle>
          <a:p>
            <a:endParaRPr/>
          </a:p>
        </p:txBody>
      </p:sp>
      <p:sp>
        <p:nvSpPr>
          <p:cNvPr id="644" name="Google Shape;644;p68"/>
          <p:cNvSpPr txBox="1">
            <a:spLocks noGrp="1"/>
          </p:cNvSpPr>
          <p:nvPr>
            <p:ph type="body" idx="5"/>
          </p:nvPr>
        </p:nvSpPr>
        <p:spPr>
          <a:xfrm>
            <a:off x="6801300" y="2498700"/>
            <a:ext cx="2055000" cy="1204500"/>
          </a:xfrm>
          <a:prstGeom prst="rect">
            <a:avLst/>
          </a:prstGeom>
        </p:spPr>
        <p:txBody>
          <a:bodyPr spcFirstLastPara="1" wrap="square" lIns="182875" tIns="0" rIns="182875" bIns="0" anchor="t" anchorCtr="0">
            <a:noAutofit/>
          </a:bodyPr>
          <a:lstStyle>
            <a:lvl1pPr marL="457200" lvl="0" indent="-228600">
              <a:lnSpc>
                <a:spcPct val="115000"/>
              </a:lnSpc>
              <a:spcBef>
                <a:spcPts val="0"/>
              </a:spcBef>
              <a:spcAft>
                <a:spcPts val="0"/>
              </a:spcAft>
              <a:buSzPts val="1000"/>
              <a:buNone/>
              <a:defRPr/>
            </a:lvl1pPr>
            <a:lvl2pPr marL="914400" lvl="1" indent="-228600">
              <a:lnSpc>
                <a:spcPct val="115000"/>
              </a:lnSpc>
              <a:spcBef>
                <a:spcPts val="0"/>
              </a:spcBef>
              <a:spcAft>
                <a:spcPts val="0"/>
              </a:spcAft>
              <a:buSzPts val="1000"/>
              <a:buNone/>
              <a:defRPr/>
            </a:lvl2pPr>
            <a:lvl3pPr marL="1371600" lvl="2" indent="-228600">
              <a:lnSpc>
                <a:spcPct val="115000"/>
              </a:lnSpc>
              <a:spcBef>
                <a:spcPts val="0"/>
              </a:spcBef>
              <a:spcAft>
                <a:spcPts val="0"/>
              </a:spcAft>
              <a:buSzPts val="1000"/>
              <a:buNone/>
              <a:defRPr/>
            </a:lvl3pPr>
            <a:lvl4pPr marL="1828800" lvl="3" indent="-228600">
              <a:lnSpc>
                <a:spcPct val="115000"/>
              </a:lnSpc>
              <a:spcBef>
                <a:spcPts val="0"/>
              </a:spcBef>
              <a:spcAft>
                <a:spcPts val="0"/>
              </a:spcAft>
              <a:buSzPts val="1000"/>
              <a:buNone/>
              <a:defRPr/>
            </a:lvl4pPr>
            <a:lvl5pPr marL="2286000" lvl="4" indent="-228600">
              <a:lnSpc>
                <a:spcPct val="115000"/>
              </a:lnSpc>
              <a:spcBef>
                <a:spcPts val="0"/>
              </a:spcBef>
              <a:spcAft>
                <a:spcPts val="0"/>
              </a:spcAft>
              <a:buSzPts val="1000"/>
              <a:buNone/>
              <a:defRPr/>
            </a:lvl5pPr>
            <a:lvl6pPr marL="2743200" lvl="5" indent="-228600">
              <a:lnSpc>
                <a:spcPct val="115000"/>
              </a:lnSpc>
              <a:spcBef>
                <a:spcPts val="0"/>
              </a:spcBef>
              <a:spcAft>
                <a:spcPts val="0"/>
              </a:spcAft>
              <a:buSzPts val="1000"/>
              <a:buNone/>
              <a:defRPr/>
            </a:lvl6pPr>
            <a:lvl7pPr marL="3200400" lvl="6" indent="-228600">
              <a:lnSpc>
                <a:spcPct val="115000"/>
              </a:lnSpc>
              <a:spcBef>
                <a:spcPts val="0"/>
              </a:spcBef>
              <a:spcAft>
                <a:spcPts val="0"/>
              </a:spcAft>
              <a:buSzPts val="1000"/>
              <a:buNone/>
              <a:defRPr/>
            </a:lvl7pPr>
            <a:lvl8pPr marL="3657600" lvl="7" indent="-228600">
              <a:lnSpc>
                <a:spcPct val="115000"/>
              </a:lnSpc>
              <a:spcBef>
                <a:spcPts val="0"/>
              </a:spcBef>
              <a:spcAft>
                <a:spcPts val="0"/>
              </a:spcAft>
              <a:buSzPts val="1000"/>
              <a:buNone/>
              <a:defRPr/>
            </a:lvl8pPr>
            <a:lvl9pPr marL="4114800" lvl="8" indent="-228600">
              <a:lnSpc>
                <a:spcPct val="115000"/>
              </a:lnSpc>
              <a:spcBef>
                <a:spcPts val="0"/>
              </a:spcBef>
              <a:spcAft>
                <a:spcPts val="0"/>
              </a:spcAft>
              <a:buSzPts val="1000"/>
              <a:buNone/>
              <a:defRPr/>
            </a:lvl9pPr>
          </a:lstStyle>
          <a:p>
            <a:endParaRPr/>
          </a:p>
        </p:txBody>
      </p:sp>
      <p:sp>
        <p:nvSpPr>
          <p:cNvPr id="645" name="Google Shape;645;p68"/>
          <p:cNvSpPr txBox="1">
            <a:spLocks noGrp="1"/>
          </p:cNvSpPr>
          <p:nvPr>
            <p:ph type="title"/>
          </p:nvPr>
        </p:nvSpPr>
        <p:spPr>
          <a:xfrm>
            <a:off x="288350" y="1365975"/>
            <a:ext cx="4227300" cy="1156500"/>
          </a:xfrm>
          <a:prstGeom prst="rect">
            <a:avLst/>
          </a:prstGeom>
        </p:spPr>
        <p:txBody>
          <a:bodyPr spcFirstLastPara="1" wrap="square" lIns="182875" tIns="182875" rIns="182875" bIns="0" anchor="t" anchorCtr="0">
            <a:sp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a:endParaRPr/>
          </a:p>
        </p:txBody>
      </p:sp>
      <p:sp>
        <p:nvSpPr>
          <p:cNvPr id="646" name="Google Shape;646;p68"/>
          <p:cNvSpPr txBox="1">
            <a:spLocks noGrp="1"/>
          </p:cNvSpPr>
          <p:nvPr>
            <p:ph type="subTitle" idx="6"/>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47" name="Google Shape;647;p68"/>
          <p:cNvSpPr txBox="1">
            <a:spLocks noGrp="1"/>
          </p:cNvSpPr>
          <p:nvPr>
            <p:ph type="subTitle" idx="7"/>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48" name="Google Shape;648;p68"/>
          <p:cNvSpPr txBox="1">
            <a:spLocks noGrp="1"/>
          </p:cNvSpPr>
          <p:nvPr>
            <p:ph type="subTitle" idx="8"/>
          </p:nvPr>
        </p:nvSpPr>
        <p:spPr>
          <a:xfrm>
            <a:off x="2454063" y="3535641"/>
            <a:ext cx="2051400" cy="422700"/>
          </a:xfrm>
          <a:prstGeom prst="rect">
            <a:avLst/>
          </a:prstGeom>
        </p:spPr>
        <p:txBody>
          <a:bodyPr spcFirstLastPara="1" wrap="square" lIns="182875" tIns="182875" rIns="91425" bIns="91425" anchor="t" anchorCtr="0">
            <a:noAutofit/>
          </a:bodyPr>
          <a:lstStyle>
            <a:lvl1pPr lvl="0">
              <a:spcBef>
                <a:spcPts val="0"/>
              </a:spcBef>
              <a:spcAft>
                <a:spcPts val="0"/>
              </a:spcAft>
              <a:buSzPts val="2400"/>
              <a:buFont typeface="Instrument Sans SemiBold"/>
              <a:buNone/>
              <a:defRPr sz="2400">
                <a:latin typeface="Instrument Sans SemiBold"/>
                <a:ea typeface="Instrument Sans SemiBold"/>
                <a:cs typeface="Instrument Sans SemiBold"/>
                <a:sym typeface="Instrument Sans SemiBold"/>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649" name="Google Shape;649;p68"/>
          <p:cNvSpPr txBox="1">
            <a:spLocks noGrp="1"/>
          </p:cNvSpPr>
          <p:nvPr>
            <p:ph type="subTitle" idx="9"/>
          </p:nvPr>
        </p:nvSpPr>
        <p:spPr>
          <a:xfrm>
            <a:off x="6801300" y="1957926"/>
            <a:ext cx="2051400" cy="452700"/>
          </a:xfrm>
          <a:prstGeom prst="rect">
            <a:avLst/>
          </a:prstGeom>
        </p:spPr>
        <p:txBody>
          <a:bodyPr spcFirstLastPara="1" wrap="square" lIns="182875" tIns="182875" rIns="182875" bIns="0" anchor="t" anchorCtr="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650" name="Google Shape;650;p68"/>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589">
          <p15:clr>
            <a:srgbClr val="E4696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hree big ideas ALT 3">
  <p:cSld name="BLANK_1_1_1_1_1_1_1_1_1_1_1_1_1_1_3_1_1">
    <p:spTree>
      <p:nvGrpSpPr>
        <p:cNvPr id="1" name="Shape 651"/>
        <p:cNvGrpSpPr/>
        <p:nvPr/>
      </p:nvGrpSpPr>
      <p:grpSpPr>
        <a:xfrm>
          <a:off x="0" y="0"/>
          <a:ext cx="0" cy="0"/>
          <a:chOff x="0" y="0"/>
          <a:chExt cx="0" cy="0"/>
        </a:xfrm>
      </p:grpSpPr>
      <p:sp>
        <p:nvSpPr>
          <p:cNvPr id="652" name="Google Shape;652;p69"/>
          <p:cNvSpPr>
            <a:spLocks noGrp="1"/>
          </p:cNvSpPr>
          <p:nvPr>
            <p:ph type="pic" idx="2"/>
          </p:nvPr>
        </p:nvSpPr>
        <p:spPr>
          <a:xfrm>
            <a:off x="6802025" y="1372800"/>
            <a:ext cx="2058600" cy="3296700"/>
          </a:xfrm>
          <a:prstGeom prst="roundRect">
            <a:avLst>
              <a:gd name="adj" fmla="val 11530"/>
            </a:avLst>
          </a:prstGeom>
          <a:noFill/>
          <a:ln>
            <a:noFill/>
          </a:ln>
        </p:spPr>
        <p:txBody>
          <a:bodyPr/>
          <a:lstStyle/>
          <a:p>
            <a:endParaRPr lang="en-US"/>
          </a:p>
        </p:txBody>
      </p:sp>
      <p:sp>
        <p:nvSpPr>
          <p:cNvPr id="653" name="Google Shape;653;p69"/>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54" name="Google Shape;654;p69"/>
          <p:cNvSpPr txBox="1">
            <a:spLocks noGrp="1"/>
          </p:cNvSpPr>
          <p:nvPr>
            <p:ph type="subTitle" idx="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55" name="Google Shape;655;p69"/>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656" name="Google Shape;656;p69"/>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57" name="Google Shape;657;p69"/>
          <p:cNvSpPr txBox="1">
            <a:spLocks noGrp="1"/>
          </p:cNvSpPr>
          <p:nvPr>
            <p:ph type="body" idx="4"/>
          </p:nvPr>
        </p:nvSpPr>
        <p:spPr>
          <a:xfrm>
            <a:off x="284700" y="2792774"/>
            <a:ext cx="2053500" cy="15699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Font typeface="Instrument Sans"/>
              <a:buChar char="●"/>
              <a:defRPr/>
            </a:lvl1pPr>
            <a:lvl2pPr marL="914400" lvl="1" indent="-292100">
              <a:spcBef>
                <a:spcPts val="0"/>
              </a:spcBef>
              <a:spcAft>
                <a:spcPts val="0"/>
              </a:spcAft>
              <a:buSzPts val="1000"/>
              <a:buFont typeface="Instrument Sans"/>
              <a:buChar char="○"/>
              <a:defRPr/>
            </a:lvl2pPr>
            <a:lvl3pPr marL="1371600" lvl="2" indent="-292100">
              <a:spcBef>
                <a:spcPts val="0"/>
              </a:spcBef>
              <a:spcAft>
                <a:spcPts val="0"/>
              </a:spcAft>
              <a:buSzPts val="1000"/>
              <a:buFont typeface="Instrument Sans"/>
              <a:buChar char="■"/>
              <a:defRPr/>
            </a:lvl3pPr>
            <a:lvl4pPr marL="1828800" lvl="3" indent="-292100">
              <a:spcBef>
                <a:spcPts val="0"/>
              </a:spcBef>
              <a:spcAft>
                <a:spcPts val="0"/>
              </a:spcAft>
              <a:buSzPts val="1000"/>
              <a:buFont typeface="Instrument Sans"/>
              <a:buChar char="●"/>
              <a:defRPr/>
            </a:lvl4pPr>
            <a:lvl5pPr marL="2286000" lvl="4" indent="-292100">
              <a:spcBef>
                <a:spcPts val="0"/>
              </a:spcBef>
              <a:spcAft>
                <a:spcPts val="0"/>
              </a:spcAft>
              <a:buSzPts val="1000"/>
              <a:buFont typeface="Instrument Sans"/>
              <a:buChar char="○"/>
              <a:defRPr/>
            </a:lvl5pPr>
            <a:lvl6pPr marL="2743200" lvl="5" indent="-292100">
              <a:spcBef>
                <a:spcPts val="0"/>
              </a:spcBef>
              <a:spcAft>
                <a:spcPts val="0"/>
              </a:spcAft>
              <a:buSzPts val="1000"/>
              <a:buFont typeface="Instrument Sans"/>
              <a:buChar char="■"/>
              <a:defRPr/>
            </a:lvl6pPr>
            <a:lvl7pPr marL="3200400" lvl="6" indent="-292100">
              <a:spcBef>
                <a:spcPts val="0"/>
              </a:spcBef>
              <a:spcAft>
                <a:spcPts val="0"/>
              </a:spcAft>
              <a:buSzPts val="1000"/>
              <a:buFont typeface="Instrument Sans"/>
              <a:buChar char="●"/>
              <a:defRPr/>
            </a:lvl7pPr>
            <a:lvl8pPr marL="3657600" lvl="7" indent="-292100">
              <a:spcBef>
                <a:spcPts val="0"/>
              </a:spcBef>
              <a:spcAft>
                <a:spcPts val="0"/>
              </a:spcAft>
              <a:buSzPts val="1000"/>
              <a:buFont typeface="Instrument Sans"/>
              <a:buChar char="○"/>
              <a:defRPr/>
            </a:lvl8pPr>
            <a:lvl9pPr marL="4114800" lvl="8" indent="-292100">
              <a:spcBef>
                <a:spcPts val="0"/>
              </a:spcBef>
              <a:spcAft>
                <a:spcPts val="0"/>
              </a:spcAft>
              <a:buSzPts val="1000"/>
              <a:buFont typeface="Instrument Sans"/>
              <a:buChar char="■"/>
              <a:defRPr/>
            </a:lvl9pPr>
          </a:lstStyle>
          <a:p>
            <a:endParaRPr/>
          </a:p>
        </p:txBody>
      </p:sp>
      <p:sp>
        <p:nvSpPr>
          <p:cNvPr id="658" name="Google Shape;658;p69"/>
          <p:cNvSpPr txBox="1">
            <a:spLocks noGrp="1"/>
          </p:cNvSpPr>
          <p:nvPr>
            <p:ph type="title" idx="5"/>
          </p:nvPr>
        </p:nvSpPr>
        <p:spPr>
          <a:xfrm>
            <a:off x="284700" y="2053175"/>
            <a:ext cx="2058600" cy="498600"/>
          </a:xfrm>
          <a:prstGeom prst="rect">
            <a:avLst/>
          </a:prstGeom>
        </p:spPr>
        <p:txBody>
          <a:bodyPr spcFirstLastPara="1" wrap="square" lIns="182875" tIns="0" rIns="182875" bIns="0" anchor="ctr" anchorCtr="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59" name="Google Shape;659;p69"/>
          <p:cNvSpPr txBox="1">
            <a:spLocks noGrp="1"/>
          </p:cNvSpPr>
          <p:nvPr>
            <p:ph type="title" idx="6"/>
          </p:nvPr>
        </p:nvSpPr>
        <p:spPr>
          <a:xfrm>
            <a:off x="284700" y="1557525"/>
            <a:ext cx="1068000" cy="440700"/>
          </a:xfrm>
          <a:prstGeom prst="rect">
            <a:avLst/>
          </a:prstGeom>
          <a:noFill/>
        </p:spPr>
        <p:txBody>
          <a:bodyPr spcFirstLastPara="1" wrap="square" lIns="182875" tIns="0" rIns="182875" bIns="0" anchor="t" anchorCtr="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60" name="Google Shape;660;p69"/>
          <p:cNvSpPr txBox="1">
            <a:spLocks noGrp="1"/>
          </p:cNvSpPr>
          <p:nvPr>
            <p:ph type="body" idx="7"/>
          </p:nvPr>
        </p:nvSpPr>
        <p:spPr>
          <a:xfrm>
            <a:off x="2457088" y="2792774"/>
            <a:ext cx="2053500" cy="1569900"/>
          </a:xfrm>
          <a:prstGeom prst="rect">
            <a:avLst/>
          </a:prstGeom>
        </p:spPr>
        <p:txBody>
          <a:bodyPr spcFirstLastPara="1" wrap="square" lIns="182875" tIns="0" rIns="182875" bIns="0" anchor="t" anchorCtr="0">
            <a:noAutofit/>
          </a:bodyPr>
          <a:lstStyle>
            <a:lvl1pPr marL="457200" lvl="0" indent="-292100">
              <a:lnSpc>
                <a:spcPct val="115000"/>
              </a:lnSpc>
              <a:spcBef>
                <a:spcPts val="0"/>
              </a:spcBef>
              <a:spcAft>
                <a:spcPts val="0"/>
              </a:spcAft>
              <a:buClr>
                <a:schemeClr val="lt1"/>
              </a:buClr>
              <a:buSzPts val="1000"/>
              <a:buFont typeface="Instrument Sans"/>
              <a:buChar char="●"/>
              <a:defRPr/>
            </a:lvl1pPr>
            <a:lvl2pPr marL="914400" lvl="1" indent="-292100">
              <a:lnSpc>
                <a:spcPct val="115000"/>
              </a:lnSpc>
              <a:spcBef>
                <a:spcPts val="0"/>
              </a:spcBef>
              <a:spcAft>
                <a:spcPts val="0"/>
              </a:spcAft>
              <a:buClr>
                <a:schemeClr val="lt1"/>
              </a:buClr>
              <a:buSzPts val="1000"/>
              <a:buFont typeface="Instrument Sans"/>
              <a:buChar char="○"/>
              <a:defRPr/>
            </a:lvl2pPr>
            <a:lvl3pPr marL="1371600" lvl="2" indent="-292100">
              <a:lnSpc>
                <a:spcPct val="115000"/>
              </a:lnSpc>
              <a:spcBef>
                <a:spcPts val="0"/>
              </a:spcBef>
              <a:spcAft>
                <a:spcPts val="0"/>
              </a:spcAft>
              <a:buClr>
                <a:schemeClr val="lt1"/>
              </a:buClr>
              <a:buSzPts val="1000"/>
              <a:buFont typeface="Instrument Sans"/>
              <a:buChar char="■"/>
              <a:defRPr/>
            </a:lvl3pPr>
            <a:lvl4pPr marL="1828800" lvl="3" indent="-292100">
              <a:lnSpc>
                <a:spcPct val="115000"/>
              </a:lnSpc>
              <a:spcBef>
                <a:spcPts val="0"/>
              </a:spcBef>
              <a:spcAft>
                <a:spcPts val="0"/>
              </a:spcAft>
              <a:buClr>
                <a:schemeClr val="lt1"/>
              </a:buClr>
              <a:buSzPts val="1000"/>
              <a:buFont typeface="Instrument Sans"/>
              <a:buChar char="●"/>
              <a:defRPr/>
            </a:lvl4pPr>
            <a:lvl5pPr marL="2286000" lvl="4" indent="-292100">
              <a:lnSpc>
                <a:spcPct val="115000"/>
              </a:lnSpc>
              <a:spcBef>
                <a:spcPts val="0"/>
              </a:spcBef>
              <a:spcAft>
                <a:spcPts val="0"/>
              </a:spcAft>
              <a:buClr>
                <a:schemeClr val="lt1"/>
              </a:buClr>
              <a:buSzPts val="1000"/>
              <a:buFont typeface="Instrument Sans"/>
              <a:buChar char="○"/>
              <a:defRPr/>
            </a:lvl5pPr>
            <a:lvl6pPr marL="2743200" lvl="5" indent="-292100">
              <a:lnSpc>
                <a:spcPct val="115000"/>
              </a:lnSpc>
              <a:spcBef>
                <a:spcPts val="0"/>
              </a:spcBef>
              <a:spcAft>
                <a:spcPts val="0"/>
              </a:spcAft>
              <a:buClr>
                <a:schemeClr val="lt1"/>
              </a:buClr>
              <a:buSzPts val="1000"/>
              <a:buFont typeface="Instrument Sans"/>
              <a:buChar char="■"/>
              <a:defRPr/>
            </a:lvl6pPr>
            <a:lvl7pPr marL="3200400" lvl="6" indent="-292100">
              <a:lnSpc>
                <a:spcPct val="115000"/>
              </a:lnSpc>
              <a:spcBef>
                <a:spcPts val="0"/>
              </a:spcBef>
              <a:spcAft>
                <a:spcPts val="0"/>
              </a:spcAft>
              <a:buClr>
                <a:schemeClr val="lt1"/>
              </a:buClr>
              <a:buSzPts val="1000"/>
              <a:buFont typeface="Instrument Sans"/>
              <a:buChar char="●"/>
              <a:defRPr/>
            </a:lvl7pPr>
            <a:lvl8pPr marL="3657600" lvl="7" indent="-292100">
              <a:lnSpc>
                <a:spcPct val="115000"/>
              </a:lnSpc>
              <a:spcBef>
                <a:spcPts val="0"/>
              </a:spcBef>
              <a:spcAft>
                <a:spcPts val="0"/>
              </a:spcAft>
              <a:buClr>
                <a:schemeClr val="lt1"/>
              </a:buClr>
              <a:buSzPts val="1000"/>
              <a:buFont typeface="Instrument Sans"/>
              <a:buChar char="○"/>
              <a:defRPr/>
            </a:lvl8pPr>
            <a:lvl9pPr marL="4114800" lvl="8" indent="-292100">
              <a:lnSpc>
                <a:spcPct val="115000"/>
              </a:lnSpc>
              <a:spcBef>
                <a:spcPts val="0"/>
              </a:spcBef>
              <a:spcAft>
                <a:spcPts val="0"/>
              </a:spcAft>
              <a:buClr>
                <a:schemeClr val="lt1"/>
              </a:buClr>
              <a:buSzPts val="1000"/>
              <a:buFont typeface="Instrument Sans"/>
              <a:buChar char="■"/>
              <a:defRPr/>
            </a:lvl9pPr>
          </a:lstStyle>
          <a:p>
            <a:endParaRPr/>
          </a:p>
        </p:txBody>
      </p:sp>
      <p:sp>
        <p:nvSpPr>
          <p:cNvPr id="661" name="Google Shape;661;p69"/>
          <p:cNvSpPr txBox="1">
            <a:spLocks noGrp="1"/>
          </p:cNvSpPr>
          <p:nvPr>
            <p:ph type="title" idx="8"/>
          </p:nvPr>
        </p:nvSpPr>
        <p:spPr>
          <a:xfrm>
            <a:off x="2457088" y="2053175"/>
            <a:ext cx="2058600" cy="498600"/>
          </a:xfrm>
          <a:prstGeom prst="rect">
            <a:avLst/>
          </a:prstGeom>
        </p:spPr>
        <p:txBody>
          <a:bodyPr spcFirstLastPara="1" wrap="square" lIns="182875" tIns="0" rIns="182875" bIns="0" anchor="ctr" anchorCtr="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62" name="Google Shape;662;p69"/>
          <p:cNvSpPr txBox="1">
            <a:spLocks noGrp="1"/>
          </p:cNvSpPr>
          <p:nvPr>
            <p:ph type="title" idx="9"/>
          </p:nvPr>
        </p:nvSpPr>
        <p:spPr>
          <a:xfrm>
            <a:off x="2457088" y="1557525"/>
            <a:ext cx="1068000" cy="440700"/>
          </a:xfrm>
          <a:prstGeom prst="rect">
            <a:avLst/>
          </a:prstGeom>
          <a:noFill/>
        </p:spPr>
        <p:txBody>
          <a:bodyPr spcFirstLastPara="1" wrap="square" lIns="182875" tIns="0" rIns="182875" bIns="0" anchor="t" anchorCtr="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63" name="Google Shape;663;p69"/>
          <p:cNvSpPr txBox="1">
            <a:spLocks noGrp="1"/>
          </p:cNvSpPr>
          <p:nvPr>
            <p:ph type="body" idx="13"/>
          </p:nvPr>
        </p:nvSpPr>
        <p:spPr>
          <a:xfrm>
            <a:off x="4629475" y="2792774"/>
            <a:ext cx="2053500" cy="1569900"/>
          </a:xfrm>
          <a:prstGeom prst="rect">
            <a:avLst/>
          </a:prstGeom>
        </p:spPr>
        <p:txBody>
          <a:bodyPr spcFirstLastPara="1" wrap="square" lIns="182875" tIns="0" rIns="182875" bIns="0" anchor="t" anchorCtr="0">
            <a:noAutofit/>
          </a:bodyPr>
          <a:lstStyle>
            <a:lvl1pPr marL="457200" lvl="0" indent="-292100">
              <a:lnSpc>
                <a:spcPct val="115000"/>
              </a:lnSpc>
              <a:spcBef>
                <a:spcPts val="0"/>
              </a:spcBef>
              <a:spcAft>
                <a:spcPts val="0"/>
              </a:spcAft>
              <a:buClr>
                <a:schemeClr val="lt1"/>
              </a:buClr>
              <a:buSzPts val="1000"/>
              <a:buFont typeface="Instrument Sans"/>
              <a:buChar char="●"/>
              <a:defRPr/>
            </a:lvl1pPr>
            <a:lvl2pPr marL="914400" lvl="1" indent="-292100">
              <a:lnSpc>
                <a:spcPct val="115000"/>
              </a:lnSpc>
              <a:spcBef>
                <a:spcPts val="0"/>
              </a:spcBef>
              <a:spcAft>
                <a:spcPts val="0"/>
              </a:spcAft>
              <a:buClr>
                <a:schemeClr val="lt1"/>
              </a:buClr>
              <a:buSzPts val="1000"/>
              <a:buFont typeface="Instrument Sans"/>
              <a:buChar char="○"/>
              <a:defRPr/>
            </a:lvl2pPr>
            <a:lvl3pPr marL="1371600" lvl="2" indent="-292100">
              <a:lnSpc>
                <a:spcPct val="115000"/>
              </a:lnSpc>
              <a:spcBef>
                <a:spcPts val="0"/>
              </a:spcBef>
              <a:spcAft>
                <a:spcPts val="0"/>
              </a:spcAft>
              <a:buClr>
                <a:schemeClr val="lt1"/>
              </a:buClr>
              <a:buSzPts val="1000"/>
              <a:buFont typeface="Instrument Sans"/>
              <a:buChar char="■"/>
              <a:defRPr/>
            </a:lvl3pPr>
            <a:lvl4pPr marL="1828800" lvl="3" indent="-292100">
              <a:lnSpc>
                <a:spcPct val="115000"/>
              </a:lnSpc>
              <a:spcBef>
                <a:spcPts val="0"/>
              </a:spcBef>
              <a:spcAft>
                <a:spcPts val="0"/>
              </a:spcAft>
              <a:buClr>
                <a:schemeClr val="lt1"/>
              </a:buClr>
              <a:buSzPts val="1000"/>
              <a:buFont typeface="Instrument Sans"/>
              <a:buChar char="●"/>
              <a:defRPr/>
            </a:lvl4pPr>
            <a:lvl5pPr marL="2286000" lvl="4" indent="-292100">
              <a:lnSpc>
                <a:spcPct val="115000"/>
              </a:lnSpc>
              <a:spcBef>
                <a:spcPts val="0"/>
              </a:spcBef>
              <a:spcAft>
                <a:spcPts val="0"/>
              </a:spcAft>
              <a:buClr>
                <a:schemeClr val="lt1"/>
              </a:buClr>
              <a:buSzPts val="1000"/>
              <a:buFont typeface="Instrument Sans"/>
              <a:buChar char="○"/>
              <a:defRPr/>
            </a:lvl5pPr>
            <a:lvl6pPr marL="2743200" lvl="5" indent="-292100">
              <a:lnSpc>
                <a:spcPct val="115000"/>
              </a:lnSpc>
              <a:spcBef>
                <a:spcPts val="0"/>
              </a:spcBef>
              <a:spcAft>
                <a:spcPts val="0"/>
              </a:spcAft>
              <a:buClr>
                <a:schemeClr val="lt1"/>
              </a:buClr>
              <a:buSzPts val="1000"/>
              <a:buFont typeface="Instrument Sans"/>
              <a:buChar char="■"/>
              <a:defRPr/>
            </a:lvl6pPr>
            <a:lvl7pPr marL="3200400" lvl="6" indent="-292100">
              <a:lnSpc>
                <a:spcPct val="115000"/>
              </a:lnSpc>
              <a:spcBef>
                <a:spcPts val="0"/>
              </a:spcBef>
              <a:spcAft>
                <a:spcPts val="0"/>
              </a:spcAft>
              <a:buClr>
                <a:schemeClr val="lt1"/>
              </a:buClr>
              <a:buSzPts val="1000"/>
              <a:buFont typeface="Instrument Sans"/>
              <a:buChar char="●"/>
              <a:defRPr/>
            </a:lvl7pPr>
            <a:lvl8pPr marL="3657600" lvl="7" indent="-292100">
              <a:lnSpc>
                <a:spcPct val="115000"/>
              </a:lnSpc>
              <a:spcBef>
                <a:spcPts val="0"/>
              </a:spcBef>
              <a:spcAft>
                <a:spcPts val="0"/>
              </a:spcAft>
              <a:buClr>
                <a:schemeClr val="lt1"/>
              </a:buClr>
              <a:buSzPts val="1000"/>
              <a:buFont typeface="Instrument Sans"/>
              <a:buChar char="○"/>
              <a:defRPr/>
            </a:lvl8pPr>
            <a:lvl9pPr marL="4114800" lvl="8" indent="-292100">
              <a:lnSpc>
                <a:spcPct val="115000"/>
              </a:lnSpc>
              <a:spcBef>
                <a:spcPts val="0"/>
              </a:spcBef>
              <a:spcAft>
                <a:spcPts val="0"/>
              </a:spcAft>
              <a:buClr>
                <a:schemeClr val="lt1"/>
              </a:buClr>
              <a:buSzPts val="1000"/>
              <a:buFont typeface="Instrument Sans"/>
              <a:buChar char="■"/>
              <a:defRPr/>
            </a:lvl9pPr>
          </a:lstStyle>
          <a:p>
            <a:endParaRPr/>
          </a:p>
        </p:txBody>
      </p:sp>
      <p:sp>
        <p:nvSpPr>
          <p:cNvPr id="664" name="Google Shape;664;p69"/>
          <p:cNvSpPr txBox="1">
            <a:spLocks noGrp="1"/>
          </p:cNvSpPr>
          <p:nvPr>
            <p:ph type="title" idx="14"/>
          </p:nvPr>
        </p:nvSpPr>
        <p:spPr>
          <a:xfrm>
            <a:off x="4629475" y="2053175"/>
            <a:ext cx="2058600" cy="498600"/>
          </a:xfrm>
          <a:prstGeom prst="rect">
            <a:avLst/>
          </a:prstGeom>
        </p:spPr>
        <p:txBody>
          <a:bodyPr spcFirstLastPara="1" wrap="square" lIns="182875" tIns="0" rIns="182875" bIns="0" anchor="ctr" anchorCtr="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665" name="Google Shape;665;p69"/>
          <p:cNvSpPr txBox="1">
            <a:spLocks noGrp="1"/>
          </p:cNvSpPr>
          <p:nvPr>
            <p:ph type="title" idx="15"/>
          </p:nvPr>
        </p:nvSpPr>
        <p:spPr>
          <a:xfrm>
            <a:off x="4629475" y="1557525"/>
            <a:ext cx="1068000" cy="440700"/>
          </a:xfrm>
          <a:prstGeom prst="rect">
            <a:avLst/>
          </a:prstGeom>
          <a:noFill/>
        </p:spPr>
        <p:txBody>
          <a:bodyPr spcFirstLastPara="1" wrap="square" lIns="182875" tIns="0" rIns="182875" bIns="0" anchor="t" anchorCtr="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hart 1">
  <p:cSld name="BLANK_1_1_1_1_2_2_3">
    <p:bg>
      <p:bgPr>
        <a:solidFill>
          <a:schemeClr val="lt2"/>
        </a:solidFill>
        <a:effectLst/>
      </p:bgPr>
    </p:bg>
    <p:spTree>
      <p:nvGrpSpPr>
        <p:cNvPr id="1" name="Shape 666"/>
        <p:cNvGrpSpPr/>
        <p:nvPr/>
      </p:nvGrpSpPr>
      <p:grpSpPr>
        <a:xfrm>
          <a:off x="0" y="0"/>
          <a:ext cx="0" cy="0"/>
          <a:chOff x="0" y="0"/>
          <a:chExt cx="0" cy="0"/>
        </a:xfrm>
      </p:grpSpPr>
      <p:sp>
        <p:nvSpPr>
          <p:cNvPr id="667" name="Google Shape;667;p70"/>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68" name="Google Shape;668;p70"/>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69" name="Google Shape;669;p70"/>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670" name="Google Shape;670;p70"/>
          <p:cNvSpPr txBox="1">
            <a:spLocks noGrp="1"/>
          </p:cNvSpPr>
          <p:nvPr>
            <p:ph type="subTitle" idx="3"/>
          </p:nvPr>
        </p:nvSpPr>
        <p:spPr>
          <a:xfrm>
            <a:off x="385925" y="1306050"/>
            <a:ext cx="16179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671" name="Google Shape;671;p70"/>
          <p:cNvSpPr txBox="1">
            <a:spLocks noGrp="1"/>
          </p:cNvSpPr>
          <p:nvPr>
            <p:ph type="subTitle" idx="4"/>
          </p:nvPr>
        </p:nvSpPr>
        <p:spPr>
          <a:xfrm>
            <a:off x="2650250" y="1306050"/>
            <a:ext cx="16179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672" name="Google Shape;672;p70"/>
          <p:cNvSpPr txBox="1">
            <a:spLocks noGrp="1"/>
          </p:cNvSpPr>
          <p:nvPr>
            <p:ph type="subTitle" idx="5"/>
          </p:nvPr>
        </p:nvSpPr>
        <p:spPr>
          <a:xfrm>
            <a:off x="4721750" y="1306050"/>
            <a:ext cx="16179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673" name="Google Shape;673;p70"/>
          <p:cNvSpPr txBox="1">
            <a:spLocks noGrp="1"/>
          </p:cNvSpPr>
          <p:nvPr>
            <p:ph type="subTitle" idx="6"/>
          </p:nvPr>
        </p:nvSpPr>
        <p:spPr>
          <a:xfrm>
            <a:off x="6986075" y="1306050"/>
            <a:ext cx="16179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674" name="Google Shape;674;p70"/>
          <p:cNvSpPr txBox="1">
            <a:spLocks noGrp="1"/>
          </p:cNvSpPr>
          <p:nvPr>
            <p:ph type="body" idx="7"/>
          </p:nvPr>
        </p:nvSpPr>
        <p:spPr>
          <a:xfrm>
            <a:off x="284700" y="4170025"/>
            <a:ext cx="2772600" cy="695400"/>
          </a:xfrm>
          <a:prstGeom prst="rect">
            <a:avLst/>
          </a:prstGeom>
        </p:spPr>
        <p:txBody>
          <a:bodyPr spcFirstLastPara="1" wrap="square" lIns="0" tIns="0" rIns="91425" bIns="0" anchor="t" anchorCtr="0">
            <a:noAutofit/>
          </a:bodyPr>
          <a:lstStyle>
            <a:lvl1pPr marL="457200" lvl="0" indent="-279400">
              <a:spcBef>
                <a:spcPts val="0"/>
              </a:spcBef>
              <a:spcAft>
                <a:spcPts val="0"/>
              </a:spcAft>
              <a:buClr>
                <a:schemeClr val="lt1"/>
              </a:buClr>
              <a:buSzPts val="800"/>
              <a:buChar char="●"/>
              <a:defRPr sz="800"/>
            </a:lvl1pPr>
            <a:lvl2pPr marL="914400" lvl="1" indent="-279400">
              <a:spcBef>
                <a:spcPts val="0"/>
              </a:spcBef>
              <a:spcAft>
                <a:spcPts val="0"/>
              </a:spcAft>
              <a:buClr>
                <a:schemeClr val="lt1"/>
              </a:buClr>
              <a:buSzPts val="800"/>
              <a:buChar char="○"/>
              <a:defRPr sz="800"/>
            </a:lvl2pPr>
            <a:lvl3pPr marL="1371600" lvl="2" indent="-279400">
              <a:spcBef>
                <a:spcPts val="0"/>
              </a:spcBef>
              <a:spcAft>
                <a:spcPts val="0"/>
              </a:spcAft>
              <a:buClr>
                <a:schemeClr val="lt1"/>
              </a:buClr>
              <a:buSzPts val="800"/>
              <a:buChar char="■"/>
              <a:defRPr sz="800"/>
            </a:lvl3pPr>
            <a:lvl4pPr marL="1828800" lvl="3" indent="-279400">
              <a:spcBef>
                <a:spcPts val="0"/>
              </a:spcBef>
              <a:spcAft>
                <a:spcPts val="0"/>
              </a:spcAft>
              <a:buClr>
                <a:schemeClr val="lt1"/>
              </a:buClr>
              <a:buSzPts val="800"/>
              <a:buChar char="●"/>
              <a:defRPr sz="800"/>
            </a:lvl4pPr>
            <a:lvl5pPr marL="2286000" lvl="4" indent="-279400">
              <a:spcBef>
                <a:spcPts val="0"/>
              </a:spcBef>
              <a:spcAft>
                <a:spcPts val="0"/>
              </a:spcAft>
              <a:buClr>
                <a:schemeClr val="lt1"/>
              </a:buClr>
              <a:buSzPts val="800"/>
              <a:buChar char="○"/>
              <a:defRPr sz="800"/>
            </a:lvl5pPr>
            <a:lvl6pPr marL="2743200" lvl="5" indent="-279400">
              <a:spcBef>
                <a:spcPts val="0"/>
              </a:spcBef>
              <a:spcAft>
                <a:spcPts val="0"/>
              </a:spcAft>
              <a:buClr>
                <a:schemeClr val="lt1"/>
              </a:buClr>
              <a:buSzPts val="800"/>
              <a:buChar char="■"/>
              <a:defRPr sz="800"/>
            </a:lvl6pPr>
            <a:lvl7pPr marL="3200400" lvl="6" indent="-279400">
              <a:spcBef>
                <a:spcPts val="0"/>
              </a:spcBef>
              <a:spcAft>
                <a:spcPts val="0"/>
              </a:spcAft>
              <a:buClr>
                <a:schemeClr val="lt1"/>
              </a:buClr>
              <a:buSzPts val="800"/>
              <a:buChar char="●"/>
              <a:defRPr sz="800"/>
            </a:lvl7pPr>
            <a:lvl8pPr marL="3657600" lvl="7" indent="-279400">
              <a:spcBef>
                <a:spcPts val="0"/>
              </a:spcBef>
              <a:spcAft>
                <a:spcPts val="0"/>
              </a:spcAft>
              <a:buClr>
                <a:schemeClr val="lt1"/>
              </a:buClr>
              <a:buSzPts val="800"/>
              <a:buChar char="○"/>
              <a:defRPr sz="800"/>
            </a:lvl8pPr>
            <a:lvl9pPr marL="4114800" lvl="8" indent="-279400">
              <a:spcBef>
                <a:spcPts val="0"/>
              </a:spcBef>
              <a:spcAft>
                <a:spcPts val="0"/>
              </a:spcAft>
              <a:buClr>
                <a:schemeClr val="lt1"/>
              </a:buClr>
              <a:buSzPts val="800"/>
              <a:buChar char="■"/>
              <a:defRPr sz="800"/>
            </a:lvl9pPr>
          </a:lstStyle>
          <a:p>
            <a:endParaRPr/>
          </a:p>
        </p:txBody>
      </p:sp>
      <p:sp>
        <p:nvSpPr>
          <p:cNvPr id="675" name="Google Shape;675;p70"/>
          <p:cNvSpPr txBox="1">
            <a:spLocks noGrp="1"/>
          </p:cNvSpPr>
          <p:nvPr>
            <p:ph type="subTitle" idx="8"/>
          </p:nvPr>
        </p:nvSpPr>
        <p:spPr>
          <a:xfrm>
            <a:off x="284700" y="3693600"/>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76" name="Google Shape;676;p70"/>
          <p:cNvSpPr txBox="1">
            <a:spLocks noGrp="1"/>
          </p:cNvSpPr>
          <p:nvPr>
            <p:ph type="subTitle" idx="9"/>
          </p:nvPr>
        </p:nvSpPr>
        <p:spPr>
          <a:xfrm>
            <a:off x="284700" y="3880329"/>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i="1">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77" name="Google Shape;677;p70"/>
          <p:cNvSpPr txBox="1">
            <a:spLocks noGrp="1"/>
          </p:cNvSpPr>
          <p:nvPr>
            <p:ph type="body" idx="13"/>
          </p:nvPr>
        </p:nvSpPr>
        <p:spPr>
          <a:xfrm>
            <a:off x="3185700" y="4170025"/>
            <a:ext cx="2772600" cy="695400"/>
          </a:xfrm>
          <a:prstGeom prst="rect">
            <a:avLst/>
          </a:prstGeom>
        </p:spPr>
        <p:txBody>
          <a:bodyPr spcFirstLastPara="1" wrap="square" lIns="0" tIns="0" rIns="91425" bIns="0" anchor="t" anchorCtr="0">
            <a:noAutofit/>
          </a:bodyPr>
          <a:lstStyle>
            <a:lvl1pPr marL="457200" lvl="0" indent="-279400">
              <a:lnSpc>
                <a:spcPct val="115000"/>
              </a:lnSpc>
              <a:spcBef>
                <a:spcPts val="0"/>
              </a:spcBef>
              <a:spcAft>
                <a:spcPts val="0"/>
              </a:spcAft>
              <a:buClr>
                <a:schemeClr val="lt1"/>
              </a:buClr>
              <a:buSzPts val="800"/>
              <a:buFont typeface="Instrument Sans"/>
              <a:buChar char="●"/>
              <a:defRPr sz="800"/>
            </a:lvl1pPr>
            <a:lvl2pPr marL="914400" lvl="1" indent="-279400">
              <a:lnSpc>
                <a:spcPct val="115000"/>
              </a:lnSpc>
              <a:spcBef>
                <a:spcPts val="0"/>
              </a:spcBef>
              <a:spcAft>
                <a:spcPts val="0"/>
              </a:spcAft>
              <a:buClr>
                <a:schemeClr val="lt1"/>
              </a:buClr>
              <a:buSzPts val="800"/>
              <a:buFont typeface="Instrument Sans"/>
              <a:buChar char="○"/>
              <a:defRPr sz="800"/>
            </a:lvl2pPr>
            <a:lvl3pPr marL="1371600" lvl="2" indent="-279400">
              <a:lnSpc>
                <a:spcPct val="115000"/>
              </a:lnSpc>
              <a:spcBef>
                <a:spcPts val="0"/>
              </a:spcBef>
              <a:spcAft>
                <a:spcPts val="0"/>
              </a:spcAft>
              <a:buClr>
                <a:schemeClr val="lt1"/>
              </a:buClr>
              <a:buSzPts val="800"/>
              <a:buFont typeface="Instrument Sans"/>
              <a:buChar char="■"/>
              <a:defRPr sz="800"/>
            </a:lvl3pPr>
            <a:lvl4pPr marL="1828800" lvl="3" indent="-279400">
              <a:lnSpc>
                <a:spcPct val="115000"/>
              </a:lnSpc>
              <a:spcBef>
                <a:spcPts val="0"/>
              </a:spcBef>
              <a:spcAft>
                <a:spcPts val="0"/>
              </a:spcAft>
              <a:buClr>
                <a:schemeClr val="lt1"/>
              </a:buClr>
              <a:buSzPts val="800"/>
              <a:buFont typeface="Instrument Sans"/>
              <a:buChar char="●"/>
              <a:defRPr sz="800"/>
            </a:lvl4pPr>
            <a:lvl5pPr marL="2286000" lvl="4" indent="-279400">
              <a:lnSpc>
                <a:spcPct val="115000"/>
              </a:lnSpc>
              <a:spcBef>
                <a:spcPts val="0"/>
              </a:spcBef>
              <a:spcAft>
                <a:spcPts val="0"/>
              </a:spcAft>
              <a:buClr>
                <a:schemeClr val="lt1"/>
              </a:buClr>
              <a:buSzPts val="800"/>
              <a:buFont typeface="Instrument Sans"/>
              <a:buChar char="○"/>
              <a:defRPr sz="800"/>
            </a:lvl5pPr>
            <a:lvl6pPr marL="2743200" lvl="5" indent="-279400">
              <a:lnSpc>
                <a:spcPct val="115000"/>
              </a:lnSpc>
              <a:spcBef>
                <a:spcPts val="0"/>
              </a:spcBef>
              <a:spcAft>
                <a:spcPts val="0"/>
              </a:spcAft>
              <a:buClr>
                <a:schemeClr val="lt1"/>
              </a:buClr>
              <a:buSzPts val="800"/>
              <a:buFont typeface="Instrument Sans"/>
              <a:buChar char="■"/>
              <a:defRPr sz="800"/>
            </a:lvl6pPr>
            <a:lvl7pPr marL="3200400" lvl="6" indent="-279400">
              <a:lnSpc>
                <a:spcPct val="115000"/>
              </a:lnSpc>
              <a:spcBef>
                <a:spcPts val="0"/>
              </a:spcBef>
              <a:spcAft>
                <a:spcPts val="0"/>
              </a:spcAft>
              <a:buClr>
                <a:schemeClr val="lt1"/>
              </a:buClr>
              <a:buSzPts val="800"/>
              <a:buFont typeface="Instrument Sans"/>
              <a:buChar char="●"/>
              <a:defRPr sz="800"/>
            </a:lvl7pPr>
            <a:lvl8pPr marL="3657600" lvl="7" indent="-279400">
              <a:lnSpc>
                <a:spcPct val="115000"/>
              </a:lnSpc>
              <a:spcBef>
                <a:spcPts val="0"/>
              </a:spcBef>
              <a:spcAft>
                <a:spcPts val="0"/>
              </a:spcAft>
              <a:buClr>
                <a:schemeClr val="lt1"/>
              </a:buClr>
              <a:buSzPts val="800"/>
              <a:buFont typeface="Instrument Sans"/>
              <a:buChar char="○"/>
              <a:defRPr sz="800"/>
            </a:lvl8pPr>
            <a:lvl9pPr marL="4114800" lvl="8" indent="-279400">
              <a:lnSpc>
                <a:spcPct val="115000"/>
              </a:lnSpc>
              <a:spcBef>
                <a:spcPts val="0"/>
              </a:spcBef>
              <a:spcAft>
                <a:spcPts val="0"/>
              </a:spcAft>
              <a:buClr>
                <a:schemeClr val="lt1"/>
              </a:buClr>
              <a:buSzPts val="800"/>
              <a:buFont typeface="Instrument Sans"/>
              <a:buChar char="■"/>
              <a:defRPr sz="800"/>
            </a:lvl9pPr>
          </a:lstStyle>
          <a:p>
            <a:endParaRPr/>
          </a:p>
        </p:txBody>
      </p:sp>
      <p:sp>
        <p:nvSpPr>
          <p:cNvPr id="678" name="Google Shape;678;p70"/>
          <p:cNvSpPr txBox="1">
            <a:spLocks noGrp="1"/>
          </p:cNvSpPr>
          <p:nvPr>
            <p:ph type="subTitle" idx="14"/>
          </p:nvPr>
        </p:nvSpPr>
        <p:spPr>
          <a:xfrm>
            <a:off x="3185700" y="3693600"/>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79" name="Google Shape;679;p70"/>
          <p:cNvSpPr txBox="1">
            <a:spLocks noGrp="1"/>
          </p:cNvSpPr>
          <p:nvPr>
            <p:ph type="subTitle" idx="15"/>
          </p:nvPr>
        </p:nvSpPr>
        <p:spPr>
          <a:xfrm>
            <a:off x="3185700" y="3880329"/>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i="1">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80" name="Google Shape;680;p70"/>
          <p:cNvSpPr txBox="1">
            <a:spLocks noGrp="1"/>
          </p:cNvSpPr>
          <p:nvPr>
            <p:ph type="body" idx="16"/>
          </p:nvPr>
        </p:nvSpPr>
        <p:spPr>
          <a:xfrm>
            <a:off x="6086700" y="4170025"/>
            <a:ext cx="2772600" cy="695400"/>
          </a:xfrm>
          <a:prstGeom prst="rect">
            <a:avLst/>
          </a:prstGeom>
        </p:spPr>
        <p:txBody>
          <a:bodyPr spcFirstLastPara="1" wrap="square" lIns="0" tIns="0" rIns="91425" bIns="0" anchor="t" anchorCtr="0">
            <a:noAutofit/>
          </a:bodyPr>
          <a:lstStyle>
            <a:lvl1pPr marL="457200" lvl="0" indent="-279400">
              <a:lnSpc>
                <a:spcPct val="115000"/>
              </a:lnSpc>
              <a:spcBef>
                <a:spcPts val="0"/>
              </a:spcBef>
              <a:spcAft>
                <a:spcPts val="0"/>
              </a:spcAft>
              <a:buClr>
                <a:schemeClr val="lt1"/>
              </a:buClr>
              <a:buSzPts val="800"/>
              <a:buFont typeface="Instrument Sans"/>
              <a:buChar char="●"/>
              <a:defRPr sz="800"/>
            </a:lvl1pPr>
            <a:lvl2pPr marL="914400" lvl="1" indent="-279400">
              <a:lnSpc>
                <a:spcPct val="115000"/>
              </a:lnSpc>
              <a:spcBef>
                <a:spcPts val="0"/>
              </a:spcBef>
              <a:spcAft>
                <a:spcPts val="0"/>
              </a:spcAft>
              <a:buClr>
                <a:schemeClr val="lt1"/>
              </a:buClr>
              <a:buSzPts val="800"/>
              <a:buFont typeface="Instrument Sans"/>
              <a:buChar char="○"/>
              <a:defRPr sz="800"/>
            </a:lvl2pPr>
            <a:lvl3pPr marL="1371600" lvl="2" indent="-279400">
              <a:lnSpc>
                <a:spcPct val="115000"/>
              </a:lnSpc>
              <a:spcBef>
                <a:spcPts val="0"/>
              </a:spcBef>
              <a:spcAft>
                <a:spcPts val="0"/>
              </a:spcAft>
              <a:buClr>
                <a:schemeClr val="lt1"/>
              </a:buClr>
              <a:buSzPts val="800"/>
              <a:buFont typeface="Instrument Sans"/>
              <a:buChar char="■"/>
              <a:defRPr sz="800"/>
            </a:lvl3pPr>
            <a:lvl4pPr marL="1828800" lvl="3" indent="-279400">
              <a:lnSpc>
                <a:spcPct val="115000"/>
              </a:lnSpc>
              <a:spcBef>
                <a:spcPts val="0"/>
              </a:spcBef>
              <a:spcAft>
                <a:spcPts val="0"/>
              </a:spcAft>
              <a:buClr>
                <a:schemeClr val="lt1"/>
              </a:buClr>
              <a:buSzPts val="800"/>
              <a:buFont typeface="Instrument Sans"/>
              <a:buChar char="●"/>
              <a:defRPr sz="800"/>
            </a:lvl4pPr>
            <a:lvl5pPr marL="2286000" lvl="4" indent="-279400">
              <a:lnSpc>
                <a:spcPct val="115000"/>
              </a:lnSpc>
              <a:spcBef>
                <a:spcPts val="0"/>
              </a:spcBef>
              <a:spcAft>
                <a:spcPts val="0"/>
              </a:spcAft>
              <a:buClr>
                <a:schemeClr val="lt1"/>
              </a:buClr>
              <a:buSzPts val="800"/>
              <a:buFont typeface="Instrument Sans"/>
              <a:buChar char="○"/>
              <a:defRPr sz="800"/>
            </a:lvl5pPr>
            <a:lvl6pPr marL="2743200" lvl="5" indent="-279400">
              <a:lnSpc>
                <a:spcPct val="115000"/>
              </a:lnSpc>
              <a:spcBef>
                <a:spcPts val="0"/>
              </a:spcBef>
              <a:spcAft>
                <a:spcPts val="0"/>
              </a:spcAft>
              <a:buClr>
                <a:schemeClr val="lt1"/>
              </a:buClr>
              <a:buSzPts val="800"/>
              <a:buFont typeface="Instrument Sans"/>
              <a:buChar char="■"/>
              <a:defRPr sz="800"/>
            </a:lvl6pPr>
            <a:lvl7pPr marL="3200400" lvl="6" indent="-279400">
              <a:lnSpc>
                <a:spcPct val="115000"/>
              </a:lnSpc>
              <a:spcBef>
                <a:spcPts val="0"/>
              </a:spcBef>
              <a:spcAft>
                <a:spcPts val="0"/>
              </a:spcAft>
              <a:buClr>
                <a:schemeClr val="lt1"/>
              </a:buClr>
              <a:buSzPts val="800"/>
              <a:buFont typeface="Instrument Sans"/>
              <a:buChar char="●"/>
              <a:defRPr sz="800"/>
            </a:lvl7pPr>
            <a:lvl8pPr marL="3657600" lvl="7" indent="-279400">
              <a:lnSpc>
                <a:spcPct val="115000"/>
              </a:lnSpc>
              <a:spcBef>
                <a:spcPts val="0"/>
              </a:spcBef>
              <a:spcAft>
                <a:spcPts val="0"/>
              </a:spcAft>
              <a:buClr>
                <a:schemeClr val="lt1"/>
              </a:buClr>
              <a:buSzPts val="800"/>
              <a:buFont typeface="Instrument Sans"/>
              <a:buChar char="○"/>
              <a:defRPr sz="800"/>
            </a:lvl8pPr>
            <a:lvl9pPr marL="4114800" lvl="8" indent="-279400">
              <a:lnSpc>
                <a:spcPct val="115000"/>
              </a:lnSpc>
              <a:spcBef>
                <a:spcPts val="0"/>
              </a:spcBef>
              <a:spcAft>
                <a:spcPts val="0"/>
              </a:spcAft>
              <a:buClr>
                <a:schemeClr val="lt1"/>
              </a:buClr>
              <a:buSzPts val="800"/>
              <a:buFont typeface="Instrument Sans"/>
              <a:buChar char="■"/>
              <a:defRPr sz="800"/>
            </a:lvl9pPr>
          </a:lstStyle>
          <a:p>
            <a:endParaRPr/>
          </a:p>
        </p:txBody>
      </p:sp>
      <p:sp>
        <p:nvSpPr>
          <p:cNvPr id="681" name="Google Shape;681;p70"/>
          <p:cNvSpPr txBox="1">
            <a:spLocks noGrp="1"/>
          </p:cNvSpPr>
          <p:nvPr>
            <p:ph type="subTitle" idx="17"/>
          </p:nvPr>
        </p:nvSpPr>
        <p:spPr>
          <a:xfrm>
            <a:off x="6086700" y="3693600"/>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82" name="Google Shape;682;p70"/>
          <p:cNvSpPr txBox="1">
            <a:spLocks noGrp="1"/>
          </p:cNvSpPr>
          <p:nvPr>
            <p:ph type="subTitle" idx="18"/>
          </p:nvPr>
        </p:nvSpPr>
        <p:spPr>
          <a:xfrm>
            <a:off x="6086700" y="3880329"/>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i="1">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83" name="Google Shape;683;p70"/>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hart 2">
  <p:cSld name="BLANK_1_1_1_1_2_2_3_1">
    <p:bg>
      <p:bgPr>
        <a:solidFill>
          <a:schemeClr val="lt2"/>
        </a:solidFill>
        <a:effectLst/>
      </p:bgPr>
    </p:bg>
    <p:spTree>
      <p:nvGrpSpPr>
        <p:cNvPr id="1" name="Shape 684"/>
        <p:cNvGrpSpPr/>
        <p:nvPr/>
      </p:nvGrpSpPr>
      <p:grpSpPr>
        <a:xfrm>
          <a:off x="0" y="0"/>
          <a:ext cx="0" cy="0"/>
          <a:chOff x="0" y="0"/>
          <a:chExt cx="0" cy="0"/>
        </a:xfrm>
      </p:grpSpPr>
      <p:sp>
        <p:nvSpPr>
          <p:cNvPr id="685" name="Google Shape;685;p71"/>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86" name="Google Shape;686;p71"/>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687" name="Google Shape;687;p71"/>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688" name="Google Shape;688;p71"/>
          <p:cNvSpPr txBox="1">
            <a:spLocks noGrp="1"/>
          </p:cNvSpPr>
          <p:nvPr>
            <p:ph type="body" idx="3"/>
          </p:nvPr>
        </p:nvSpPr>
        <p:spPr>
          <a:xfrm>
            <a:off x="284700" y="3703925"/>
            <a:ext cx="2772600" cy="695400"/>
          </a:xfrm>
          <a:prstGeom prst="rect">
            <a:avLst/>
          </a:prstGeom>
        </p:spPr>
        <p:txBody>
          <a:bodyPr spcFirstLastPara="1" wrap="square" lIns="0" tIns="0" rIns="91425" bIns="0" anchor="t" anchorCtr="0">
            <a:noAutofit/>
          </a:bodyPr>
          <a:lstStyle>
            <a:lvl1pPr marL="457200" lvl="0" indent="-279400">
              <a:spcBef>
                <a:spcPts val="0"/>
              </a:spcBef>
              <a:spcAft>
                <a:spcPts val="0"/>
              </a:spcAft>
              <a:buClr>
                <a:schemeClr val="lt1"/>
              </a:buClr>
              <a:buSzPts val="800"/>
              <a:buFont typeface="Instrument Sans"/>
              <a:buChar char="●"/>
              <a:defRPr sz="800"/>
            </a:lvl1pPr>
            <a:lvl2pPr marL="914400" lvl="1" indent="-279400">
              <a:spcBef>
                <a:spcPts val="0"/>
              </a:spcBef>
              <a:spcAft>
                <a:spcPts val="0"/>
              </a:spcAft>
              <a:buClr>
                <a:schemeClr val="lt1"/>
              </a:buClr>
              <a:buSzPts val="800"/>
              <a:buFont typeface="Instrument Sans"/>
              <a:buChar char="○"/>
              <a:defRPr sz="800"/>
            </a:lvl2pPr>
            <a:lvl3pPr marL="1371600" lvl="2" indent="-279400">
              <a:spcBef>
                <a:spcPts val="0"/>
              </a:spcBef>
              <a:spcAft>
                <a:spcPts val="0"/>
              </a:spcAft>
              <a:buClr>
                <a:schemeClr val="lt1"/>
              </a:buClr>
              <a:buSzPts val="800"/>
              <a:buFont typeface="Instrument Sans"/>
              <a:buChar char="■"/>
              <a:defRPr sz="800"/>
            </a:lvl3pPr>
            <a:lvl4pPr marL="1828800" lvl="3" indent="-279400">
              <a:spcBef>
                <a:spcPts val="0"/>
              </a:spcBef>
              <a:spcAft>
                <a:spcPts val="0"/>
              </a:spcAft>
              <a:buClr>
                <a:schemeClr val="lt1"/>
              </a:buClr>
              <a:buSzPts val="800"/>
              <a:buFont typeface="Instrument Sans"/>
              <a:buChar char="●"/>
              <a:defRPr sz="800"/>
            </a:lvl4pPr>
            <a:lvl5pPr marL="2286000" lvl="4" indent="-279400">
              <a:spcBef>
                <a:spcPts val="0"/>
              </a:spcBef>
              <a:spcAft>
                <a:spcPts val="0"/>
              </a:spcAft>
              <a:buClr>
                <a:schemeClr val="lt1"/>
              </a:buClr>
              <a:buSzPts val="800"/>
              <a:buFont typeface="Instrument Sans"/>
              <a:buChar char="○"/>
              <a:defRPr sz="800"/>
            </a:lvl5pPr>
            <a:lvl6pPr marL="2743200" lvl="5" indent="-279400">
              <a:spcBef>
                <a:spcPts val="0"/>
              </a:spcBef>
              <a:spcAft>
                <a:spcPts val="0"/>
              </a:spcAft>
              <a:buClr>
                <a:schemeClr val="lt1"/>
              </a:buClr>
              <a:buSzPts val="800"/>
              <a:buFont typeface="Instrument Sans"/>
              <a:buChar char="■"/>
              <a:defRPr sz="800"/>
            </a:lvl6pPr>
            <a:lvl7pPr marL="3200400" lvl="6" indent="-279400">
              <a:spcBef>
                <a:spcPts val="0"/>
              </a:spcBef>
              <a:spcAft>
                <a:spcPts val="0"/>
              </a:spcAft>
              <a:buClr>
                <a:schemeClr val="lt1"/>
              </a:buClr>
              <a:buSzPts val="800"/>
              <a:buFont typeface="Instrument Sans"/>
              <a:buChar char="●"/>
              <a:defRPr sz="800"/>
            </a:lvl7pPr>
            <a:lvl8pPr marL="3657600" lvl="7" indent="-279400">
              <a:spcBef>
                <a:spcPts val="0"/>
              </a:spcBef>
              <a:spcAft>
                <a:spcPts val="0"/>
              </a:spcAft>
              <a:buClr>
                <a:schemeClr val="lt1"/>
              </a:buClr>
              <a:buSzPts val="800"/>
              <a:buFont typeface="Instrument Sans"/>
              <a:buChar char="○"/>
              <a:defRPr sz="800"/>
            </a:lvl8pPr>
            <a:lvl9pPr marL="4114800" lvl="8" indent="-279400">
              <a:spcBef>
                <a:spcPts val="0"/>
              </a:spcBef>
              <a:spcAft>
                <a:spcPts val="0"/>
              </a:spcAft>
              <a:buClr>
                <a:schemeClr val="lt1"/>
              </a:buClr>
              <a:buSzPts val="800"/>
              <a:buFont typeface="Instrument Sans"/>
              <a:buChar char="■"/>
              <a:defRPr sz="800"/>
            </a:lvl9pPr>
          </a:lstStyle>
          <a:p>
            <a:endParaRPr/>
          </a:p>
        </p:txBody>
      </p:sp>
      <p:sp>
        <p:nvSpPr>
          <p:cNvPr id="689" name="Google Shape;689;p71"/>
          <p:cNvSpPr txBox="1">
            <a:spLocks noGrp="1"/>
          </p:cNvSpPr>
          <p:nvPr>
            <p:ph type="subTitle" idx="4"/>
          </p:nvPr>
        </p:nvSpPr>
        <p:spPr>
          <a:xfrm>
            <a:off x="284700" y="3227500"/>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90" name="Google Shape;690;p71"/>
          <p:cNvSpPr txBox="1">
            <a:spLocks noGrp="1"/>
          </p:cNvSpPr>
          <p:nvPr>
            <p:ph type="subTitle" idx="5"/>
          </p:nvPr>
        </p:nvSpPr>
        <p:spPr>
          <a:xfrm>
            <a:off x="284700" y="3414229"/>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i="1">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91" name="Google Shape;691;p71"/>
          <p:cNvSpPr txBox="1">
            <a:spLocks noGrp="1"/>
          </p:cNvSpPr>
          <p:nvPr>
            <p:ph type="body" idx="6"/>
          </p:nvPr>
        </p:nvSpPr>
        <p:spPr>
          <a:xfrm>
            <a:off x="3185700" y="3703925"/>
            <a:ext cx="2772600" cy="695400"/>
          </a:xfrm>
          <a:prstGeom prst="rect">
            <a:avLst/>
          </a:prstGeom>
        </p:spPr>
        <p:txBody>
          <a:bodyPr spcFirstLastPara="1" wrap="square" lIns="0" tIns="0" rIns="91425" bIns="0" anchor="t" anchorCtr="0">
            <a:noAutofit/>
          </a:bodyPr>
          <a:lstStyle>
            <a:lvl1pPr marL="457200" lvl="0" indent="-279400">
              <a:lnSpc>
                <a:spcPct val="115000"/>
              </a:lnSpc>
              <a:spcBef>
                <a:spcPts val="0"/>
              </a:spcBef>
              <a:spcAft>
                <a:spcPts val="0"/>
              </a:spcAft>
              <a:buClr>
                <a:schemeClr val="lt1"/>
              </a:buClr>
              <a:buSzPts val="800"/>
              <a:buFont typeface="Instrument Sans"/>
              <a:buChar char="●"/>
              <a:defRPr sz="800"/>
            </a:lvl1pPr>
            <a:lvl2pPr marL="914400" lvl="1" indent="-279400">
              <a:lnSpc>
                <a:spcPct val="115000"/>
              </a:lnSpc>
              <a:spcBef>
                <a:spcPts val="0"/>
              </a:spcBef>
              <a:spcAft>
                <a:spcPts val="0"/>
              </a:spcAft>
              <a:buClr>
                <a:schemeClr val="lt1"/>
              </a:buClr>
              <a:buSzPts val="800"/>
              <a:buFont typeface="Instrument Sans"/>
              <a:buChar char="○"/>
              <a:defRPr sz="800"/>
            </a:lvl2pPr>
            <a:lvl3pPr marL="1371600" lvl="2" indent="-279400">
              <a:lnSpc>
                <a:spcPct val="115000"/>
              </a:lnSpc>
              <a:spcBef>
                <a:spcPts val="0"/>
              </a:spcBef>
              <a:spcAft>
                <a:spcPts val="0"/>
              </a:spcAft>
              <a:buClr>
                <a:schemeClr val="lt1"/>
              </a:buClr>
              <a:buSzPts val="800"/>
              <a:buFont typeface="Instrument Sans"/>
              <a:buChar char="■"/>
              <a:defRPr sz="800"/>
            </a:lvl3pPr>
            <a:lvl4pPr marL="1828800" lvl="3" indent="-279400">
              <a:lnSpc>
                <a:spcPct val="115000"/>
              </a:lnSpc>
              <a:spcBef>
                <a:spcPts val="0"/>
              </a:spcBef>
              <a:spcAft>
                <a:spcPts val="0"/>
              </a:spcAft>
              <a:buClr>
                <a:schemeClr val="lt1"/>
              </a:buClr>
              <a:buSzPts val="800"/>
              <a:buFont typeface="Instrument Sans"/>
              <a:buChar char="●"/>
              <a:defRPr sz="800"/>
            </a:lvl4pPr>
            <a:lvl5pPr marL="2286000" lvl="4" indent="-279400">
              <a:lnSpc>
                <a:spcPct val="115000"/>
              </a:lnSpc>
              <a:spcBef>
                <a:spcPts val="0"/>
              </a:spcBef>
              <a:spcAft>
                <a:spcPts val="0"/>
              </a:spcAft>
              <a:buClr>
                <a:schemeClr val="lt1"/>
              </a:buClr>
              <a:buSzPts val="800"/>
              <a:buFont typeface="Instrument Sans"/>
              <a:buChar char="○"/>
              <a:defRPr sz="800"/>
            </a:lvl5pPr>
            <a:lvl6pPr marL="2743200" lvl="5" indent="-279400">
              <a:lnSpc>
                <a:spcPct val="115000"/>
              </a:lnSpc>
              <a:spcBef>
                <a:spcPts val="0"/>
              </a:spcBef>
              <a:spcAft>
                <a:spcPts val="0"/>
              </a:spcAft>
              <a:buClr>
                <a:schemeClr val="lt1"/>
              </a:buClr>
              <a:buSzPts val="800"/>
              <a:buFont typeface="Instrument Sans"/>
              <a:buChar char="■"/>
              <a:defRPr sz="800"/>
            </a:lvl6pPr>
            <a:lvl7pPr marL="3200400" lvl="6" indent="-279400">
              <a:lnSpc>
                <a:spcPct val="115000"/>
              </a:lnSpc>
              <a:spcBef>
                <a:spcPts val="0"/>
              </a:spcBef>
              <a:spcAft>
                <a:spcPts val="0"/>
              </a:spcAft>
              <a:buClr>
                <a:schemeClr val="lt1"/>
              </a:buClr>
              <a:buSzPts val="800"/>
              <a:buFont typeface="Instrument Sans"/>
              <a:buChar char="●"/>
              <a:defRPr sz="800"/>
            </a:lvl7pPr>
            <a:lvl8pPr marL="3657600" lvl="7" indent="-279400">
              <a:lnSpc>
                <a:spcPct val="115000"/>
              </a:lnSpc>
              <a:spcBef>
                <a:spcPts val="0"/>
              </a:spcBef>
              <a:spcAft>
                <a:spcPts val="0"/>
              </a:spcAft>
              <a:buClr>
                <a:schemeClr val="lt1"/>
              </a:buClr>
              <a:buSzPts val="800"/>
              <a:buFont typeface="Instrument Sans"/>
              <a:buChar char="○"/>
              <a:defRPr sz="800"/>
            </a:lvl8pPr>
            <a:lvl9pPr marL="4114800" lvl="8" indent="-279400">
              <a:lnSpc>
                <a:spcPct val="115000"/>
              </a:lnSpc>
              <a:spcBef>
                <a:spcPts val="0"/>
              </a:spcBef>
              <a:spcAft>
                <a:spcPts val="0"/>
              </a:spcAft>
              <a:buClr>
                <a:schemeClr val="lt1"/>
              </a:buClr>
              <a:buSzPts val="800"/>
              <a:buFont typeface="Instrument Sans"/>
              <a:buChar char="■"/>
              <a:defRPr sz="800"/>
            </a:lvl9pPr>
          </a:lstStyle>
          <a:p>
            <a:endParaRPr/>
          </a:p>
        </p:txBody>
      </p:sp>
      <p:sp>
        <p:nvSpPr>
          <p:cNvPr id="692" name="Google Shape;692;p71"/>
          <p:cNvSpPr txBox="1">
            <a:spLocks noGrp="1"/>
          </p:cNvSpPr>
          <p:nvPr>
            <p:ph type="subTitle" idx="7"/>
          </p:nvPr>
        </p:nvSpPr>
        <p:spPr>
          <a:xfrm>
            <a:off x="3185700" y="3227500"/>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93" name="Google Shape;693;p71"/>
          <p:cNvSpPr txBox="1">
            <a:spLocks noGrp="1"/>
          </p:cNvSpPr>
          <p:nvPr>
            <p:ph type="subTitle" idx="8"/>
          </p:nvPr>
        </p:nvSpPr>
        <p:spPr>
          <a:xfrm>
            <a:off x="3185700" y="3414229"/>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i="1">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94" name="Google Shape;694;p71"/>
          <p:cNvSpPr txBox="1">
            <a:spLocks noGrp="1"/>
          </p:cNvSpPr>
          <p:nvPr>
            <p:ph type="body" idx="9"/>
          </p:nvPr>
        </p:nvSpPr>
        <p:spPr>
          <a:xfrm>
            <a:off x="6086700" y="3703925"/>
            <a:ext cx="2772600" cy="695400"/>
          </a:xfrm>
          <a:prstGeom prst="rect">
            <a:avLst/>
          </a:prstGeom>
        </p:spPr>
        <p:txBody>
          <a:bodyPr spcFirstLastPara="1" wrap="square" lIns="0" tIns="0" rIns="91425" bIns="0" anchor="t" anchorCtr="0">
            <a:noAutofit/>
          </a:bodyPr>
          <a:lstStyle>
            <a:lvl1pPr marL="457200" lvl="0" indent="-279400">
              <a:lnSpc>
                <a:spcPct val="115000"/>
              </a:lnSpc>
              <a:spcBef>
                <a:spcPts val="0"/>
              </a:spcBef>
              <a:spcAft>
                <a:spcPts val="0"/>
              </a:spcAft>
              <a:buClr>
                <a:schemeClr val="lt1"/>
              </a:buClr>
              <a:buSzPts val="800"/>
              <a:buFont typeface="Instrument Sans"/>
              <a:buChar char="●"/>
              <a:defRPr sz="800"/>
            </a:lvl1pPr>
            <a:lvl2pPr marL="914400" lvl="1" indent="-279400">
              <a:lnSpc>
                <a:spcPct val="115000"/>
              </a:lnSpc>
              <a:spcBef>
                <a:spcPts val="0"/>
              </a:spcBef>
              <a:spcAft>
                <a:spcPts val="0"/>
              </a:spcAft>
              <a:buClr>
                <a:schemeClr val="lt1"/>
              </a:buClr>
              <a:buSzPts val="800"/>
              <a:buFont typeface="Instrument Sans"/>
              <a:buChar char="○"/>
              <a:defRPr sz="800"/>
            </a:lvl2pPr>
            <a:lvl3pPr marL="1371600" lvl="2" indent="-279400">
              <a:lnSpc>
                <a:spcPct val="115000"/>
              </a:lnSpc>
              <a:spcBef>
                <a:spcPts val="0"/>
              </a:spcBef>
              <a:spcAft>
                <a:spcPts val="0"/>
              </a:spcAft>
              <a:buClr>
                <a:schemeClr val="lt1"/>
              </a:buClr>
              <a:buSzPts val="800"/>
              <a:buFont typeface="Instrument Sans"/>
              <a:buChar char="■"/>
              <a:defRPr sz="800"/>
            </a:lvl3pPr>
            <a:lvl4pPr marL="1828800" lvl="3" indent="-279400">
              <a:lnSpc>
                <a:spcPct val="115000"/>
              </a:lnSpc>
              <a:spcBef>
                <a:spcPts val="0"/>
              </a:spcBef>
              <a:spcAft>
                <a:spcPts val="0"/>
              </a:spcAft>
              <a:buClr>
                <a:schemeClr val="lt1"/>
              </a:buClr>
              <a:buSzPts val="800"/>
              <a:buFont typeface="Instrument Sans"/>
              <a:buChar char="●"/>
              <a:defRPr sz="800"/>
            </a:lvl4pPr>
            <a:lvl5pPr marL="2286000" lvl="4" indent="-279400">
              <a:lnSpc>
                <a:spcPct val="115000"/>
              </a:lnSpc>
              <a:spcBef>
                <a:spcPts val="0"/>
              </a:spcBef>
              <a:spcAft>
                <a:spcPts val="0"/>
              </a:spcAft>
              <a:buClr>
                <a:schemeClr val="lt1"/>
              </a:buClr>
              <a:buSzPts val="800"/>
              <a:buFont typeface="Instrument Sans"/>
              <a:buChar char="○"/>
              <a:defRPr sz="800"/>
            </a:lvl5pPr>
            <a:lvl6pPr marL="2743200" lvl="5" indent="-279400">
              <a:lnSpc>
                <a:spcPct val="115000"/>
              </a:lnSpc>
              <a:spcBef>
                <a:spcPts val="0"/>
              </a:spcBef>
              <a:spcAft>
                <a:spcPts val="0"/>
              </a:spcAft>
              <a:buClr>
                <a:schemeClr val="lt1"/>
              </a:buClr>
              <a:buSzPts val="800"/>
              <a:buFont typeface="Instrument Sans"/>
              <a:buChar char="■"/>
              <a:defRPr sz="800"/>
            </a:lvl6pPr>
            <a:lvl7pPr marL="3200400" lvl="6" indent="-279400">
              <a:lnSpc>
                <a:spcPct val="115000"/>
              </a:lnSpc>
              <a:spcBef>
                <a:spcPts val="0"/>
              </a:spcBef>
              <a:spcAft>
                <a:spcPts val="0"/>
              </a:spcAft>
              <a:buClr>
                <a:schemeClr val="lt1"/>
              </a:buClr>
              <a:buSzPts val="800"/>
              <a:buFont typeface="Instrument Sans"/>
              <a:buChar char="●"/>
              <a:defRPr sz="800"/>
            </a:lvl7pPr>
            <a:lvl8pPr marL="3657600" lvl="7" indent="-279400">
              <a:lnSpc>
                <a:spcPct val="115000"/>
              </a:lnSpc>
              <a:spcBef>
                <a:spcPts val="0"/>
              </a:spcBef>
              <a:spcAft>
                <a:spcPts val="0"/>
              </a:spcAft>
              <a:buClr>
                <a:schemeClr val="lt1"/>
              </a:buClr>
              <a:buSzPts val="800"/>
              <a:buFont typeface="Instrument Sans"/>
              <a:buChar char="○"/>
              <a:defRPr sz="800"/>
            </a:lvl8pPr>
            <a:lvl9pPr marL="4114800" lvl="8" indent="-279400">
              <a:lnSpc>
                <a:spcPct val="115000"/>
              </a:lnSpc>
              <a:spcBef>
                <a:spcPts val="0"/>
              </a:spcBef>
              <a:spcAft>
                <a:spcPts val="0"/>
              </a:spcAft>
              <a:buClr>
                <a:schemeClr val="lt1"/>
              </a:buClr>
              <a:buSzPts val="800"/>
              <a:buFont typeface="Instrument Sans"/>
              <a:buChar char="■"/>
              <a:defRPr sz="800"/>
            </a:lvl9pPr>
          </a:lstStyle>
          <a:p>
            <a:endParaRPr/>
          </a:p>
        </p:txBody>
      </p:sp>
      <p:sp>
        <p:nvSpPr>
          <p:cNvPr id="695" name="Google Shape;695;p71"/>
          <p:cNvSpPr txBox="1">
            <a:spLocks noGrp="1"/>
          </p:cNvSpPr>
          <p:nvPr>
            <p:ph type="subTitle" idx="13"/>
          </p:nvPr>
        </p:nvSpPr>
        <p:spPr>
          <a:xfrm>
            <a:off x="6086700" y="3227500"/>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696" name="Google Shape;696;p71"/>
          <p:cNvSpPr txBox="1">
            <a:spLocks noGrp="1"/>
          </p:cNvSpPr>
          <p:nvPr>
            <p:ph type="subTitle" idx="14"/>
          </p:nvPr>
        </p:nvSpPr>
        <p:spPr>
          <a:xfrm>
            <a:off x="6086700" y="3414229"/>
            <a:ext cx="27726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i="1">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cxnSp>
        <p:nvCxnSpPr>
          <p:cNvPr id="697" name="Google Shape;697;p71"/>
          <p:cNvCxnSpPr/>
          <p:nvPr/>
        </p:nvCxnSpPr>
        <p:spPr>
          <a:xfrm>
            <a:off x="306250" y="2632300"/>
            <a:ext cx="8545500" cy="0"/>
          </a:xfrm>
          <a:prstGeom prst="straightConnector1">
            <a:avLst/>
          </a:prstGeom>
          <a:noFill/>
          <a:ln w="9525" cap="flat" cmpd="sng">
            <a:solidFill>
              <a:schemeClr val="accent5"/>
            </a:solidFill>
            <a:prstDash val="solid"/>
            <a:round/>
            <a:headEnd type="none" w="med" len="med"/>
            <a:tailEnd type="none" w="med" len="med"/>
          </a:ln>
        </p:spPr>
      </p:cxnSp>
      <p:sp>
        <p:nvSpPr>
          <p:cNvPr id="698" name="Google Shape;698;p71"/>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hart 3">
  <p:cSld name="BLANK_1_1_1_1_2_2_3_1_1">
    <p:bg>
      <p:bgPr>
        <a:solidFill>
          <a:schemeClr val="lt2"/>
        </a:solidFill>
        <a:effectLst/>
      </p:bgPr>
    </p:bg>
    <p:spTree>
      <p:nvGrpSpPr>
        <p:cNvPr id="1" name="Shape 699"/>
        <p:cNvGrpSpPr/>
        <p:nvPr/>
      </p:nvGrpSpPr>
      <p:grpSpPr>
        <a:xfrm>
          <a:off x="0" y="0"/>
          <a:ext cx="0" cy="0"/>
          <a:chOff x="0" y="0"/>
          <a:chExt cx="0" cy="0"/>
        </a:xfrm>
      </p:grpSpPr>
      <p:sp>
        <p:nvSpPr>
          <p:cNvPr id="700" name="Google Shape;700;p72"/>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01" name="Google Shape;701;p72"/>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02" name="Google Shape;702;p72"/>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703" name="Google Shape;703;p72"/>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704" name="Google Shape;704;p72"/>
          <p:cNvSpPr txBox="1">
            <a:spLocks noGrp="1"/>
          </p:cNvSpPr>
          <p:nvPr>
            <p:ph type="subTitle" idx="3"/>
          </p:nvPr>
        </p:nvSpPr>
        <p:spPr>
          <a:xfrm>
            <a:off x="26235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05" name="Google Shape;705;p72"/>
          <p:cNvSpPr txBox="1">
            <a:spLocks noGrp="1"/>
          </p:cNvSpPr>
          <p:nvPr>
            <p:ph type="subTitle" idx="4"/>
          </p:nvPr>
        </p:nvSpPr>
        <p:spPr>
          <a:xfrm>
            <a:off x="35191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06" name="Google Shape;706;p72"/>
          <p:cNvSpPr txBox="1">
            <a:spLocks noGrp="1"/>
          </p:cNvSpPr>
          <p:nvPr>
            <p:ph type="subTitle" idx="5"/>
          </p:nvPr>
        </p:nvSpPr>
        <p:spPr>
          <a:xfrm>
            <a:off x="44147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07" name="Google Shape;707;p72"/>
          <p:cNvSpPr txBox="1">
            <a:spLocks noGrp="1"/>
          </p:cNvSpPr>
          <p:nvPr>
            <p:ph type="subTitle" idx="6"/>
          </p:nvPr>
        </p:nvSpPr>
        <p:spPr>
          <a:xfrm>
            <a:off x="53103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08" name="Google Shape;708;p72"/>
          <p:cNvSpPr txBox="1">
            <a:spLocks noGrp="1"/>
          </p:cNvSpPr>
          <p:nvPr>
            <p:ph type="subTitle" idx="7"/>
          </p:nvPr>
        </p:nvSpPr>
        <p:spPr>
          <a:xfrm>
            <a:off x="62059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09" name="Google Shape;709;p72"/>
          <p:cNvSpPr txBox="1">
            <a:spLocks noGrp="1"/>
          </p:cNvSpPr>
          <p:nvPr>
            <p:ph type="subTitle" idx="8"/>
          </p:nvPr>
        </p:nvSpPr>
        <p:spPr>
          <a:xfrm>
            <a:off x="71015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10" name="Google Shape;710;p72"/>
          <p:cNvSpPr txBox="1">
            <a:spLocks noGrp="1"/>
          </p:cNvSpPr>
          <p:nvPr>
            <p:ph type="subTitle" idx="9"/>
          </p:nvPr>
        </p:nvSpPr>
        <p:spPr>
          <a:xfrm>
            <a:off x="7997125" y="1305637"/>
            <a:ext cx="826500" cy="129600"/>
          </a:xfrm>
          <a:prstGeom prst="rect">
            <a:avLst/>
          </a:prstGeom>
        </p:spPr>
        <p:txBody>
          <a:bodyPr spcFirstLastPara="1" wrap="square" lIns="0" tIns="0" rIns="91425" bIns="0" anchor="t" anchorCtr="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a:endParaRPr/>
          </a:p>
        </p:txBody>
      </p:sp>
      <p:sp>
        <p:nvSpPr>
          <p:cNvPr id="711" name="Google Shape;711;p72"/>
          <p:cNvSpPr txBox="1">
            <a:spLocks noGrp="1"/>
          </p:cNvSpPr>
          <p:nvPr>
            <p:ph type="subTitle" idx="13"/>
          </p:nvPr>
        </p:nvSpPr>
        <p:spPr>
          <a:xfrm>
            <a:off x="430525" y="1551325"/>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2" name="Google Shape;712;p72"/>
          <p:cNvSpPr txBox="1">
            <a:spLocks noGrp="1"/>
          </p:cNvSpPr>
          <p:nvPr>
            <p:ph type="subTitle" idx="14"/>
          </p:nvPr>
        </p:nvSpPr>
        <p:spPr>
          <a:xfrm>
            <a:off x="430525" y="1817255"/>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3" name="Google Shape;713;p72"/>
          <p:cNvSpPr txBox="1">
            <a:spLocks noGrp="1"/>
          </p:cNvSpPr>
          <p:nvPr>
            <p:ph type="subTitle" idx="15"/>
          </p:nvPr>
        </p:nvSpPr>
        <p:spPr>
          <a:xfrm>
            <a:off x="430525" y="2083184"/>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4" name="Google Shape;714;p72"/>
          <p:cNvSpPr txBox="1">
            <a:spLocks noGrp="1"/>
          </p:cNvSpPr>
          <p:nvPr>
            <p:ph type="subTitle" idx="16"/>
          </p:nvPr>
        </p:nvSpPr>
        <p:spPr>
          <a:xfrm>
            <a:off x="430525" y="2349114"/>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5" name="Google Shape;715;p72"/>
          <p:cNvSpPr txBox="1">
            <a:spLocks noGrp="1"/>
          </p:cNvSpPr>
          <p:nvPr>
            <p:ph type="subTitle" idx="17"/>
          </p:nvPr>
        </p:nvSpPr>
        <p:spPr>
          <a:xfrm>
            <a:off x="430525" y="2615043"/>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6" name="Google Shape;716;p72"/>
          <p:cNvSpPr txBox="1">
            <a:spLocks noGrp="1"/>
          </p:cNvSpPr>
          <p:nvPr>
            <p:ph type="subTitle" idx="18"/>
          </p:nvPr>
        </p:nvSpPr>
        <p:spPr>
          <a:xfrm>
            <a:off x="430525" y="2880973"/>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7" name="Google Shape;717;p72"/>
          <p:cNvSpPr txBox="1">
            <a:spLocks noGrp="1"/>
          </p:cNvSpPr>
          <p:nvPr>
            <p:ph type="subTitle" idx="19"/>
          </p:nvPr>
        </p:nvSpPr>
        <p:spPr>
          <a:xfrm>
            <a:off x="430525" y="3146902"/>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8" name="Google Shape;718;p72"/>
          <p:cNvSpPr txBox="1">
            <a:spLocks noGrp="1"/>
          </p:cNvSpPr>
          <p:nvPr>
            <p:ph type="subTitle" idx="20"/>
          </p:nvPr>
        </p:nvSpPr>
        <p:spPr>
          <a:xfrm>
            <a:off x="430525" y="3412832"/>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19" name="Google Shape;719;p72"/>
          <p:cNvSpPr txBox="1">
            <a:spLocks noGrp="1"/>
          </p:cNvSpPr>
          <p:nvPr>
            <p:ph type="subTitle" idx="21"/>
          </p:nvPr>
        </p:nvSpPr>
        <p:spPr>
          <a:xfrm>
            <a:off x="430525" y="3678761"/>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20" name="Google Shape;720;p72"/>
          <p:cNvSpPr txBox="1">
            <a:spLocks noGrp="1"/>
          </p:cNvSpPr>
          <p:nvPr>
            <p:ph type="subTitle" idx="22"/>
          </p:nvPr>
        </p:nvSpPr>
        <p:spPr>
          <a:xfrm>
            <a:off x="430525" y="3944691"/>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21" name="Google Shape;721;p72"/>
          <p:cNvSpPr txBox="1">
            <a:spLocks noGrp="1"/>
          </p:cNvSpPr>
          <p:nvPr>
            <p:ph type="subTitle" idx="23"/>
          </p:nvPr>
        </p:nvSpPr>
        <p:spPr>
          <a:xfrm>
            <a:off x="430525" y="4210620"/>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22" name="Google Shape;722;p72"/>
          <p:cNvSpPr txBox="1">
            <a:spLocks noGrp="1"/>
          </p:cNvSpPr>
          <p:nvPr>
            <p:ph type="subTitle" idx="24"/>
          </p:nvPr>
        </p:nvSpPr>
        <p:spPr>
          <a:xfrm>
            <a:off x="430525" y="4476550"/>
            <a:ext cx="2126400" cy="192000"/>
          </a:xfrm>
          <a:prstGeom prst="rect">
            <a:avLst/>
          </a:prstGeom>
        </p:spPr>
        <p:txBody>
          <a:bodyPr spcFirstLastPara="1" wrap="square" lIns="0" tIns="0" rIns="91425" bIns="0" anchor="t" anchorCtr="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hree storyboards 1">
  <p:cSld name="BLANK_1_1_1_1_2_2_2">
    <p:bg>
      <p:bgPr>
        <a:blipFill>
          <a:blip r:embed="rId2">
            <a:alphaModFix/>
          </a:blip>
          <a:stretch>
            <a:fillRect/>
          </a:stretch>
        </a:blipFill>
        <a:effectLst/>
      </p:bgPr>
    </p:bg>
    <p:spTree>
      <p:nvGrpSpPr>
        <p:cNvPr id="1" name="Shape 723"/>
        <p:cNvGrpSpPr/>
        <p:nvPr/>
      </p:nvGrpSpPr>
      <p:grpSpPr>
        <a:xfrm>
          <a:off x="0" y="0"/>
          <a:ext cx="0" cy="0"/>
          <a:chOff x="0" y="0"/>
          <a:chExt cx="0" cy="0"/>
        </a:xfrm>
      </p:grpSpPr>
      <p:sp>
        <p:nvSpPr>
          <p:cNvPr id="724" name="Google Shape;724;p73"/>
          <p:cNvSpPr>
            <a:spLocks noGrp="1"/>
          </p:cNvSpPr>
          <p:nvPr>
            <p:ph type="pic" idx="2"/>
          </p:nvPr>
        </p:nvSpPr>
        <p:spPr>
          <a:xfrm>
            <a:off x="284700" y="1440150"/>
            <a:ext cx="605100" cy="1413900"/>
          </a:xfrm>
          <a:prstGeom prst="roundRect">
            <a:avLst>
              <a:gd name="adj" fmla="val 50000"/>
            </a:avLst>
          </a:prstGeom>
          <a:noFill/>
          <a:ln>
            <a:noFill/>
          </a:ln>
        </p:spPr>
      </p:sp>
      <p:sp>
        <p:nvSpPr>
          <p:cNvPr id="725" name="Google Shape;725;p73"/>
          <p:cNvSpPr>
            <a:spLocks noGrp="1"/>
          </p:cNvSpPr>
          <p:nvPr>
            <p:ph type="pic" idx="3"/>
          </p:nvPr>
        </p:nvSpPr>
        <p:spPr>
          <a:xfrm>
            <a:off x="1002300" y="1440150"/>
            <a:ext cx="2055000" cy="1413900"/>
          </a:xfrm>
          <a:prstGeom prst="roundRect">
            <a:avLst>
              <a:gd name="adj" fmla="val 16960"/>
            </a:avLst>
          </a:prstGeom>
          <a:noFill/>
          <a:ln>
            <a:noFill/>
          </a:ln>
        </p:spPr>
      </p:sp>
      <p:sp>
        <p:nvSpPr>
          <p:cNvPr id="726" name="Google Shape;726;p73"/>
          <p:cNvSpPr>
            <a:spLocks noGrp="1"/>
          </p:cNvSpPr>
          <p:nvPr>
            <p:ph type="pic" idx="4"/>
          </p:nvPr>
        </p:nvSpPr>
        <p:spPr>
          <a:xfrm>
            <a:off x="3185700" y="1440150"/>
            <a:ext cx="605100" cy="1413900"/>
          </a:xfrm>
          <a:prstGeom prst="roundRect">
            <a:avLst>
              <a:gd name="adj" fmla="val 50000"/>
            </a:avLst>
          </a:prstGeom>
          <a:noFill/>
          <a:ln>
            <a:noFill/>
          </a:ln>
        </p:spPr>
      </p:sp>
      <p:sp>
        <p:nvSpPr>
          <p:cNvPr id="727" name="Google Shape;727;p73"/>
          <p:cNvSpPr>
            <a:spLocks noGrp="1"/>
          </p:cNvSpPr>
          <p:nvPr>
            <p:ph type="pic" idx="5"/>
          </p:nvPr>
        </p:nvSpPr>
        <p:spPr>
          <a:xfrm>
            <a:off x="3903300" y="1440150"/>
            <a:ext cx="2055000" cy="1413900"/>
          </a:xfrm>
          <a:prstGeom prst="roundRect">
            <a:avLst>
              <a:gd name="adj" fmla="val 16960"/>
            </a:avLst>
          </a:prstGeom>
          <a:noFill/>
          <a:ln>
            <a:noFill/>
          </a:ln>
        </p:spPr>
      </p:sp>
      <p:sp>
        <p:nvSpPr>
          <p:cNvPr id="728" name="Google Shape;728;p73"/>
          <p:cNvSpPr>
            <a:spLocks noGrp="1"/>
          </p:cNvSpPr>
          <p:nvPr>
            <p:ph type="pic" idx="6"/>
          </p:nvPr>
        </p:nvSpPr>
        <p:spPr>
          <a:xfrm>
            <a:off x="6086700" y="1440150"/>
            <a:ext cx="605100" cy="1413900"/>
          </a:xfrm>
          <a:prstGeom prst="roundRect">
            <a:avLst>
              <a:gd name="adj" fmla="val 50000"/>
            </a:avLst>
          </a:prstGeom>
          <a:noFill/>
          <a:ln>
            <a:noFill/>
          </a:ln>
        </p:spPr>
      </p:sp>
      <p:sp>
        <p:nvSpPr>
          <p:cNvPr id="729" name="Google Shape;729;p73"/>
          <p:cNvSpPr>
            <a:spLocks noGrp="1"/>
          </p:cNvSpPr>
          <p:nvPr>
            <p:ph type="pic" idx="7"/>
          </p:nvPr>
        </p:nvSpPr>
        <p:spPr>
          <a:xfrm>
            <a:off x="6804300" y="1440150"/>
            <a:ext cx="2055000" cy="1413900"/>
          </a:xfrm>
          <a:prstGeom prst="roundRect">
            <a:avLst>
              <a:gd name="adj" fmla="val 16960"/>
            </a:avLst>
          </a:prstGeom>
          <a:noFill/>
          <a:ln>
            <a:noFill/>
          </a:ln>
        </p:spPr>
      </p:sp>
      <p:sp>
        <p:nvSpPr>
          <p:cNvPr id="730" name="Google Shape;730;p73"/>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731" name="Google Shape;731;p73"/>
          <p:cNvSpPr txBox="1">
            <a:spLocks noGrp="1"/>
          </p:cNvSpPr>
          <p:nvPr>
            <p:ph type="body" idx="1"/>
          </p:nvPr>
        </p:nvSpPr>
        <p:spPr>
          <a:xfrm>
            <a:off x="284700" y="3817800"/>
            <a:ext cx="2772600" cy="1042200"/>
          </a:xfrm>
          <a:prstGeom prst="rect">
            <a:avLst/>
          </a:prstGeom>
        </p:spPr>
        <p:txBody>
          <a:bodyPr spcFirstLastPara="1" wrap="square" lIns="0" tIns="0" rIns="91425"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32" name="Google Shape;732;p73"/>
          <p:cNvSpPr txBox="1">
            <a:spLocks noGrp="1"/>
          </p:cNvSpPr>
          <p:nvPr>
            <p:ph type="subTitle" idx="8"/>
          </p:nvPr>
        </p:nvSpPr>
        <p:spPr>
          <a:xfrm>
            <a:off x="284700" y="3421198"/>
            <a:ext cx="2772600" cy="196800"/>
          </a:xfrm>
          <a:prstGeom prst="rect">
            <a:avLst/>
          </a:prstGeom>
        </p:spPr>
        <p:txBody>
          <a:bodyPr spcFirstLastPara="1" wrap="square" lIns="0" tIns="0" rIns="91425" bIns="0" anchor="t" anchorCtr="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33" name="Google Shape;733;p73"/>
          <p:cNvSpPr txBox="1">
            <a:spLocks noGrp="1"/>
          </p:cNvSpPr>
          <p:nvPr>
            <p:ph type="subTitle" idx="9"/>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34" name="Google Shape;734;p73"/>
          <p:cNvSpPr txBox="1">
            <a:spLocks noGrp="1"/>
          </p:cNvSpPr>
          <p:nvPr>
            <p:ph type="subTitle" idx="1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35" name="Google Shape;735;p73"/>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736" name="Google Shape;736;p73"/>
          <p:cNvSpPr txBox="1">
            <a:spLocks noGrp="1"/>
          </p:cNvSpPr>
          <p:nvPr>
            <p:ph type="body" idx="14"/>
          </p:nvPr>
        </p:nvSpPr>
        <p:spPr>
          <a:xfrm>
            <a:off x="3185700" y="3817800"/>
            <a:ext cx="2772600" cy="1042200"/>
          </a:xfrm>
          <a:prstGeom prst="rect">
            <a:avLst/>
          </a:prstGeom>
        </p:spPr>
        <p:txBody>
          <a:bodyPr spcFirstLastPara="1" wrap="square" lIns="0" tIns="0" rIns="91425" bIns="0" anchor="t" anchorCtr="0">
            <a:noAutofit/>
          </a:bodyPr>
          <a:lstStyle>
            <a:lvl1pPr marL="457200" lvl="0" indent="-292100">
              <a:lnSpc>
                <a:spcPct val="115000"/>
              </a:lnSpc>
              <a:spcBef>
                <a:spcPts val="0"/>
              </a:spcBef>
              <a:spcAft>
                <a:spcPts val="0"/>
              </a:spcAft>
              <a:buClr>
                <a:schemeClr val="lt1"/>
              </a:buClr>
              <a:buSzPts val="1000"/>
              <a:buFont typeface="Instrument Sans"/>
              <a:buChar char="●"/>
              <a:defRPr/>
            </a:lvl1pPr>
            <a:lvl2pPr marL="914400" lvl="1" indent="-292100">
              <a:lnSpc>
                <a:spcPct val="115000"/>
              </a:lnSpc>
              <a:spcBef>
                <a:spcPts val="0"/>
              </a:spcBef>
              <a:spcAft>
                <a:spcPts val="0"/>
              </a:spcAft>
              <a:buClr>
                <a:schemeClr val="lt1"/>
              </a:buClr>
              <a:buSzPts val="1000"/>
              <a:buFont typeface="Instrument Sans"/>
              <a:buChar char="○"/>
              <a:defRPr/>
            </a:lvl2pPr>
            <a:lvl3pPr marL="1371600" lvl="2" indent="-292100">
              <a:lnSpc>
                <a:spcPct val="115000"/>
              </a:lnSpc>
              <a:spcBef>
                <a:spcPts val="0"/>
              </a:spcBef>
              <a:spcAft>
                <a:spcPts val="0"/>
              </a:spcAft>
              <a:buClr>
                <a:schemeClr val="lt1"/>
              </a:buClr>
              <a:buSzPts val="1000"/>
              <a:buFont typeface="Instrument Sans"/>
              <a:buChar char="■"/>
              <a:defRPr/>
            </a:lvl3pPr>
            <a:lvl4pPr marL="1828800" lvl="3" indent="-292100">
              <a:lnSpc>
                <a:spcPct val="115000"/>
              </a:lnSpc>
              <a:spcBef>
                <a:spcPts val="0"/>
              </a:spcBef>
              <a:spcAft>
                <a:spcPts val="0"/>
              </a:spcAft>
              <a:buClr>
                <a:schemeClr val="lt1"/>
              </a:buClr>
              <a:buSzPts val="1000"/>
              <a:buFont typeface="Instrument Sans"/>
              <a:buChar char="●"/>
              <a:defRPr/>
            </a:lvl4pPr>
            <a:lvl5pPr marL="2286000" lvl="4" indent="-292100">
              <a:lnSpc>
                <a:spcPct val="115000"/>
              </a:lnSpc>
              <a:spcBef>
                <a:spcPts val="0"/>
              </a:spcBef>
              <a:spcAft>
                <a:spcPts val="0"/>
              </a:spcAft>
              <a:buClr>
                <a:schemeClr val="lt1"/>
              </a:buClr>
              <a:buSzPts val="1000"/>
              <a:buFont typeface="Instrument Sans"/>
              <a:buChar char="○"/>
              <a:defRPr/>
            </a:lvl5pPr>
            <a:lvl6pPr marL="2743200" lvl="5" indent="-292100">
              <a:lnSpc>
                <a:spcPct val="115000"/>
              </a:lnSpc>
              <a:spcBef>
                <a:spcPts val="0"/>
              </a:spcBef>
              <a:spcAft>
                <a:spcPts val="0"/>
              </a:spcAft>
              <a:buClr>
                <a:schemeClr val="lt1"/>
              </a:buClr>
              <a:buSzPts val="1000"/>
              <a:buFont typeface="Instrument Sans"/>
              <a:buChar char="■"/>
              <a:defRPr/>
            </a:lvl6pPr>
            <a:lvl7pPr marL="3200400" lvl="6" indent="-292100">
              <a:lnSpc>
                <a:spcPct val="115000"/>
              </a:lnSpc>
              <a:spcBef>
                <a:spcPts val="0"/>
              </a:spcBef>
              <a:spcAft>
                <a:spcPts val="0"/>
              </a:spcAft>
              <a:buClr>
                <a:schemeClr val="lt1"/>
              </a:buClr>
              <a:buSzPts val="1000"/>
              <a:buFont typeface="Instrument Sans"/>
              <a:buChar char="●"/>
              <a:defRPr/>
            </a:lvl7pPr>
            <a:lvl8pPr marL="3657600" lvl="7" indent="-292100">
              <a:lnSpc>
                <a:spcPct val="115000"/>
              </a:lnSpc>
              <a:spcBef>
                <a:spcPts val="0"/>
              </a:spcBef>
              <a:spcAft>
                <a:spcPts val="0"/>
              </a:spcAft>
              <a:buClr>
                <a:schemeClr val="lt1"/>
              </a:buClr>
              <a:buSzPts val="1000"/>
              <a:buFont typeface="Instrument Sans"/>
              <a:buChar char="○"/>
              <a:defRPr/>
            </a:lvl8pPr>
            <a:lvl9pPr marL="4114800" lvl="8" indent="-292100">
              <a:lnSpc>
                <a:spcPct val="115000"/>
              </a:lnSpc>
              <a:spcBef>
                <a:spcPts val="0"/>
              </a:spcBef>
              <a:spcAft>
                <a:spcPts val="0"/>
              </a:spcAft>
              <a:buClr>
                <a:schemeClr val="lt1"/>
              </a:buClr>
              <a:buSzPts val="1000"/>
              <a:buFont typeface="Instrument Sans"/>
              <a:buChar char="■"/>
              <a:defRPr/>
            </a:lvl9pPr>
          </a:lstStyle>
          <a:p>
            <a:endParaRPr/>
          </a:p>
        </p:txBody>
      </p:sp>
      <p:sp>
        <p:nvSpPr>
          <p:cNvPr id="737" name="Google Shape;737;p73"/>
          <p:cNvSpPr txBox="1">
            <a:spLocks noGrp="1"/>
          </p:cNvSpPr>
          <p:nvPr>
            <p:ph type="subTitle" idx="15"/>
          </p:nvPr>
        </p:nvSpPr>
        <p:spPr>
          <a:xfrm>
            <a:off x="3185700" y="3421198"/>
            <a:ext cx="2772600" cy="196800"/>
          </a:xfrm>
          <a:prstGeom prst="rect">
            <a:avLst/>
          </a:prstGeom>
        </p:spPr>
        <p:txBody>
          <a:bodyPr spcFirstLastPara="1" wrap="square" lIns="0" tIns="0" rIns="91425" bIns="0" anchor="t" anchorCtr="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a:endParaRPr/>
          </a:p>
        </p:txBody>
      </p:sp>
      <p:sp>
        <p:nvSpPr>
          <p:cNvPr id="738" name="Google Shape;738;p73"/>
          <p:cNvSpPr txBox="1">
            <a:spLocks noGrp="1"/>
          </p:cNvSpPr>
          <p:nvPr>
            <p:ph type="body" idx="16"/>
          </p:nvPr>
        </p:nvSpPr>
        <p:spPr>
          <a:xfrm>
            <a:off x="6086700" y="3817800"/>
            <a:ext cx="2772600" cy="1042200"/>
          </a:xfrm>
          <a:prstGeom prst="rect">
            <a:avLst/>
          </a:prstGeom>
        </p:spPr>
        <p:txBody>
          <a:bodyPr spcFirstLastPara="1" wrap="square" lIns="0" tIns="0" rIns="91425" bIns="0" anchor="t" anchorCtr="0">
            <a:noAutofit/>
          </a:bodyPr>
          <a:lstStyle>
            <a:lvl1pPr marL="457200" lvl="0" indent="-292100">
              <a:lnSpc>
                <a:spcPct val="115000"/>
              </a:lnSpc>
              <a:spcBef>
                <a:spcPts val="0"/>
              </a:spcBef>
              <a:spcAft>
                <a:spcPts val="0"/>
              </a:spcAft>
              <a:buClr>
                <a:schemeClr val="lt1"/>
              </a:buClr>
              <a:buSzPts val="1000"/>
              <a:buFont typeface="Instrument Sans"/>
              <a:buChar char="●"/>
              <a:defRPr/>
            </a:lvl1pPr>
            <a:lvl2pPr marL="914400" lvl="1" indent="-292100">
              <a:lnSpc>
                <a:spcPct val="115000"/>
              </a:lnSpc>
              <a:spcBef>
                <a:spcPts val="0"/>
              </a:spcBef>
              <a:spcAft>
                <a:spcPts val="0"/>
              </a:spcAft>
              <a:buClr>
                <a:schemeClr val="lt1"/>
              </a:buClr>
              <a:buSzPts val="1000"/>
              <a:buFont typeface="Instrument Sans"/>
              <a:buChar char="○"/>
              <a:defRPr/>
            </a:lvl2pPr>
            <a:lvl3pPr marL="1371600" lvl="2" indent="-292100">
              <a:lnSpc>
                <a:spcPct val="115000"/>
              </a:lnSpc>
              <a:spcBef>
                <a:spcPts val="0"/>
              </a:spcBef>
              <a:spcAft>
                <a:spcPts val="0"/>
              </a:spcAft>
              <a:buClr>
                <a:schemeClr val="lt1"/>
              </a:buClr>
              <a:buSzPts val="1000"/>
              <a:buFont typeface="Instrument Sans"/>
              <a:buChar char="■"/>
              <a:defRPr/>
            </a:lvl3pPr>
            <a:lvl4pPr marL="1828800" lvl="3" indent="-292100">
              <a:lnSpc>
                <a:spcPct val="115000"/>
              </a:lnSpc>
              <a:spcBef>
                <a:spcPts val="0"/>
              </a:spcBef>
              <a:spcAft>
                <a:spcPts val="0"/>
              </a:spcAft>
              <a:buClr>
                <a:schemeClr val="lt1"/>
              </a:buClr>
              <a:buSzPts val="1000"/>
              <a:buFont typeface="Instrument Sans"/>
              <a:buChar char="●"/>
              <a:defRPr/>
            </a:lvl4pPr>
            <a:lvl5pPr marL="2286000" lvl="4" indent="-292100">
              <a:lnSpc>
                <a:spcPct val="115000"/>
              </a:lnSpc>
              <a:spcBef>
                <a:spcPts val="0"/>
              </a:spcBef>
              <a:spcAft>
                <a:spcPts val="0"/>
              </a:spcAft>
              <a:buClr>
                <a:schemeClr val="lt1"/>
              </a:buClr>
              <a:buSzPts val="1000"/>
              <a:buFont typeface="Instrument Sans"/>
              <a:buChar char="○"/>
              <a:defRPr/>
            </a:lvl5pPr>
            <a:lvl6pPr marL="2743200" lvl="5" indent="-292100">
              <a:lnSpc>
                <a:spcPct val="115000"/>
              </a:lnSpc>
              <a:spcBef>
                <a:spcPts val="0"/>
              </a:spcBef>
              <a:spcAft>
                <a:spcPts val="0"/>
              </a:spcAft>
              <a:buClr>
                <a:schemeClr val="lt1"/>
              </a:buClr>
              <a:buSzPts val="1000"/>
              <a:buFont typeface="Instrument Sans"/>
              <a:buChar char="■"/>
              <a:defRPr/>
            </a:lvl6pPr>
            <a:lvl7pPr marL="3200400" lvl="6" indent="-292100">
              <a:lnSpc>
                <a:spcPct val="115000"/>
              </a:lnSpc>
              <a:spcBef>
                <a:spcPts val="0"/>
              </a:spcBef>
              <a:spcAft>
                <a:spcPts val="0"/>
              </a:spcAft>
              <a:buClr>
                <a:schemeClr val="lt1"/>
              </a:buClr>
              <a:buSzPts val="1000"/>
              <a:buFont typeface="Instrument Sans"/>
              <a:buChar char="●"/>
              <a:defRPr/>
            </a:lvl7pPr>
            <a:lvl8pPr marL="3657600" lvl="7" indent="-292100">
              <a:lnSpc>
                <a:spcPct val="115000"/>
              </a:lnSpc>
              <a:spcBef>
                <a:spcPts val="0"/>
              </a:spcBef>
              <a:spcAft>
                <a:spcPts val="0"/>
              </a:spcAft>
              <a:buClr>
                <a:schemeClr val="lt1"/>
              </a:buClr>
              <a:buSzPts val="1000"/>
              <a:buFont typeface="Instrument Sans"/>
              <a:buChar char="○"/>
              <a:defRPr/>
            </a:lvl8pPr>
            <a:lvl9pPr marL="4114800" lvl="8" indent="-292100">
              <a:lnSpc>
                <a:spcPct val="115000"/>
              </a:lnSpc>
              <a:spcBef>
                <a:spcPts val="0"/>
              </a:spcBef>
              <a:spcAft>
                <a:spcPts val="0"/>
              </a:spcAft>
              <a:buClr>
                <a:schemeClr val="lt1"/>
              </a:buClr>
              <a:buSzPts val="1000"/>
              <a:buFont typeface="Instrument Sans"/>
              <a:buChar char="■"/>
              <a:defRPr/>
            </a:lvl9pPr>
          </a:lstStyle>
          <a:p>
            <a:endParaRPr/>
          </a:p>
        </p:txBody>
      </p:sp>
      <p:sp>
        <p:nvSpPr>
          <p:cNvPr id="739" name="Google Shape;739;p73"/>
          <p:cNvSpPr txBox="1">
            <a:spLocks noGrp="1"/>
          </p:cNvSpPr>
          <p:nvPr>
            <p:ph type="subTitle" idx="17"/>
          </p:nvPr>
        </p:nvSpPr>
        <p:spPr>
          <a:xfrm>
            <a:off x="6086700" y="3421198"/>
            <a:ext cx="2772600" cy="196800"/>
          </a:xfrm>
          <a:prstGeom prst="rect">
            <a:avLst/>
          </a:prstGeom>
        </p:spPr>
        <p:txBody>
          <a:bodyPr spcFirstLastPara="1" wrap="square" lIns="0" tIns="0" rIns="91425" bIns="0" anchor="t" anchorCtr="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body text and images">
  <p:cSld name="CUSTOM_15">
    <p:bg>
      <p:bgPr>
        <a:blipFill>
          <a:blip r:embed="rId2">
            <a:alphaModFix/>
          </a:blip>
          <a:stretch>
            <a:fillRect/>
          </a:stretch>
        </a:blipFill>
        <a:effectLst/>
      </p:bgPr>
    </p:bg>
    <p:spTree>
      <p:nvGrpSpPr>
        <p:cNvPr id="1" name="Shape 740"/>
        <p:cNvGrpSpPr/>
        <p:nvPr/>
      </p:nvGrpSpPr>
      <p:grpSpPr>
        <a:xfrm>
          <a:off x="0" y="0"/>
          <a:ext cx="0" cy="0"/>
          <a:chOff x="0" y="0"/>
          <a:chExt cx="0" cy="0"/>
        </a:xfrm>
      </p:grpSpPr>
      <p:sp>
        <p:nvSpPr>
          <p:cNvPr id="741" name="Google Shape;741;p74"/>
          <p:cNvSpPr>
            <a:spLocks noGrp="1"/>
          </p:cNvSpPr>
          <p:nvPr>
            <p:ph type="pic" idx="2"/>
          </p:nvPr>
        </p:nvSpPr>
        <p:spPr>
          <a:xfrm>
            <a:off x="284700" y="2901150"/>
            <a:ext cx="2772600" cy="1770900"/>
          </a:xfrm>
          <a:prstGeom prst="roundRect">
            <a:avLst>
              <a:gd name="adj" fmla="val 16667"/>
            </a:avLst>
          </a:prstGeom>
          <a:noFill/>
          <a:ln>
            <a:noFill/>
          </a:ln>
        </p:spPr>
      </p:sp>
      <p:sp>
        <p:nvSpPr>
          <p:cNvPr id="742" name="Google Shape;742;p74"/>
          <p:cNvSpPr>
            <a:spLocks noGrp="1"/>
          </p:cNvSpPr>
          <p:nvPr>
            <p:ph type="pic" idx="3"/>
          </p:nvPr>
        </p:nvSpPr>
        <p:spPr>
          <a:xfrm>
            <a:off x="3185800" y="2901150"/>
            <a:ext cx="2772600" cy="1770900"/>
          </a:xfrm>
          <a:prstGeom prst="roundRect">
            <a:avLst>
              <a:gd name="adj" fmla="val 16667"/>
            </a:avLst>
          </a:prstGeom>
          <a:noFill/>
          <a:ln>
            <a:noFill/>
          </a:ln>
        </p:spPr>
      </p:sp>
      <p:sp>
        <p:nvSpPr>
          <p:cNvPr id="743" name="Google Shape;743;p74"/>
          <p:cNvSpPr>
            <a:spLocks noGrp="1"/>
          </p:cNvSpPr>
          <p:nvPr>
            <p:ph type="pic" idx="4"/>
          </p:nvPr>
        </p:nvSpPr>
        <p:spPr>
          <a:xfrm>
            <a:off x="3185800" y="1440150"/>
            <a:ext cx="2772600" cy="1347600"/>
          </a:xfrm>
          <a:prstGeom prst="roundRect">
            <a:avLst>
              <a:gd name="adj" fmla="val 16667"/>
            </a:avLst>
          </a:prstGeom>
          <a:noFill/>
          <a:ln>
            <a:noFill/>
          </a:ln>
        </p:spPr>
      </p:sp>
      <p:sp>
        <p:nvSpPr>
          <p:cNvPr id="744" name="Google Shape;744;p74"/>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45" name="Google Shape;745;p74"/>
          <p:cNvSpPr txBox="1">
            <a:spLocks noGrp="1"/>
          </p:cNvSpPr>
          <p:nvPr>
            <p:ph type="subTitle" idx="5"/>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46" name="Google Shape;746;p74"/>
          <p:cNvSpPr txBox="1">
            <a:spLocks noGrp="1"/>
          </p:cNvSpPr>
          <p:nvPr>
            <p:ph type="body" idx="6"/>
          </p:nvPr>
        </p:nvSpPr>
        <p:spPr>
          <a:xfrm>
            <a:off x="284700" y="1440225"/>
            <a:ext cx="2772600" cy="965400"/>
          </a:xfrm>
          <a:prstGeom prst="rect">
            <a:avLst/>
          </a:prstGeom>
        </p:spPr>
        <p:txBody>
          <a:bodyPr spcFirstLastPara="1" wrap="square" lIns="0" tIns="0" rIns="91425" bIns="0" anchor="t" anchorCtr="0">
            <a:noAutofit/>
          </a:bodyPr>
          <a:lstStyle>
            <a:lvl1pPr marL="457200" lvl="0" indent="-292100">
              <a:spcBef>
                <a:spcPts val="0"/>
              </a:spcBef>
              <a:spcAft>
                <a:spcPts val="0"/>
              </a:spcAft>
              <a:buSzPts val="1000"/>
              <a:buFont typeface="Instrument Sans"/>
              <a:buChar char="●"/>
              <a:defRPr/>
            </a:lvl1pPr>
            <a:lvl2pPr marL="914400" lvl="1" indent="-292100">
              <a:spcBef>
                <a:spcPts val="0"/>
              </a:spcBef>
              <a:spcAft>
                <a:spcPts val="0"/>
              </a:spcAft>
              <a:buSzPts val="1000"/>
              <a:buFont typeface="Instrument Sans"/>
              <a:buChar char="○"/>
              <a:defRPr/>
            </a:lvl2pPr>
            <a:lvl3pPr marL="1371600" lvl="2" indent="-292100">
              <a:spcBef>
                <a:spcPts val="0"/>
              </a:spcBef>
              <a:spcAft>
                <a:spcPts val="0"/>
              </a:spcAft>
              <a:buSzPts val="1000"/>
              <a:buFont typeface="Instrument Sans"/>
              <a:buChar char="■"/>
              <a:defRPr/>
            </a:lvl3pPr>
            <a:lvl4pPr marL="1828800" lvl="3" indent="-292100">
              <a:spcBef>
                <a:spcPts val="0"/>
              </a:spcBef>
              <a:spcAft>
                <a:spcPts val="0"/>
              </a:spcAft>
              <a:buSzPts val="1000"/>
              <a:buFont typeface="Instrument Sans"/>
              <a:buChar char="●"/>
              <a:defRPr/>
            </a:lvl4pPr>
            <a:lvl5pPr marL="2286000" lvl="4" indent="-292100">
              <a:spcBef>
                <a:spcPts val="0"/>
              </a:spcBef>
              <a:spcAft>
                <a:spcPts val="0"/>
              </a:spcAft>
              <a:buSzPts val="1000"/>
              <a:buFont typeface="Instrument Sans"/>
              <a:buChar char="○"/>
              <a:defRPr/>
            </a:lvl5pPr>
            <a:lvl6pPr marL="2743200" lvl="5" indent="-292100">
              <a:spcBef>
                <a:spcPts val="0"/>
              </a:spcBef>
              <a:spcAft>
                <a:spcPts val="0"/>
              </a:spcAft>
              <a:buSzPts val="1000"/>
              <a:buFont typeface="Instrument Sans"/>
              <a:buChar char="■"/>
              <a:defRPr/>
            </a:lvl6pPr>
            <a:lvl7pPr marL="3200400" lvl="6" indent="-292100">
              <a:spcBef>
                <a:spcPts val="0"/>
              </a:spcBef>
              <a:spcAft>
                <a:spcPts val="0"/>
              </a:spcAft>
              <a:buSzPts val="1000"/>
              <a:buFont typeface="Instrument Sans"/>
              <a:buChar char="●"/>
              <a:defRPr/>
            </a:lvl7pPr>
            <a:lvl8pPr marL="3657600" lvl="7" indent="-292100">
              <a:spcBef>
                <a:spcPts val="0"/>
              </a:spcBef>
              <a:spcAft>
                <a:spcPts val="0"/>
              </a:spcAft>
              <a:buSzPts val="1000"/>
              <a:buFont typeface="Instrument Sans"/>
              <a:buChar char="○"/>
              <a:defRPr/>
            </a:lvl8pPr>
            <a:lvl9pPr marL="4114800" lvl="8" indent="-292100">
              <a:spcBef>
                <a:spcPts val="0"/>
              </a:spcBef>
              <a:spcAft>
                <a:spcPts val="0"/>
              </a:spcAft>
              <a:buSzPts val="1000"/>
              <a:buFont typeface="Instrument Sans"/>
              <a:buChar char="■"/>
              <a:defRPr/>
            </a:lvl9pPr>
          </a:lstStyle>
          <a:p>
            <a:endParaRPr/>
          </a:p>
        </p:txBody>
      </p:sp>
      <p:sp>
        <p:nvSpPr>
          <p:cNvPr id="747" name="Google Shape;747;p74"/>
          <p:cNvSpPr txBox="1">
            <a:spLocks noGrp="1"/>
          </p:cNvSpPr>
          <p:nvPr>
            <p:ph type="body" idx="7"/>
          </p:nvPr>
        </p:nvSpPr>
        <p:spPr>
          <a:xfrm>
            <a:off x="6086900" y="3095300"/>
            <a:ext cx="2772600" cy="655500"/>
          </a:xfrm>
          <a:prstGeom prst="rect">
            <a:avLst/>
          </a:prstGeom>
        </p:spPr>
        <p:txBody>
          <a:bodyPr spcFirstLastPara="1" wrap="square" lIns="182875" tIns="0" rIns="182875" bIns="0" anchor="t" anchorCtr="0">
            <a:noAutofit/>
          </a:bodyPr>
          <a:lstStyle>
            <a:lvl1pPr marL="457200" lvl="0" indent="-292100">
              <a:lnSpc>
                <a:spcPct val="115000"/>
              </a:lnSpc>
              <a:spcBef>
                <a:spcPts val="0"/>
              </a:spcBef>
              <a:spcAft>
                <a:spcPts val="0"/>
              </a:spcAft>
              <a:buClr>
                <a:schemeClr val="lt1"/>
              </a:buClr>
              <a:buSzPts val="1000"/>
              <a:buFont typeface="Instrument Sans"/>
              <a:buChar char="●"/>
              <a:defRPr/>
            </a:lvl1pPr>
            <a:lvl2pPr marL="914400" lvl="1" indent="-292100">
              <a:lnSpc>
                <a:spcPct val="115000"/>
              </a:lnSpc>
              <a:spcBef>
                <a:spcPts val="0"/>
              </a:spcBef>
              <a:spcAft>
                <a:spcPts val="0"/>
              </a:spcAft>
              <a:buClr>
                <a:schemeClr val="lt1"/>
              </a:buClr>
              <a:buSzPts val="1000"/>
              <a:buFont typeface="Instrument Sans"/>
              <a:buChar char="○"/>
              <a:defRPr/>
            </a:lvl2pPr>
            <a:lvl3pPr marL="1371600" lvl="2" indent="-292100">
              <a:lnSpc>
                <a:spcPct val="115000"/>
              </a:lnSpc>
              <a:spcBef>
                <a:spcPts val="0"/>
              </a:spcBef>
              <a:spcAft>
                <a:spcPts val="0"/>
              </a:spcAft>
              <a:buClr>
                <a:schemeClr val="lt1"/>
              </a:buClr>
              <a:buSzPts val="1000"/>
              <a:buFont typeface="Instrument Sans"/>
              <a:buChar char="■"/>
              <a:defRPr/>
            </a:lvl3pPr>
            <a:lvl4pPr marL="1828800" lvl="3" indent="-292100">
              <a:lnSpc>
                <a:spcPct val="115000"/>
              </a:lnSpc>
              <a:spcBef>
                <a:spcPts val="0"/>
              </a:spcBef>
              <a:spcAft>
                <a:spcPts val="0"/>
              </a:spcAft>
              <a:buClr>
                <a:schemeClr val="lt1"/>
              </a:buClr>
              <a:buSzPts val="1000"/>
              <a:buFont typeface="Instrument Sans"/>
              <a:buChar char="●"/>
              <a:defRPr/>
            </a:lvl4pPr>
            <a:lvl5pPr marL="2286000" lvl="4" indent="-292100">
              <a:lnSpc>
                <a:spcPct val="115000"/>
              </a:lnSpc>
              <a:spcBef>
                <a:spcPts val="0"/>
              </a:spcBef>
              <a:spcAft>
                <a:spcPts val="0"/>
              </a:spcAft>
              <a:buClr>
                <a:schemeClr val="lt1"/>
              </a:buClr>
              <a:buSzPts val="1000"/>
              <a:buFont typeface="Instrument Sans"/>
              <a:buChar char="○"/>
              <a:defRPr/>
            </a:lvl5pPr>
            <a:lvl6pPr marL="2743200" lvl="5" indent="-292100">
              <a:lnSpc>
                <a:spcPct val="115000"/>
              </a:lnSpc>
              <a:spcBef>
                <a:spcPts val="0"/>
              </a:spcBef>
              <a:spcAft>
                <a:spcPts val="0"/>
              </a:spcAft>
              <a:buClr>
                <a:schemeClr val="lt1"/>
              </a:buClr>
              <a:buSzPts val="1000"/>
              <a:buFont typeface="Instrument Sans"/>
              <a:buChar char="■"/>
              <a:defRPr/>
            </a:lvl6pPr>
            <a:lvl7pPr marL="3200400" lvl="6" indent="-292100">
              <a:lnSpc>
                <a:spcPct val="115000"/>
              </a:lnSpc>
              <a:spcBef>
                <a:spcPts val="0"/>
              </a:spcBef>
              <a:spcAft>
                <a:spcPts val="0"/>
              </a:spcAft>
              <a:buClr>
                <a:schemeClr val="lt1"/>
              </a:buClr>
              <a:buSzPts val="1000"/>
              <a:buFont typeface="Instrument Sans"/>
              <a:buChar char="●"/>
              <a:defRPr/>
            </a:lvl7pPr>
            <a:lvl8pPr marL="3657600" lvl="7" indent="-292100">
              <a:lnSpc>
                <a:spcPct val="115000"/>
              </a:lnSpc>
              <a:spcBef>
                <a:spcPts val="0"/>
              </a:spcBef>
              <a:spcAft>
                <a:spcPts val="0"/>
              </a:spcAft>
              <a:buClr>
                <a:schemeClr val="lt1"/>
              </a:buClr>
              <a:buSzPts val="1000"/>
              <a:buFont typeface="Instrument Sans"/>
              <a:buChar char="○"/>
              <a:defRPr/>
            </a:lvl8pPr>
            <a:lvl9pPr marL="4114800" lvl="8" indent="-292100">
              <a:lnSpc>
                <a:spcPct val="115000"/>
              </a:lnSpc>
              <a:spcBef>
                <a:spcPts val="0"/>
              </a:spcBef>
              <a:spcAft>
                <a:spcPts val="0"/>
              </a:spcAft>
              <a:buClr>
                <a:schemeClr val="lt1"/>
              </a:buClr>
              <a:buSzPts val="1000"/>
              <a:buFont typeface="Instrument Sans"/>
              <a:buChar char="■"/>
              <a:defRPr/>
            </a:lvl9pPr>
          </a:lstStyle>
          <a:p>
            <a:endParaRPr/>
          </a:p>
        </p:txBody>
      </p:sp>
      <p:sp>
        <p:nvSpPr>
          <p:cNvPr id="748" name="Google Shape;748;p74"/>
          <p:cNvSpPr txBox="1">
            <a:spLocks noGrp="1"/>
          </p:cNvSpPr>
          <p:nvPr>
            <p:ph type="title"/>
          </p:nvPr>
        </p:nvSpPr>
        <p:spPr>
          <a:xfrm>
            <a:off x="284700" y="474750"/>
            <a:ext cx="5673600" cy="4986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a:endParaRPr/>
          </a:p>
        </p:txBody>
      </p:sp>
      <p:sp>
        <p:nvSpPr>
          <p:cNvPr id="749" name="Google Shape;749;p74"/>
          <p:cNvSpPr txBox="1">
            <a:spLocks noGrp="1"/>
          </p:cNvSpPr>
          <p:nvPr>
            <p:ph type="subTitle" idx="8"/>
          </p:nvPr>
        </p:nvSpPr>
        <p:spPr>
          <a:xfrm>
            <a:off x="6084175" y="2787750"/>
            <a:ext cx="2772600" cy="192000"/>
          </a:xfrm>
          <a:prstGeom prst="rect">
            <a:avLst/>
          </a:prstGeom>
        </p:spPr>
        <p:txBody>
          <a:bodyPr spcFirstLastPara="1" wrap="square" lIns="182875" tIns="0" rIns="182875" bIns="0" anchor="t" anchorCtr="0">
            <a:noAutofit/>
          </a:bodyPr>
          <a:lstStyle>
            <a:lvl1pPr lvl="0">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1pPr>
            <a:lvl2pPr lvl="1">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Full image w/ left box">
  <p:cSld name="BLANK_1_1_1_1_1_1_1_1_1_1_1_1_1_1_1_1_1_1_1_1_2">
    <p:spTree>
      <p:nvGrpSpPr>
        <p:cNvPr id="1" name="Shape 750"/>
        <p:cNvGrpSpPr/>
        <p:nvPr/>
      </p:nvGrpSpPr>
      <p:grpSpPr>
        <a:xfrm>
          <a:off x="0" y="0"/>
          <a:ext cx="0" cy="0"/>
          <a:chOff x="0" y="0"/>
          <a:chExt cx="0" cy="0"/>
        </a:xfrm>
      </p:grpSpPr>
      <p:sp>
        <p:nvSpPr>
          <p:cNvPr id="751" name="Google Shape;751;p75"/>
          <p:cNvSpPr>
            <a:spLocks noGrp="1"/>
          </p:cNvSpPr>
          <p:nvPr>
            <p:ph type="pic" idx="2"/>
          </p:nvPr>
        </p:nvSpPr>
        <p:spPr>
          <a:xfrm>
            <a:off x="-10475" y="0"/>
            <a:ext cx="9167700" cy="5143500"/>
          </a:xfrm>
          <a:prstGeom prst="rect">
            <a:avLst/>
          </a:prstGeom>
          <a:noFill/>
          <a:ln>
            <a:noFill/>
          </a:ln>
        </p:spPr>
      </p:sp>
      <p:sp>
        <p:nvSpPr>
          <p:cNvPr id="752" name="Google Shape;752;p75"/>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53" name="Google Shape;753;p75"/>
          <p:cNvSpPr txBox="1">
            <a:spLocks noGrp="1"/>
          </p:cNvSpPr>
          <p:nvPr>
            <p:ph type="subTitle" idx="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54" name="Google Shape;754;p75"/>
          <p:cNvSpPr txBox="1">
            <a:spLocks noGrp="1"/>
          </p:cNvSpPr>
          <p:nvPr>
            <p:ph type="body" idx="4"/>
          </p:nvPr>
        </p:nvSpPr>
        <p:spPr>
          <a:xfrm>
            <a:off x="284800" y="3713250"/>
            <a:ext cx="4227300" cy="9552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755" name="Google Shape;755;p75"/>
          <p:cNvSpPr txBox="1">
            <a:spLocks noGrp="1"/>
          </p:cNvSpPr>
          <p:nvPr>
            <p:ph type="title"/>
          </p:nvPr>
        </p:nvSpPr>
        <p:spPr>
          <a:xfrm>
            <a:off x="284700" y="474750"/>
            <a:ext cx="4227300" cy="9654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a:endParaRPr/>
          </a:p>
        </p:txBody>
      </p:sp>
      <p:sp>
        <p:nvSpPr>
          <p:cNvPr id="756" name="Google Shape;756;p75"/>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Full image w/ right box ">
  <p:cSld name="BLANK_1_1_1_1_1_1_1_1_1_1_1_1_1_1_1_1_1_1_1_1_2_1">
    <p:spTree>
      <p:nvGrpSpPr>
        <p:cNvPr id="1" name="Shape 757"/>
        <p:cNvGrpSpPr/>
        <p:nvPr/>
      </p:nvGrpSpPr>
      <p:grpSpPr>
        <a:xfrm>
          <a:off x="0" y="0"/>
          <a:ext cx="0" cy="0"/>
          <a:chOff x="0" y="0"/>
          <a:chExt cx="0" cy="0"/>
        </a:xfrm>
      </p:grpSpPr>
      <p:sp>
        <p:nvSpPr>
          <p:cNvPr id="758" name="Google Shape;758;p76"/>
          <p:cNvSpPr>
            <a:spLocks noGrp="1"/>
          </p:cNvSpPr>
          <p:nvPr>
            <p:ph type="pic" idx="2"/>
          </p:nvPr>
        </p:nvSpPr>
        <p:spPr>
          <a:xfrm>
            <a:off x="-10475" y="0"/>
            <a:ext cx="9167700" cy="5143500"/>
          </a:xfrm>
          <a:prstGeom prst="rect">
            <a:avLst/>
          </a:prstGeom>
          <a:noFill/>
          <a:ln>
            <a:noFill/>
          </a:ln>
        </p:spPr>
      </p:sp>
      <p:sp>
        <p:nvSpPr>
          <p:cNvPr id="759" name="Google Shape;759;p76"/>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60" name="Google Shape;760;p76"/>
          <p:cNvSpPr txBox="1">
            <a:spLocks noGrp="1"/>
          </p:cNvSpPr>
          <p:nvPr>
            <p:ph type="subTitle" idx="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61" name="Google Shape;761;p76"/>
          <p:cNvSpPr txBox="1">
            <a:spLocks noGrp="1"/>
          </p:cNvSpPr>
          <p:nvPr>
            <p:ph type="body" idx="4"/>
          </p:nvPr>
        </p:nvSpPr>
        <p:spPr>
          <a:xfrm>
            <a:off x="5078626" y="3728550"/>
            <a:ext cx="3767400" cy="9417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762" name="Google Shape;762;p76"/>
          <p:cNvSpPr txBox="1">
            <a:spLocks noGrp="1"/>
          </p:cNvSpPr>
          <p:nvPr>
            <p:ph type="title"/>
          </p:nvPr>
        </p:nvSpPr>
        <p:spPr>
          <a:xfrm>
            <a:off x="284700" y="474750"/>
            <a:ext cx="4344900" cy="9654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a:endParaRPr/>
          </a:p>
        </p:txBody>
      </p:sp>
      <p:sp>
        <p:nvSpPr>
          <p:cNvPr id="763" name="Google Shape;763;p76"/>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ext/images and blocks">
  <p:cSld name="CUSTOM_7">
    <p:bg>
      <p:bgPr>
        <a:blipFill>
          <a:blip r:embed="rId2">
            <a:alphaModFix/>
          </a:blip>
          <a:stretch>
            <a:fillRect/>
          </a:stretch>
        </a:blipFill>
        <a:effectLst/>
      </p:bgPr>
    </p:bg>
    <p:spTree>
      <p:nvGrpSpPr>
        <p:cNvPr id="1" name="Shape 764"/>
        <p:cNvGrpSpPr/>
        <p:nvPr/>
      </p:nvGrpSpPr>
      <p:grpSpPr>
        <a:xfrm>
          <a:off x="0" y="0"/>
          <a:ext cx="0" cy="0"/>
          <a:chOff x="0" y="0"/>
          <a:chExt cx="0" cy="0"/>
        </a:xfrm>
      </p:grpSpPr>
      <p:sp>
        <p:nvSpPr>
          <p:cNvPr id="765" name="Google Shape;765;p77"/>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766" name="Google Shape;766;p77"/>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67" name="Google Shape;767;p77"/>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68" name="Google Shape;768;p77"/>
          <p:cNvSpPr txBox="1">
            <a:spLocks noGrp="1"/>
          </p:cNvSpPr>
          <p:nvPr>
            <p:ph type="body" idx="3"/>
          </p:nvPr>
        </p:nvSpPr>
        <p:spPr>
          <a:xfrm>
            <a:off x="284700" y="1862325"/>
            <a:ext cx="4219200" cy="5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769" name="Google Shape;769;p77"/>
          <p:cNvSpPr>
            <a:spLocks noGrp="1"/>
          </p:cNvSpPr>
          <p:nvPr>
            <p:ph type="pic" idx="4"/>
          </p:nvPr>
        </p:nvSpPr>
        <p:spPr>
          <a:xfrm>
            <a:off x="4623425" y="672675"/>
            <a:ext cx="4247100" cy="1839300"/>
          </a:xfrm>
          <a:prstGeom prst="roundRect">
            <a:avLst>
              <a:gd name="adj" fmla="val 14674"/>
            </a:avLst>
          </a:prstGeom>
          <a:noFill/>
          <a:ln>
            <a:noFill/>
          </a:ln>
        </p:spPr>
      </p:sp>
      <p:sp>
        <p:nvSpPr>
          <p:cNvPr id="770" name="Google Shape;770;p77"/>
          <p:cNvSpPr>
            <a:spLocks noGrp="1"/>
          </p:cNvSpPr>
          <p:nvPr>
            <p:ph type="pic" idx="5"/>
          </p:nvPr>
        </p:nvSpPr>
        <p:spPr>
          <a:xfrm>
            <a:off x="4623425" y="2629425"/>
            <a:ext cx="4227600" cy="1074000"/>
          </a:xfrm>
          <a:prstGeom prst="roundRect">
            <a:avLst>
              <a:gd name="adj" fmla="val 50000"/>
            </a:avLst>
          </a:prstGeom>
          <a:noFill/>
          <a:ln>
            <a:noFill/>
          </a:ln>
        </p:spPr>
      </p:sp>
      <p:sp>
        <p:nvSpPr>
          <p:cNvPr id="771" name="Google Shape;771;p77"/>
          <p:cNvSpPr txBox="1">
            <a:spLocks noGrp="1"/>
          </p:cNvSpPr>
          <p:nvPr>
            <p:ph type="body" idx="6"/>
          </p:nvPr>
        </p:nvSpPr>
        <p:spPr>
          <a:xfrm>
            <a:off x="4627625" y="4055988"/>
            <a:ext cx="4219200" cy="612600"/>
          </a:xfrm>
          <a:prstGeom prst="rect">
            <a:avLst/>
          </a:prstGeom>
        </p:spPr>
        <p:txBody>
          <a:bodyPr spcFirstLastPara="1" wrap="square" lIns="0" tIns="91425" rIns="91425" bIns="91425" anchor="t" anchorCtr="0">
            <a:noAutofit/>
          </a:bodyPr>
          <a:lstStyle>
            <a:lvl1pPr marL="457200" lvl="0" indent="-292100">
              <a:spcBef>
                <a:spcPts val="0"/>
              </a:spcBef>
              <a:spcAft>
                <a:spcPts val="0"/>
              </a:spcAft>
              <a:buSzPts val="1000"/>
              <a:buFont typeface="Instrument Sans"/>
              <a:buChar char="●"/>
              <a:defRPr/>
            </a:lvl1pPr>
            <a:lvl2pPr marL="914400" lvl="1" indent="-292100">
              <a:spcBef>
                <a:spcPts val="800"/>
              </a:spcBef>
              <a:spcAft>
                <a:spcPts val="0"/>
              </a:spcAft>
              <a:buSzPts val="1000"/>
              <a:buFont typeface="Instrument Sans"/>
              <a:buChar char="○"/>
              <a:defRPr/>
            </a:lvl2pPr>
            <a:lvl3pPr marL="1371600" lvl="2" indent="-292100">
              <a:spcBef>
                <a:spcPts val="800"/>
              </a:spcBef>
              <a:spcAft>
                <a:spcPts val="0"/>
              </a:spcAft>
              <a:buSzPts val="1000"/>
              <a:buFont typeface="Instrument Sans"/>
              <a:buChar char="■"/>
              <a:defRPr/>
            </a:lvl3pPr>
            <a:lvl4pPr marL="1828800" lvl="3" indent="-292100">
              <a:spcBef>
                <a:spcPts val="800"/>
              </a:spcBef>
              <a:spcAft>
                <a:spcPts val="0"/>
              </a:spcAft>
              <a:buSzPts val="1000"/>
              <a:buFont typeface="Instrument Sans"/>
              <a:buChar char="●"/>
              <a:defRPr/>
            </a:lvl4pPr>
            <a:lvl5pPr marL="2286000" lvl="4" indent="-292100">
              <a:spcBef>
                <a:spcPts val="800"/>
              </a:spcBef>
              <a:spcAft>
                <a:spcPts val="0"/>
              </a:spcAft>
              <a:buSzPts val="1000"/>
              <a:buFont typeface="Instrument Sans"/>
              <a:buChar char="○"/>
              <a:defRPr/>
            </a:lvl5pPr>
            <a:lvl6pPr marL="2743200" lvl="5" indent="-292100">
              <a:spcBef>
                <a:spcPts val="800"/>
              </a:spcBef>
              <a:spcAft>
                <a:spcPts val="0"/>
              </a:spcAft>
              <a:buSzPts val="1000"/>
              <a:buFont typeface="Instrument Sans"/>
              <a:buChar char="■"/>
              <a:defRPr/>
            </a:lvl6pPr>
            <a:lvl7pPr marL="3200400" lvl="6" indent="-292100">
              <a:spcBef>
                <a:spcPts val="800"/>
              </a:spcBef>
              <a:spcAft>
                <a:spcPts val="0"/>
              </a:spcAft>
              <a:buSzPts val="1000"/>
              <a:buFont typeface="Instrument Sans"/>
              <a:buChar char="●"/>
              <a:defRPr/>
            </a:lvl7pPr>
            <a:lvl8pPr marL="3657600" lvl="7" indent="-292100">
              <a:spcBef>
                <a:spcPts val="800"/>
              </a:spcBef>
              <a:spcAft>
                <a:spcPts val="0"/>
              </a:spcAft>
              <a:buSzPts val="1000"/>
              <a:buFont typeface="Instrument Sans"/>
              <a:buChar char="○"/>
              <a:defRPr/>
            </a:lvl8pPr>
            <a:lvl9pPr marL="4114800" lvl="8" indent="-292100">
              <a:spcBef>
                <a:spcPts val="800"/>
              </a:spcBef>
              <a:spcAft>
                <a:spcPts val="800"/>
              </a:spcAft>
              <a:buSzPts val="1000"/>
              <a:buFont typeface="Instrument Sans"/>
              <a:buChar char="■"/>
              <a:defRPr/>
            </a:lvl9pPr>
          </a:lstStyle>
          <a:p>
            <a:endParaRPr/>
          </a:p>
        </p:txBody>
      </p:sp>
      <p:sp>
        <p:nvSpPr>
          <p:cNvPr id="772" name="Google Shape;772;p77"/>
          <p:cNvSpPr txBox="1">
            <a:spLocks noGrp="1"/>
          </p:cNvSpPr>
          <p:nvPr>
            <p:ph type="body" idx="7"/>
          </p:nvPr>
        </p:nvSpPr>
        <p:spPr>
          <a:xfrm>
            <a:off x="2450475" y="3154450"/>
            <a:ext cx="2055000" cy="546000"/>
          </a:xfrm>
          <a:prstGeom prst="rect">
            <a:avLst/>
          </a:prstGeom>
        </p:spPr>
        <p:txBody>
          <a:bodyPr spcFirstLastPara="1" wrap="square" lIns="182875" tIns="0" rIns="182875" bIns="182875"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773" name="Google Shape;773;p77"/>
          <p:cNvSpPr txBox="1">
            <a:spLocks noGrp="1"/>
          </p:cNvSpPr>
          <p:nvPr>
            <p:ph type="body" idx="8"/>
          </p:nvPr>
        </p:nvSpPr>
        <p:spPr>
          <a:xfrm>
            <a:off x="284700" y="3154450"/>
            <a:ext cx="2051400" cy="549000"/>
          </a:xfrm>
          <a:prstGeom prst="rect">
            <a:avLst/>
          </a:prstGeom>
        </p:spPr>
        <p:txBody>
          <a:bodyPr spcFirstLastPara="1" wrap="square" lIns="182875" tIns="0" rIns="182875" bIns="182875" anchor="t" anchorCtr="0">
            <a:noAutofit/>
          </a:bodyPr>
          <a:lstStyle>
            <a:lvl1pPr marL="457200" lvl="0" indent="-292100">
              <a:spcBef>
                <a:spcPts val="0"/>
              </a:spcBef>
              <a:spcAft>
                <a:spcPts val="0"/>
              </a:spcAft>
              <a:buClr>
                <a:schemeClr val="lt1"/>
              </a:buClr>
              <a:buSzPts val="1000"/>
              <a:buFont typeface="Instrument Sans"/>
              <a:buChar char="●"/>
              <a:defRPr/>
            </a:lvl1pPr>
            <a:lvl2pPr marL="914400" lvl="1" indent="-292100">
              <a:spcBef>
                <a:spcPts val="0"/>
              </a:spcBef>
              <a:spcAft>
                <a:spcPts val="0"/>
              </a:spcAft>
              <a:buClr>
                <a:schemeClr val="lt1"/>
              </a:buClr>
              <a:buSzPts val="1000"/>
              <a:buFont typeface="Instrument Sans"/>
              <a:buChar char="○"/>
              <a:defRPr/>
            </a:lvl2pPr>
            <a:lvl3pPr marL="1371600" lvl="2" indent="-292100">
              <a:spcBef>
                <a:spcPts val="0"/>
              </a:spcBef>
              <a:spcAft>
                <a:spcPts val="0"/>
              </a:spcAft>
              <a:buClr>
                <a:schemeClr val="lt1"/>
              </a:buClr>
              <a:buSzPts val="1000"/>
              <a:buFont typeface="Instrument Sans"/>
              <a:buChar char="■"/>
              <a:defRPr/>
            </a:lvl3pPr>
            <a:lvl4pPr marL="1828800" lvl="3" indent="-292100">
              <a:spcBef>
                <a:spcPts val="0"/>
              </a:spcBef>
              <a:spcAft>
                <a:spcPts val="0"/>
              </a:spcAft>
              <a:buClr>
                <a:schemeClr val="lt1"/>
              </a:buClr>
              <a:buSzPts val="1000"/>
              <a:buFont typeface="Instrument Sans"/>
              <a:buChar char="●"/>
              <a:defRPr/>
            </a:lvl4pPr>
            <a:lvl5pPr marL="2286000" lvl="4" indent="-292100">
              <a:spcBef>
                <a:spcPts val="0"/>
              </a:spcBef>
              <a:spcAft>
                <a:spcPts val="0"/>
              </a:spcAft>
              <a:buClr>
                <a:schemeClr val="lt1"/>
              </a:buClr>
              <a:buSzPts val="1000"/>
              <a:buFont typeface="Instrument Sans"/>
              <a:buChar char="○"/>
              <a:defRPr/>
            </a:lvl5pPr>
            <a:lvl6pPr marL="2743200" lvl="5" indent="-292100">
              <a:spcBef>
                <a:spcPts val="0"/>
              </a:spcBef>
              <a:spcAft>
                <a:spcPts val="0"/>
              </a:spcAft>
              <a:buClr>
                <a:schemeClr val="lt1"/>
              </a:buClr>
              <a:buSzPts val="1000"/>
              <a:buFont typeface="Instrument Sans"/>
              <a:buChar char="■"/>
              <a:defRPr/>
            </a:lvl6pPr>
            <a:lvl7pPr marL="3200400" lvl="6" indent="-292100">
              <a:spcBef>
                <a:spcPts val="0"/>
              </a:spcBef>
              <a:spcAft>
                <a:spcPts val="0"/>
              </a:spcAft>
              <a:buClr>
                <a:schemeClr val="lt1"/>
              </a:buClr>
              <a:buSzPts val="1000"/>
              <a:buFont typeface="Instrument Sans"/>
              <a:buChar char="●"/>
              <a:defRPr/>
            </a:lvl7pPr>
            <a:lvl8pPr marL="3657600" lvl="7" indent="-292100">
              <a:spcBef>
                <a:spcPts val="0"/>
              </a:spcBef>
              <a:spcAft>
                <a:spcPts val="0"/>
              </a:spcAft>
              <a:buClr>
                <a:schemeClr val="lt1"/>
              </a:buClr>
              <a:buSzPts val="1000"/>
              <a:buFont typeface="Instrument Sans"/>
              <a:buChar char="○"/>
              <a:defRPr/>
            </a:lvl8pPr>
            <a:lvl9pPr marL="4114800" lvl="8" indent="-292100">
              <a:spcBef>
                <a:spcPts val="0"/>
              </a:spcBef>
              <a:spcAft>
                <a:spcPts val="0"/>
              </a:spcAft>
              <a:buClr>
                <a:schemeClr val="lt1"/>
              </a:buClr>
              <a:buSzPts val="1000"/>
              <a:buFont typeface="Instrument Sans"/>
              <a:buChar char="■"/>
              <a:defRPr/>
            </a:lvl9pPr>
          </a:lstStyle>
          <a:p>
            <a:endParaRPr/>
          </a:p>
        </p:txBody>
      </p:sp>
      <p:sp>
        <p:nvSpPr>
          <p:cNvPr id="774" name="Google Shape;774;p77"/>
          <p:cNvSpPr txBox="1">
            <a:spLocks noGrp="1"/>
          </p:cNvSpPr>
          <p:nvPr>
            <p:ph type="title"/>
          </p:nvPr>
        </p:nvSpPr>
        <p:spPr>
          <a:xfrm>
            <a:off x="284700" y="672675"/>
            <a:ext cx="4219200" cy="7674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a:endParaRPr/>
          </a:p>
        </p:txBody>
      </p:sp>
      <p:sp>
        <p:nvSpPr>
          <p:cNvPr id="775" name="Google Shape;775;p77"/>
          <p:cNvSpPr txBox="1">
            <a:spLocks noGrp="1"/>
          </p:cNvSpPr>
          <p:nvPr>
            <p:ph type="subTitle" idx="9"/>
          </p:nvPr>
        </p:nvSpPr>
        <p:spPr>
          <a:xfrm>
            <a:off x="284700" y="2630400"/>
            <a:ext cx="2051400" cy="498900"/>
          </a:xfrm>
          <a:prstGeom prst="rect">
            <a:avLst/>
          </a:prstGeom>
        </p:spPr>
        <p:txBody>
          <a:bodyPr spcFirstLastPara="1" wrap="square" lIns="182875" tIns="182875" rIns="182875" bIns="0" anchor="t" anchorCtr="0">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a:endParaRPr/>
          </a:p>
        </p:txBody>
      </p:sp>
      <p:sp>
        <p:nvSpPr>
          <p:cNvPr id="776" name="Google Shape;776;p77"/>
          <p:cNvSpPr txBox="1">
            <a:spLocks noGrp="1"/>
          </p:cNvSpPr>
          <p:nvPr>
            <p:ph type="subTitle" idx="13"/>
          </p:nvPr>
        </p:nvSpPr>
        <p:spPr>
          <a:xfrm>
            <a:off x="2454069" y="2630400"/>
            <a:ext cx="2051400" cy="498900"/>
          </a:xfrm>
          <a:prstGeom prst="rect">
            <a:avLst/>
          </a:prstGeom>
        </p:spPr>
        <p:txBody>
          <a:bodyPr spcFirstLastPara="1" wrap="square" lIns="182875" tIns="182875" rIns="182875" bIns="0" anchor="t" anchorCtr="0">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Project details">
  <p:cSld name="CUSTOM_8">
    <p:spTree>
      <p:nvGrpSpPr>
        <p:cNvPr id="1" name="Shape 777"/>
        <p:cNvGrpSpPr/>
        <p:nvPr/>
      </p:nvGrpSpPr>
      <p:grpSpPr>
        <a:xfrm>
          <a:off x="0" y="0"/>
          <a:ext cx="0" cy="0"/>
          <a:chOff x="0" y="0"/>
          <a:chExt cx="0" cy="0"/>
        </a:xfrm>
      </p:grpSpPr>
      <p:sp>
        <p:nvSpPr>
          <p:cNvPr id="778" name="Google Shape;778;p78"/>
          <p:cNvSpPr/>
          <p:nvPr/>
        </p:nvSpPr>
        <p:spPr>
          <a:xfrm>
            <a:off x="288400" y="474900"/>
            <a:ext cx="8568300" cy="4193700"/>
          </a:xfrm>
          <a:prstGeom prst="roundRect">
            <a:avLst>
              <a:gd name="adj" fmla="val 552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779" name="Google Shape;779;p78"/>
          <p:cNvSpPr txBox="1">
            <a:spLocks noGrp="1"/>
          </p:cNvSpPr>
          <p:nvPr>
            <p:ph type="body" idx="1"/>
          </p:nvPr>
        </p:nvSpPr>
        <p:spPr>
          <a:xfrm>
            <a:off x="617750" y="775450"/>
            <a:ext cx="728100" cy="302100"/>
          </a:xfrm>
          <a:prstGeom prst="rect">
            <a:avLst/>
          </a:prstGeom>
        </p:spPr>
        <p:txBody>
          <a:bodyPr spcFirstLastPara="1" wrap="square" lIns="0" tIns="0" rIns="0" bIns="0" anchor="t" anchorCtr="0">
            <a:noAutofit/>
          </a:bodyPr>
          <a:lstStyle>
            <a:lvl1pPr marL="457200" lvl="0" indent="-228600">
              <a:spcBef>
                <a:spcPts val="0"/>
              </a:spcBef>
              <a:spcAft>
                <a:spcPts val="0"/>
              </a:spcAft>
              <a:buNone/>
              <a:defRPr/>
            </a:lvl1pPr>
            <a:lvl2pPr marL="914400" lvl="1" indent="-228600">
              <a:spcBef>
                <a:spcPts val="0"/>
              </a:spcBef>
              <a:spcAft>
                <a:spcPts val="0"/>
              </a:spcAft>
              <a:buNone/>
              <a:defRPr/>
            </a:lvl2pPr>
            <a:lvl3pPr marL="1371600" lvl="2" indent="-228600">
              <a:spcBef>
                <a:spcPts val="0"/>
              </a:spcBef>
              <a:spcAft>
                <a:spcPts val="0"/>
              </a:spcAft>
              <a:buNone/>
              <a:defRPr/>
            </a:lvl3pPr>
            <a:lvl4pPr marL="1828800" lvl="3" indent="-228600">
              <a:spcBef>
                <a:spcPts val="0"/>
              </a:spcBef>
              <a:spcAft>
                <a:spcPts val="0"/>
              </a:spcAft>
              <a:buNone/>
              <a:defRPr/>
            </a:lvl4pPr>
            <a:lvl5pPr marL="2286000" lvl="4" indent="-228600">
              <a:spcBef>
                <a:spcPts val="0"/>
              </a:spcBef>
              <a:spcAft>
                <a:spcPts val="0"/>
              </a:spcAft>
              <a:buNone/>
              <a:defRPr/>
            </a:lvl5pPr>
            <a:lvl6pPr marL="2743200" lvl="5" indent="-228600">
              <a:spcBef>
                <a:spcPts val="0"/>
              </a:spcBef>
              <a:spcAft>
                <a:spcPts val="0"/>
              </a:spcAft>
              <a:buNone/>
              <a:defRPr/>
            </a:lvl6pPr>
            <a:lvl7pPr marL="3200400" lvl="6" indent="-228600">
              <a:spcBef>
                <a:spcPts val="0"/>
              </a:spcBef>
              <a:spcAft>
                <a:spcPts val="0"/>
              </a:spcAft>
              <a:buNone/>
              <a:defRPr/>
            </a:lvl7pPr>
            <a:lvl8pPr marL="3657600" lvl="7" indent="-228600">
              <a:spcBef>
                <a:spcPts val="0"/>
              </a:spcBef>
              <a:spcAft>
                <a:spcPts val="0"/>
              </a:spcAft>
              <a:buNone/>
              <a:defRPr/>
            </a:lvl8pPr>
            <a:lvl9pPr marL="4114800" lvl="8" indent="-228600">
              <a:spcBef>
                <a:spcPts val="0"/>
              </a:spcBef>
              <a:spcAft>
                <a:spcPts val="0"/>
              </a:spcAft>
              <a:buNone/>
              <a:defRPr/>
            </a:lvl9pPr>
          </a:lstStyle>
          <a:p>
            <a:endParaRPr/>
          </a:p>
        </p:txBody>
      </p:sp>
      <p:sp>
        <p:nvSpPr>
          <p:cNvPr id="780" name="Google Shape;780;p78"/>
          <p:cNvSpPr txBox="1">
            <a:spLocks noGrp="1"/>
          </p:cNvSpPr>
          <p:nvPr>
            <p:ph type="body" idx="2"/>
          </p:nvPr>
        </p:nvSpPr>
        <p:spPr>
          <a:xfrm>
            <a:off x="617750" y="2630400"/>
            <a:ext cx="3889500" cy="1809600"/>
          </a:xfrm>
          <a:prstGeom prst="rect">
            <a:avLst/>
          </a:prstGeom>
        </p:spPr>
        <p:txBody>
          <a:bodyPr spcFirstLastPara="1" wrap="square" lIns="0" tIns="0" rIns="0" bIns="0" anchor="b" anchorCtr="0">
            <a:noAutofit/>
          </a:bodyPr>
          <a:lstStyle>
            <a:lvl1pPr marL="457200" lvl="0" indent="-228600">
              <a:spcBef>
                <a:spcPts val="0"/>
              </a:spcBef>
              <a:spcAft>
                <a:spcPts val="0"/>
              </a:spcAft>
              <a:buNone/>
              <a:defRPr/>
            </a:lvl1pPr>
            <a:lvl2pPr marL="914400" lvl="1" indent="-228600">
              <a:spcBef>
                <a:spcPts val="0"/>
              </a:spcBef>
              <a:spcAft>
                <a:spcPts val="0"/>
              </a:spcAft>
              <a:buNone/>
              <a:defRPr/>
            </a:lvl2pPr>
            <a:lvl3pPr marL="1371600" lvl="2" indent="-228600">
              <a:spcBef>
                <a:spcPts val="0"/>
              </a:spcBef>
              <a:spcAft>
                <a:spcPts val="0"/>
              </a:spcAft>
              <a:buNone/>
              <a:defRPr/>
            </a:lvl3pPr>
            <a:lvl4pPr marL="1828800" lvl="3" indent="-228600">
              <a:spcBef>
                <a:spcPts val="0"/>
              </a:spcBef>
              <a:spcAft>
                <a:spcPts val="0"/>
              </a:spcAft>
              <a:buNone/>
              <a:defRPr/>
            </a:lvl4pPr>
            <a:lvl5pPr marL="2286000" lvl="4" indent="-228600">
              <a:spcBef>
                <a:spcPts val="0"/>
              </a:spcBef>
              <a:spcAft>
                <a:spcPts val="0"/>
              </a:spcAft>
              <a:buNone/>
              <a:defRPr/>
            </a:lvl5pPr>
            <a:lvl6pPr marL="2743200" lvl="5" indent="-228600">
              <a:spcBef>
                <a:spcPts val="0"/>
              </a:spcBef>
              <a:spcAft>
                <a:spcPts val="0"/>
              </a:spcAft>
              <a:buNone/>
              <a:defRPr/>
            </a:lvl6pPr>
            <a:lvl7pPr marL="3200400" lvl="6" indent="-228600">
              <a:spcBef>
                <a:spcPts val="0"/>
              </a:spcBef>
              <a:spcAft>
                <a:spcPts val="0"/>
              </a:spcAft>
              <a:buNone/>
              <a:defRPr/>
            </a:lvl7pPr>
            <a:lvl8pPr marL="3657600" lvl="7" indent="-228600">
              <a:spcBef>
                <a:spcPts val="0"/>
              </a:spcBef>
              <a:spcAft>
                <a:spcPts val="0"/>
              </a:spcAft>
              <a:buNone/>
              <a:defRPr/>
            </a:lvl8pPr>
            <a:lvl9pPr marL="4114800" lvl="8" indent="-228600">
              <a:spcBef>
                <a:spcPts val="0"/>
              </a:spcBef>
              <a:spcAft>
                <a:spcPts val="0"/>
              </a:spcAft>
              <a:buNone/>
              <a:defRPr/>
            </a:lvl9pPr>
          </a:lstStyle>
          <a:p>
            <a:endParaRPr/>
          </a:p>
        </p:txBody>
      </p:sp>
      <p:sp>
        <p:nvSpPr>
          <p:cNvPr id="781" name="Google Shape;781;p78"/>
          <p:cNvSpPr>
            <a:spLocks noGrp="1"/>
          </p:cNvSpPr>
          <p:nvPr>
            <p:ph type="pic" idx="3"/>
          </p:nvPr>
        </p:nvSpPr>
        <p:spPr>
          <a:xfrm>
            <a:off x="6806700" y="1335775"/>
            <a:ext cx="1821600" cy="2563500"/>
          </a:xfrm>
          <a:prstGeom prst="roundRect">
            <a:avLst>
              <a:gd name="adj" fmla="val 13098"/>
            </a:avLst>
          </a:prstGeom>
          <a:noFill/>
          <a:ln>
            <a:noFill/>
          </a:ln>
        </p:spPr>
      </p:sp>
      <p:sp>
        <p:nvSpPr>
          <p:cNvPr id="782" name="Google Shape;782;p78"/>
          <p:cNvSpPr txBox="1">
            <a:spLocks noGrp="1"/>
          </p:cNvSpPr>
          <p:nvPr>
            <p:ph type="title"/>
          </p:nvPr>
        </p:nvSpPr>
        <p:spPr>
          <a:xfrm>
            <a:off x="622700" y="1323975"/>
            <a:ext cx="3889500" cy="9654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a:endParaRPr/>
          </a:p>
        </p:txBody>
      </p:sp>
      <p:sp>
        <p:nvSpPr>
          <p:cNvPr id="783" name="Google Shape;783;p78"/>
          <p:cNvSpPr txBox="1">
            <a:spLocks noGrp="1"/>
          </p:cNvSpPr>
          <p:nvPr>
            <p:ph type="subTitle" idx="4"/>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84" name="Google Shape;784;p78"/>
          <p:cNvSpPr txBox="1">
            <a:spLocks noGrp="1"/>
          </p:cNvSpPr>
          <p:nvPr>
            <p:ph type="subTitle" idx="5"/>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85" name="Google Shape;785;p78"/>
          <p:cNvSpPr txBox="1">
            <a:spLocks noGrp="1"/>
          </p:cNvSpPr>
          <p:nvPr>
            <p:ph type="body" idx="6"/>
          </p:nvPr>
        </p:nvSpPr>
        <p:spPr>
          <a:xfrm>
            <a:off x="4629475" y="2513100"/>
            <a:ext cx="2055000" cy="1926600"/>
          </a:xfrm>
          <a:prstGeom prst="rect">
            <a:avLst/>
          </a:prstGeom>
        </p:spPr>
        <p:txBody>
          <a:bodyPr spcFirstLastPara="1" wrap="square" lIns="91425" tIns="91425" rIns="91425" bIns="91425" anchor="b" anchorCtr="0">
            <a:noAutofit/>
          </a:bodyPr>
          <a:lstStyle>
            <a:lvl1pPr marL="457200" lvl="0" indent="-228600">
              <a:lnSpc>
                <a:spcPct val="115000"/>
              </a:lnSpc>
              <a:spcBef>
                <a:spcPts val="0"/>
              </a:spcBef>
              <a:spcAft>
                <a:spcPts val="0"/>
              </a:spcAft>
              <a:buSzPts val="1000"/>
              <a:buNone/>
              <a:defRPr/>
            </a:lvl1pPr>
            <a:lvl2pPr marL="914400" lvl="1" indent="-228600">
              <a:lnSpc>
                <a:spcPct val="115000"/>
              </a:lnSpc>
              <a:spcBef>
                <a:spcPts val="0"/>
              </a:spcBef>
              <a:spcAft>
                <a:spcPts val="0"/>
              </a:spcAft>
              <a:buSzPts val="1000"/>
              <a:buNone/>
              <a:defRPr/>
            </a:lvl2pPr>
            <a:lvl3pPr marL="1371600" lvl="2" indent="-228600">
              <a:lnSpc>
                <a:spcPct val="115000"/>
              </a:lnSpc>
              <a:spcBef>
                <a:spcPts val="0"/>
              </a:spcBef>
              <a:spcAft>
                <a:spcPts val="0"/>
              </a:spcAft>
              <a:buSzPts val="1000"/>
              <a:buNone/>
              <a:defRPr/>
            </a:lvl3pPr>
            <a:lvl4pPr marL="1828800" lvl="3" indent="-228600">
              <a:lnSpc>
                <a:spcPct val="115000"/>
              </a:lnSpc>
              <a:spcBef>
                <a:spcPts val="0"/>
              </a:spcBef>
              <a:spcAft>
                <a:spcPts val="0"/>
              </a:spcAft>
              <a:buSzPts val="1000"/>
              <a:buNone/>
              <a:defRPr/>
            </a:lvl4pPr>
            <a:lvl5pPr marL="2286000" lvl="4" indent="-228600">
              <a:lnSpc>
                <a:spcPct val="115000"/>
              </a:lnSpc>
              <a:spcBef>
                <a:spcPts val="0"/>
              </a:spcBef>
              <a:spcAft>
                <a:spcPts val="0"/>
              </a:spcAft>
              <a:buSzPts val="1000"/>
              <a:buNone/>
              <a:defRPr/>
            </a:lvl5pPr>
            <a:lvl6pPr marL="2743200" lvl="5" indent="-228600">
              <a:lnSpc>
                <a:spcPct val="115000"/>
              </a:lnSpc>
              <a:spcBef>
                <a:spcPts val="0"/>
              </a:spcBef>
              <a:spcAft>
                <a:spcPts val="0"/>
              </a:spcAft>
              <a:buSzPts val="1000"/>
              <a:buNone/>
              <a:defRPr/>
            </a:lvl6pPr>
            <a:lvl7pPr marL="3200400" lvl="6" indent="-228600">
              <a:lnSpc>
                <a:spcPct val="115000"/>
              </a:lnSpc>
              <a:spcBef>
                <a:spcPts val="0"/>
              </a:spcBef>
              <a:spcAft>
                <a:spcPts val="0"/>
              </a:spcAft>
              <a:buSzPts val="1000"/>
              <a:buNone/>
              <a:defRPr/>
            </a:lvl7pPr>
            <a:lvl8pPr marL="3657600" lvl="7" indent="-228600">
              <a:lnSpc>
                <a:spcPct val="115000"/>
              </a:lnSpc>
              <a:spcBef>
                <a:spcPts val="0"/>
              </a:spcBef>
              <a:spcAft>
                <a:spcPts val="0"/>
              </a:spcAft>
              <a:buSzPts val="1000"/>
              <a:buNone/>
              <a:defRPr/>
            </a:lvl8pPr>
            <a:lvl9pPr marL="4114800" lvl="8" indent="-228600">
              <a:lnSpc>
                <a:spcPct val="115000"/>
              </a:lnSpc>
              <a:spcBef>
                <a:spcPts val="0"/>
              </a:spcBef>
              <a:spcAft>
                <a:spcPts val="0"/>
              </a:spcAft>
              <a:buSzPts val="1000"/>
              <a:buNone/>
              <a:defRPr/>
            </a:lvl9pPr>
          </a:lstStyle>
          <a:p>
            <a:endParaRPr/>
          </a:p>
        </p:txBody>
      </p:sp>
      <p:sp>
        <p:nvSpPr>
          <p:cNvPr id="786" name="Google Shape;786;p78"/>
          <p:cNvSpPr txBox="1">
            <a:spLocks noGrp="1"/>
          </p:cNvSpPr>
          <p:nvPr>
            <p:ph type="subTitle" idx="7"/>
          </p:nvPr>
        </p:nvSpPr>
        <p:spPr>
          <a:xfrm>
            <a:off x="4783900" y="1539225"/>
            <a:ext cx="1821600" cy="568500"/>
          </a:xfrm>
          <a:prstGeom prst="rect">
            <a:avLst/>
          </a:prstGeom>
        </p:spPr>
        <p:txBody>
          <a:bodyPr spcFirstLastPara="1" wrap="square" lIns="91425" tIns="91425" rIns="91425" bIns="91425" anchor="t" anchorCtr="0">
            <a:noAutofit/>
          </a:bodyPr>
          <a:lstStyle>
            <a:lvl1pPr lvl="0">
              <a:spcBef>
                <a:spcPts val="0"/>
              </a:spcBef>
              <a:spcAft>
                <a:spcPts val="0"/>
              </a:spcAft>
              <a:buNone/>
              <a:defRPr sz="1200" b="1"/>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787" name="Google Shape;787;p78"/>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Project details 2">
  <p:cSld name="CUSTOM_8_1">
    <p:spTree>
      <p:nvGrpSpPr>
        <p:cNvPr id="1" name="Shape 788"/>
        <p:cNvGrpSpPr/>
        <p:nvPr/>
      </p:nvGrpSpPr>
      <p:grpSpPr>
        <a:xfrm>
          <a:off x="0" y="0"/>
          <a:ext cx="0" cy="0"/>
          <a:chOff x="0" y="0"/>
          <a:chExt cx="0" cy="0"/>
        </a:xfrm>
      </p:grpSpPr>
      <p:sp>
        <p:nvSpPr>
          <p:cNvPr id="789" name="Google Shape;789;p79"/>
          <p:cNvSpPr/>
          <p:nvPr/>
        </p:nvSpPr>
        <p:spPr>
          <a:xfrm>
            <a:off x="288400" y="474900"/>
            <a:ext cx="8568300" cy="4193700"/>
          </a:xfrm>
          <a:prstGeom prst="roundRect">
            <a:avLst>
              <a:gd name="adj" fmla="val 552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790" name="Google Shape;790;p79"/>
          <p:cNvSpPr txBox="1">
            <a:spLocks noGrp="1"/>
          </p:cNvSpPr>
          <p:nvPr>
            <p:ph type="body" idx="1"/>
          </p:nvPr>
        </p:nvSpPr>
        <p:spPr>
          <a:xfrm>
            <a:off x="617750" y="775450"/>
            <a:ext cx="728100" cy="302100"/>
          </a:xfrm>
          <a:prstGeom prst="rect">
            <a:avLst/>
          </a:prstGeom>
        </p:spPr>
        <p:txBody>
          <a:bodyPr spcFirstLastPara="1" wrap="square" lIns="0" tIns="0" rIns="0" bIns="0" anchor="t" anchorCtr="0">
            <a:noAutofit/>
          </a:bodyPr>
          <a:lstStyle>
            <a:lvl1pPr marL="457200" lvl="0" indent="-228600">
              <a:spcBef>
                <a:spcPts val="0"/>
              </a:spcBef>
              <a:spcAft>
                <a:spcPts val="0"/>
              </a:spcAft>
              <a:buNone/>
              <a:defRPr/>
            </a:lvl1pPr>
            <a:lvl2pPr marL="914400" lvl="1" indent="-228600">
              <a:spcBef>
                <a:spcPts val="0"/>
              </a:spcBef>
              <a:spcAft>
                <a:spcPts val="0"/>
              </a:spcAft>
              <a:buNone/>
              <a:defRPr/>
            </a:lvl2pPr>
            <a:lvl3pPr marL="1371600" lvl="2" indent="-228600">
              <a:spcBef>
                <a:spcPts val="0"/>
              </a:spcBef>
              <a:spcAft>
                <a:spcPts val="0"/>
              </a:spcAft>
              <a:buNone/>
              <a:defRPr/>
            </a:lvl3pPr>
            <a:lvl4pPr marL="1828800" lvl="3" indent="-228600">
              <a:spcBef>
                <a:spcPts val="0"/>
              </a:spcBef>
              <a:spcAft>
                <a:spcPts val="0"/>
              </a:spcAft>
              <a:buNone/>
              <a:defRPr/>
            </a:lvl4pPr>
            <a:lvl5pPr marL="2286000" lvl="4" indent="-228600">
              <a:spcBef>
                <a:spcPts val="0"/>
              </a:spcBef>
              <a:spcAft>
                <a:spcPts val="0"/>
              </a:spcAft>
              <a:buNone/>
              <a:defRPr/>
            </a:lvl5pPr>
            <a:lvl6pPr marL="2743200" lvl="5" indent="-228600">
              <a:spcBef>
                <a:spcPts val="0"/>
              </a:spcBef>
              <a:spcAft>
                <a:spcPts val="0"/>
              </a:spcAft>
              <a:buNone/>
              <a:defRPr/>
            </a:lvl6pPr>
            <a:lvl7pPr marL="3200400" lvl="6" indent="-228600">
              <a:spcBef>
                <a:spcPts val="0"/>
              </a:spcBef>
              <a:spcAft>
                <a:spcPts val="0"/>
              </a:spcAft>
              <a:buNone/>
              <a:defRPr/>
            </a:lvl7pPr>
            <a:lvl8pPr marL="3657600" lvl="7" indent="-228600">
              <a:spcBef>
                <a:spcPts val="0"/>
              </a:spcBef>
              <a:spcAft>
                <a:spcPts val="0"/>
              </a:spcAft>
              <a:buNone/>
              <a:defRPr/>
            </a:lvl8pPr>
            <a:lvl9pPr marL="4114800" lvl="8" indent="-228600">
              <a:spcBef>
                <a:spcPts val="0"/>
              </a:spcBef>
              <a:spcAft>
                <a:spcPts val="0"/>
              </a:spcAft>
              <a:buNone/>
              <a:defRPr/>
            </a:lvl9pPr>
          </a:lstStyle>
          <a:p>
            <a:endParaRPr/>
          </a:p>
        </p:txBody>
      </p:sp>
      <p:sp>
        <p:nvSpPr>
          <p:cNvPr id="791" name="Google Shape;791;p79"/>
          <p:cNvSpPr txBox="1">
            <a:spLocks noGrp="1"/>
          </p:cNvSpPr>
          <p:nvPr>
            <p:ph type="body" idx="2"/>
          </p:nvPr>
        </p:nvSpPr>
        <p:spPr>
          <a:xfrm>
            <a:off x="617750" y="2630400"/>
            <a:ext cx="3889500" cy="1809600"/>
          </a:xfrm>
          <a:prstGeom prst="rect">
            <a:avLst/>
          </a:prstGeom>
        </p:spPr>
        <p:txBody>
          <a:bodyPr spcFirstLastPara="1" wrap="square" lIns="0" tIns="0" rIns="0" bIns="0" anchor="b" anchorCtr="0">
            <a:noAutofit/>
          </a:bodyPr>
          <a:lstStyle>
            <a:lvl1pPr marL="457200" lvl="0" indent="-228600">
              <a:spcBef>
                <a:spcPts val="0"/>
              </a:spcBef>
              <a:spcAft>
                <a:spcPts val="0"/>
              </a:spcAft>
              <a:buNone/>
              <a:defRPr/>
            </a:lvl1pPr>
            <a:lvl2pPr marL="914400" lvl="1" indent="-228600">
              <a:spcBef>
                <a:spcPts val="0"/>
              </a:spcBef>
              <a:spcAft>
                <a:spcPts val="0"/>
              </a:spcAft>
              <a:buNone/>
              <a:defRPr/>
            </a:lvl2pPr>
            <a:lvl3pPr marL="1371600" lvl="2" indent="-228600">
              <a:spcBef>
                <a:spcPts val="0"/>
              </a:spcBef>
              <a:spcAft>
                <a:spcPts val="0"/>
              </a:spcAft>
              <a:buNone/>
              <a:defRPr/>
            </a:lvl3pPr>
            <a:lvl4pPr marL="1828800" lvl="3" indent="-228600">
              <a:spcBef>
                <a:spcPts val="0"/>
              </a:spcBef>
              <a:spcAft>
                <a:spcPts val="0"/>
              </a:spcAft>
              <a:buNone/>
              <a:defRPr/>
            </a:lvl4pPr>
            <a:lvl5pPr marL="2286000" lvl="4" indent="-228600">
              <a:spcBef>
                <a:spcPts val="0"/>
              </a:spcBef>
              <a:spcAft>
                <a:spcPts val="0"/>
              </a:spcAft>
              <a:buNone/>
              <a:defRPr/>
            </a:lvl5pPr>
            <a:lvl6pPr marL="2743200" lvl="5" indent="-228600">
              <a:spcBef>
                <a:spcPts val="0"/>
              </a:spcBef>
              <a:spcAft>
                <a:spcPts val="0"/>
              </a:spcAft>
              <a:buNone/>
              <a:defRPr/>
            </a:lvl6pPr>
            <a:lvl7pPr marL="3200400" lvl="6" indent="-228600">
              <a:spcBef>
                <a:spcPts val="0"/>
              </a:spcBef>
              <a:spcAft>
                <a:spcPts val="0"/>
              </a:spcAft>
              <a:buNone/>
              <a:defRPr/>
            </a:lvl7pPr>
            <a:lvl8pPr marL="3657600" lvl="7" indent="-228600">
              <a:spcBef>
                <a:spcPts val="0"/>
              </a:spcBef>
              <a:spcAft>
                <a:spcPts val="0"/>
              </a:spcAft>
              <a:buNone/>
              <a:defRPr/>
            </a:lvl8pPr>
            <a:lvl9pPr marL="4114800" lvl="8" indent="-228600">
              <a:spcBef>
                <a:spcPts val="0"/>
              </a:spcBef>
              <a:spcAft>
                <a:spcPts val="0"/>
              </a:spcAft>
              <a:buNone/>
              <a:defRPr/>
            </a:lvl9pPr>
          </a:lstStyle>
          <a:p>
            <a:endParaRPr/>
          </a:p>
        </p:txBody>
      </p:sp>
      <p:sp>
        <p:nvSpPr>
          <p:cNvPr id="792" name="Google Shape;792;p79"/>
          <p:cNvSpPr txBox="1">
            <a:spLocks noGrp="1"/>
          </p:cNvSpPr>
          <p:nvPr>
            <p:ph type="title"/>
          </p:nvPr>
        </p:nvSpPr>
        <p:spPr>
          <a:xfrm>
            <a:off x="622700" y="1323975"/>
            <a:ext cx="3889500" cy="9654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a:endParaRPr/>
          </a:p>
        </p:txBody>
      </p:sp>
      <p:sp>
        <p:nvSpPr>
          <p:cNvPr id="793" name="Google Shape;793;p79"/>
          <p:cNvSpPr txBox="1">
            <a:spLocks noGrp="1"/>
          </p:cNvSpPr>
          <p:nvPr>
            <p:ph type="subTitle" idx="3"/>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94" name="Google Shape;794;p79"/>
          <p:cNvSpPr txBox="1">
            <a:spLocks noGrp="1"/>
          </p:cNvSpPr>
          <p:nvPr>
            <p:ph type="subTitle" idx="4"/>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795" name="Google Shape;795;p79"/>
          <p:cNvSpPr txBox="1">
            <a:spLocks noGrp="1"/>
          </p:cNvSpPr>
          <p:nvPr>
            <p:ph type="body" idx="5"/>
          </p:nvPr>
        </p:nvSpPr>
        <p:spPr>
          <a:xfrm>
            <a:off x="4629475" y="2513100"/>
            <a:ext cx="2055000" cy="1926600"/>
          </a:xfrm>
          <a:prstGeom prst="rect">
            <a:avLst/>
          </a:prstGeom>
        </p:spPr>
        <p:txBody>
          <a:bodyPr spcFirstLastPara="1" wrap="square" lIns="91425" tIns="91425" rIns="91425" bIns="91425" anchor="b" anchorCtr="0">
            <a:noAutofit/>
          </a:bodyPr>
          <a:lstStyle>
            <a:lvl1pPr marL="457200" lvl="0" indent="-228600">
              <a:lnSpc>
                <a:spcPct val="115000"/>
              </a:lnSpc>
              <a:spcBef>
                <a:spcPts val="0"/>
              </a:spcBef>
              <a:spcAft>
                <a:spcPts val="0"/>
              </a:spcAft>
              <a:buSzPts val="1000"/>
              <a:buNone/>
              <a:defRPr/>
            </a:lvl1pPr>
            <a:lvl2pPr marL="914400" lvl="1" indent="-228600">
              <a:lnSpc>
                <a:spcPct val="115000"/>
              </a:lnSpc>
              <a:spcBef>
                <a:spcPts val="0"/>
              </a:spcBef>
              <a:spcAft>
                <a:spcPts val="0"/>
              </a:spcAft>
              <a:buSzPts val="1000"/>
              <a:buNone/>
              <a:defRPr/>
            </a:lvl2pPr>
            <a:lvl3pPr marL="1371600" lvl="2" indent="-228600">
              <a:lnSpc>
                <a:spcPct val="115000"/>
              </a:lnSpc>
              <a:spcBef>
                <a:spcPts val="0"/>
              </a:spcBef>
              <a:spcAft>
                <a:spcPts val="0"/>
              </a:spcAft>
              <a:buSzPts val="1000"/>
              <a:buNone/>
              <a:defRPr/>
            </a:lvl3pPr>
            <a:lvl4pPr marL="1828800" lvl="3" indent="-228600">
              <a:lnSpc>
                <a:spcPct val="115000"/>
              </a:lnSpc>
              <a:spcBef>
                <a:spcPts val="0"/>
              </a:spcBef>
              <a:spcAft>
                <a:spcPts val="0"/>
              </a:spcAft>
              <a:buSzPts val="1000"/>
              <a:buNone/>
              <a:defRPr/>
            </a:lvl4pPr>
            <a:lvl5pPr marL="2286000" lvl="4" indent="-228600">
              <a:lnSpc>
                <a:spcPct val="115000"/>
              </a:lnSpc>
              <a:spcBef>
                <a:spcPts val="0"/>
              </a:spcBef>
              <a:spcAft>
                <a:spcPts val="0"/>
              </a:spcAft>
              <a:buSzPts val="1000"/>
              <a:buNone/>
              <a:defRPr/>
            </a:lvl5pPr>
            <a:lvl6pPr marL="2743200" lvl="5" indent="-228600">
              <a:lnSpc>
                <a:spcPct val="115000"/>
              </a:lnSpc>
              <a:spcBef>
                <a:spcPts val="0"/>
              </a:spcBef>
              <a:spcAft>
                <a:spcPts val="0"/>
              </a:spcAft>
              <a:buSzPts val="1000"/>
              <a:buNone/>
              <a:defRPr/>
            </a:lvl6pPr>
            <a:lvl7pPr marL="3200400" lvl="6" indent="-228600">
              <a:lnSpc>
                <a:spcPct val="115000"/>
              </a:lnSpc>
              <a:spcBef>
                <a:spcPts val="0"/>
              </a:spcBef>
              <a:spcAft>
                <a:spcPts val="0"/>
              </a:spcAft>
              <a:buSzPts val="1000"/>
              <a:buNone/>
              <a:defRPr/>
            </a:lvl7pPr>
            <a:lvl8pPr marL="3657600" lvl="7" indent="-228600">
              <a:lnSpc>
                <a:spcPct val="115000"/>
              </a:lnSpc>
              <a:spcBef>
                <a:spcPts val="0"/>
              </a:spcBef>
              <a:spcAft>
                <a:spcPts val="0"/>
              </a:spcAft>
              <a:buSzPts val="1000"/>
              <a:buNone/>
              <a:defRPr/>
            </a:lvl8pPr>
            <a:lvl9pPr marL="4114800" lvl="8" indent="-228600">
              <a:lnSpc>
                <a:spcPct val="115000"/>
              </a:lnSpc>
              <a:spcBef>
                <a:spcPts val="0"/>
              </a:spcBef>
              <a:spcAft>
                <a:spcPts val="0"/>
              </a:spcAft>
              <a:buSzPts val="1000"/>
              <a:buNone/>
              <a:defRPr/>
            </a:lvl9pPr>
          </a:lstStyle>
          <a:p>
            <a:endParaRPr/>
          </a:p>
        </p:txBody>
      </p:sp>
      <p:sp>
        <p:nvSpPr>
          <p:cNvPr id="796" name="Google Shape;796;p79"/>
          <p:cNvSpPr txBox="1">
            <a:spLocks noGrp="1"/>
          </p:cNvSpPr>
          <p:nvPr>
            <p:ph type="subTitle" idx="6"/>
          </p:nvPr>
        </p:nvSpPr>
        <p:spPr>
          <a:xfrm>
            <a:off x="4783900" y="1539225"/>
            <a:ext cx="1821600" cy="568500"/>
          </a:xfrm>
          <a:prstGeom prst="rect">
            <a:avLst/>
          </a:prstGeom>
        </p:spPr>
        <p:txBody>
          <a:bodyPr spcFirstLastPara="1" wrap="square" lIns="91425" tIns="91425" rIns="91425" bIns="91425" anchor="t" anchorCtr="0">
            <a:noAutofit/>
          </a:bodyPr>
          <a:lstStyle>
            <a:lvl1pPr lvl="0">
              <a:spcBef>
                <a:spcPts val="0"/>
              </a:spcBef>
              <a:spcAft>
                <a:spcPts val="0"/>
              </a:spcAft>
              <a:buNone/>
              <a:defRPr sz="1200" b="1"/>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797" name="Google Shape;797;p79"/>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oxes and image">
  <p:cSld name="CUSTOM">
    <p:spTree>
      <p:nvGrpSpPr>
        <p:cNvPr id="1" name="Shape 798"/>
        <p:cNvGrpSpPr/>
        <p:nvPr/>
      </p:nvGrpSpPr>
      <p:grpSpPr>
        <a:xfrm>
          <a:off x="0" y="0"/>
          <a:ext cx="0" cy="0"/>
          <a:chOff x="0" y="0"/>
          <a:chExt cx="0" cy="0"/>
        </a:xfrm>
      </p:grpSpPr>
      <p:sp>
        <p:nvSpPr>
          <p:cNvPr id="799" name="Google Shape;799;p80"/>
          <p:cNvSpPr/>
          <p:nvPr/>
        </p:nvSpPr>
        <p:spPr>
          <a:xfrm>
            <a:off x="6084175" y="474900"/>
            <a:ext cx="2771400" cy="4193700"/>
          </a:xfrm>
          <a:prstGeom prst="roundRect">
            <a:avLst>
              <a:gd name="adj" fmla="val 7333"/>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800" name="Google Shape;800;p80"/>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
        <p:nvSpPr>
          <p:cNvPr id="801" name="Google Shape;801;p80"/>
          <p:cNvSpPr/>
          <p:nvPr/>
        </p:nvSpPr>
        <p:spPr>
          <a:xfrm>
            <a:off x="288400" y="474900"/>
            <a:ext cx="5670000" cy="4193700"/>
          </a:xfrm>
          <a:prstGeom prst="roundRect">
            <a:avLst>
              <a:gd name="adj" fmla="val 4076"/>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strument Sans"/>
              <a:ea typeface="Instrument Sans"/>
              <a:cs typeface="Instrument Sans"/>
              <a:sym typeface="Instrument Sans"/>
            </a:endParaRPr>
          </a:p>
        </p:txBody>
      </p:sp>
      <p:sp>
        <p:nvSpPr>
          <p:cNvPr id="802" name="Google Shape;802;p80"/>
          <p:cNvSpPr/>
          <p:nvPr/>
        </p:nvSpPr>
        <p:spPr>
          <a:xfrm>
            <a:off x="567700" y="4089150"/>
            <a:ext cx="1112100" cy="3507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
              <a:solidFill>
                <a:schemeClr val="lt1"/>
              </a:solidFill>
              <a:latin typeface="Instrument Sans Medium"/>
              <a:ea typeface="Instrument Sans Medium"/>
              <a:cs typeface="Instrument Sans Medium"/>
              <a:sym typeface="Instrument Sans Medium"/>
            </a:endParaRPr>
          </a:p>
        </p:txBody>
      </p:sp>
      <p:sp>
        <p:nvSpPr>
          <p:cNvPr id="803" name="Google Shape;803;p80"/>
          <p:cNvSpPr/>
          <p:nvPr/>
        </p:nvSpPr>
        <p:spPr>
          <a:xfrm>
            <a:off x="1679742" y="4089150"/>
            <a:ext cx="1112100" cy="3507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
              <a:solidFill>
                <a:schemeClr val="lt1"/>
              </a:solidFill>
              <a:latin typeface="Instrument Sans Medium"/>
              <a:ea typeface="Instrument Sans Medium"/>
              <a:cs typeface="Instrument Sans Medium"/>
              <a:sym typeface="Instrument Sans Medium"/>
            </a:endParaRPr>
          </a:p>
        </p:txBody>
      </p:sp>
      <p:sp>
        <p:nvSpPr>
          <p:cNvPr id="804" name="Google Shape;804;p80"/>
          <p:cNvSpPr/>
          <p:nvPr/>
        </p:nvSpPr>
        <p:spPr>
          <a:xfrm>
            <a:off x="2791783" y="4089150"/>
            <a:ext cx="1112100" cy="3507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
              <a:solidFill>
                <a:schemeClr val="lt1"/>
              </a:solidFill>
              <a:latin typeface="Instrument Sans Medium"/>
              <a:ea typeface="Instrument Sans Medium"/>
              <a:cs typeface="Instrument Sans Medium"/>
              <a:sym typeface="Instrument Sans Medium"/>
            </a:endParaRPr>
          </a:p>
        </p:txBody>
      </p:sp>
      <p:sp>
        <p:nvSpPr>
          <p:cNvPr id="805" name="Google Shape;805;p80"/>
          <p:cNvSpPr txBox="1">
            <a:spLocks noGrp="1"/>
          </p:cNvSpPr>
          <p:nvPr>
            <p:ph type="title"/>
          </p:nvPr>
        </p:nvSpPr>
        <p:spPr>
          <a:xfrm>
            <a:off x="586125" y="745875"/>
            <a:ext cx="4471200" cy="9420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a:endParaRPr/>
          </a:p>
        </p:txBody>
      </p:sp>
      <p:sp>
        <p:nvSpPr>
          <p:cNvPr id="806" name="Google Shape;806;p80"/>
          <p:cNvSpPr txBox="1">
            <a:spLocks noGrp="1"/>
          </p:cNvSpPr>
          <p:nvPr>
            <p:ph type="body" idx="1"/>
          </p:nvPr>
        </p:nvSpPr>
        <p:spPr>
          <a:xfrm>
            <a:off x="6379950" y="3477525"/>
            <a:ext cx="2121300" cy="965100"/>
          </a:xfrm>
          <a:prstGeom prst="rect">
            <a:avLst/>
          </a:prstGeom>
        </p:spPr>
        <p:txBody>
          <a:bodyPr spcFirstLastPara="1" wrap="square" lIns="0" tIns="0" rIns="0" bIns="0" anchor="b" anchorCtr="0">
            <a:noAutofit/>
          </a:bodyPr>
          <a:lstStyle>
            <a:lvl1pPr marL="457200" lvl="0" indent="-228600">
              <a:spcBef>
                <a:spcPts val="0"/>
              </a:spcBef>
              <a:spcAft>
                <a:spcPts val="0"/>
              </a:spcAft>
              <a:buNone/>
              <a:defRPr/>
            </a:lvl1pPr>
            <a:lvl2pPr marL="914400" lvl="1" indent="-228600">
              <a:spcBef>
                <a:spcPts val="0"/>
              </a:spcBef>
              <a:spcAft>
                <a:spcPts val="0"/>
              </a:spcAft>
              <a:buNone/>
              <a:defRPr/>
            </a:lvl2pPr>
            <a:lvl3pPr marL="1371600" lvl="2" indent="-228600">
              <a:spcBef>
                <a:spcPts val="0"/>
              </a:spcBef>
              <a:spcAft>
                <a:spcPts val="0"/>
              </a:spcAft>
              <a:buNone/>
              <a:defRPr/>
            </a:lvl3pPr>
            <a:lvl4pPr marL="1828800" lvl="3" indent="-228600">
              <a:spcBef>
                <a:spcPts val="0"/>
              </a:spcBef>
              <a:spcAft>
                <a:spcPts val="0"/>
              </a:spcAft>
              <a:buNone/>
              <a:defRPr/>
            </a:lvl4pPr>
            <a:lvl5pPr marL="2286000" lvl="4" indent="-228600">
              <a:spcBef>
                <a:spcPts val="0"/>
              </a:spcBef>
              <a:spcAft>
                <a:spcPts val="0"/>
              </a:spcAft>
              <a:buNone/>
              <a:defRPr/>
            </a:lvl5pPr>
            <a:lvl6pPr marL="2743200" lvl="5" indent="-228600">
              <a:spcBef>
                <a:spcPts val="0"/>
              </a:spcBef>
              <a:spcAft>
                <a:spcPts val="0"/>
              </a:spcAft>
              <a:buNone/>
              <a:defRPr/>
            </a:lvl6pPr>
            <a:lvl7pPr marL="3200400" lvl="6" indent="-228600">
              <a:spcBef>
                <a:spcPts val="0"/>
              </a:spcBef>
              <a:spcAft>
                <a:spcPts val="0"/>
              </a:spcAft>
              <a:buNone/>
              <a:defRPr/>
            </a:lvl7pPr>
            <a:lvl8pPr marL="3657600" lvl="7" indent="-228600">
              <a:spcBef>
                <a:spcPts val="0"/>
              </a:spcBef>
              <a:spcAft>
                <a:spcPts val="0"/>
              </a:spcAft>
              <a:buNone/>
              <a:defRPr/>
            </a:lvl8pPr>
            <a:lvl9pPr marL="4114800" lvl="8" indent="-228600">
              <a:spcBef>
                <a:spcPts val="0"/>
              </a:spcBef>
              <a:spcAft>
                <a:spcPts val="0"/>
              </a:spcAft>
              <a:buNone/>
              <a:defRPr/>
            </a:lvl9pPr>
          </a:lstStyle>
          <a:p>
            <a:endParaRPr/>
          </a:p>
        </p:txBody>
      </p:sp>
      <p:sp>
        <p:nvSpPr>
          <p:cNvPr id="807" name="Google Shape;807;p80"/>
          <p:cNvSpPr txBox="1">
            <a:spLocks noGrp="1"/>
          </p:cNvSpPr>
          <p:nvPr>
            <p:ph type="subTitle" idx="2"/>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808" name="Google Shape;808;p80"/>
          <p:cNvSpPr txBox="1">
            <a:spLocks noGrp="1"/>
          </p:cNvSpPr>
          <p:nvPr>
            <p:ph type="subTitle" idx="3"/>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809" name="Google Shape;809;p80"/>
          <p:cNvSpPr>
            <a:spLocks noGrp="1"/>
          </p:cNvSpPr>
          <p:nvPr>
            <p:ph type="pic" idx="4"/>
          </p:nvPr>
        </p:nvSpPr>
        <p:spPr>
          <a:xfrm>
            <a:off x="6084175" y="474750"/>
            <a:ext cx="2771400" cy="1458300"/>
          </a:xfrm>
          <a:prstGeom prst="roundRect">
            <a:avLst>
              <a:gd name="adj" fmla="val 11040"/>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Next steps 4 elements 1">
  <p:cSld name="CUSTOM_10_3">
    <p:bg>
      <p:bgPr>
        <a:solidFill>
          <a:schemeClr val="dk2"/>
        </a:solidFill>
        <a:effectLst/>
      </p:bgPr>
    </p:bg>
    <p:spTree>
      <p:nvGrpSpPr>
        <p:cNvPr id="1" name="Shape 810"/>
        <p:cNvGrpSpPr/>
        <p:nvPr/>
      </p:nvGrpSpPr>
      <p:grpSpPr>
        <a:xfrm>
          <a:off x="0" y="0"/>
          <a:ext cx="0" cy="0"/>
          <a:chOff x="0" y="0"/>
          <a:chExt cx="0" cy="0"/>
        </a:xfrm>
      </p:grpSpPr>
      <p:pic>
        <p:nvPicPr>
          <p:cNvPr id="811" name="Google Shape;811;p81"/>
          <p:cNvPicPr preferRelativeResize="0"/>
          <p:nvPr/>
        </p:nvPicPr>
        <p:blipFill rotWithShape="1">
          <a:blip r:embed="rId2">
            <a:alphaModFix/>
          </a:blip>
          <a:srcRect t="12335" r="33444" b="31415"/>
          <a:stretch/>
        </p:blipFill>
        <p:spPr>
          <a:xfrm>
            <a:off x="3058325" y="0"/>
            <a:ext cx="6085676" cy="5143500"/>
          </a:xfrm>
          <a:prstGeom prst="rect">
            <a:avLst/>
          </a:prstGeom>
          <a:noFill/>
          <a:ln>
            <a:noFill/>
          </a:ln>
        </p:spPr>
      </p:pic>
      <p:sp>
        <p:nvSpPr>
          <p:cNvPr id="812" name="Google Shape;812;p81"/>
          <p:cNvSpPr txBox="1">
            <a:spLocks noGrp="1"/>
          </p:cNvSpPr>
          <p:nvPr>
            <p:ph type="subTitle" idx="1"/>
          </p:nvPr>
        </p:nvSpPr>
        <p:spPr>
          <a:xfrm>
            <a:off x="284700" y="284400"/>
            <a:ext cx="1965900" cy="1920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813" name="Google Shape;813;p81"/>
          <p:cNvSpPr txBox="1">
            <a:spLocks noGrp="1"/>
          </p:cNvSpPr>
          <p:nvPr>
            <p:ph type="subTitle" idx="2"/>
          </p:nvPr>
        </p:nvSpPr>
        <p:spPr>
          <a:xfrm>
            <a:off x="6890875" y="284400"/>
            <a:ext cx="1965900" cy="192000"/>
          </a:xfrm>
          <a:prstGeom prst="rect">
            <a:avLst/>
          </a:prstGeom>
        </p:spPr>
        <p:txBody>
          <a:bodyPr spcFirstLastPara="1" wrap="square" lIns="0" tIns="0" rIns="0" bIns="0" anchor="t" anchorCtr="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a:endParaRPr/>
          </a:p>
        </p:txBody>
      </p:sp>
      <p:sp>
        <p:nvSpPr>
          <p:cNvPr id="814" name="Google Shape;814;p81"/>
          <p:cNvSpPr txBox="1">
            <a:spLocks noGrp="1"/>
          </p:cNvSpPr>
          <p:nvPr>
            <p:ph type="title"/>
          </p:nvPr>
        </p:nvSpPr>
        <p:spPr>
          <a:xfrm>
            <a:off x="288400" y="476400"/>
            <a:ext cx="2769000" cy="496800"/>
          </a:xfrm>
          <a:prstGeom prst="rect">
            <a:avLst/>
          </a:prstGeom>
        </p:spPr>
        <p:txBody>
          <a:bodyPr spcFirstLastPara="1" wrap="square" lIns="0" tIns="0" rIns="0" bIns="0" anchor="b" anchorCtr="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a:endParaRPr/>
          </a:p>
        </p:txBody>
      </p:sp>
      <p:sp>
        <p:nvSpPr>
          <p:cNvPr id="815" name="Google Shape;815;p81"/>
          <p:cNvSpPr txBox="1">
            <a:spLocks noGrp="1"/>
          </p:cNvSpPr>
          <p:nvPr>
            <p:ph type="subTitle" idx="3"/>
          </p:nvPr>
        </p:nvSpPr>
        <p:spPr>
          <a:xfrm>
            <a:off x="284701" y="1716225"/>
            <a:ext cx="854700" cy="646200"/>
          </a:xfrm>
          <a:prstGeom prst="rect">
            <a:avLst/>
          </a:prstGeom>
        </p:spPr>
        <p:txBody>
          <a:bodyPr spcFirstLastPara="1" wrap="square" lIns="182875" tIns="91425" rIns="91425" bIns="91425" anchor="ctr" anchorCtr="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816" name="Google Shape;816;p81"/>
          <p:cNvSpPr txBox="1">
            <a:spLocks noGrp="1"/>
          </p:cNvSpPr>
          <p:nvPr>
            <p:ph type="subTitle" idx="4"/>
          </p:nvPr>
        </p:nvSpPr>
        <p:spPr>
          <a:xfrm>
            <a:off x="1148000" y="1713825"/>
            <a:ext cx="2448600" cy="646200"/>
          </a:xfrm>
          <a:prstGeom prst="rect">
            <a:avLst/>
          </a:prstGeom>
        </p:spPr>
        <p:txBody>
          <a:bodyPr spcFirstLastPara="1" wrap="square" lIns="91425" tIns="91425" rIns="91425" bIns="91425" anchor="ctr" anchorCtr="0">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17" name="Google Shape;817;p81"/>
          <p:cNvSpPr txBox="1">
            <a:spLocks noGrp="1"/>
          </p:cNvSpPr>
          <p:nvPr>
            <p:ph type="subTitle" idx="5"/>
          </p:nvPr>
        </p:nvSpPr>
        <p:spPr>
          <a:xfrm>
            <a:off x="5842012" y="1713825"/>
            <a:ext cx="2448600" cy="646200"/>
          </a:xfrm>
          <a:prstGeom prst="rect">
            <a:avLst/>
          </a:prstGeom>
        </p:spPr>
        <p:txBody>
          <a:bodyPr spcFirstLastPara="1" wrap="square" lIns="91425" tIns="91425" rIns="91425" bIns="91425" anchor="ctr" anchorCtr="0">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18" name="Google Shape;818;p81"/>
          <p:cNvSpPr txBox="1">
            <a:spLocks noGrp="1"/>
          </p:cNvSpPr>
          <p:nvPr>
            <p:ph type="subTitle" idx="6"/>
          </p:nvPr>
        </p:nvSpPr>
        <p:spPr>
          <a:xfrm>
            <a:off x="284701" y="2506919"/>
            <a:ext cx="854700" cy="646200"/>
          </a:xfrm>
          <a:prstGeom prst="rect">
            <a:avLst/>
          </a:prstGeom>
        </p:spPr>
        <p:txBody>
          <a:bodyPr spcFirstLastPara="1" wrap="square" lIns="182875" tIns="91425" rIns="91425" bIns="91425" anchor="ctr" anchorCtr="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819" name="Google Shape;819;p81"/>
          <p:cNvSpPr txBox="1">
            <a:spLocks noGrp="1"/>
          </p:cNvSpPr>
          <p:nvPr>
            <p:ph type="subTitle" idx="7"/>
          </p:nvPr>
        </p:nvSpPr>
        <p:spPr>
          <a:xfrm>
            <a:off x="1148000" y="2504519"/>
            <a:ext cx="2448600" cy="646200"/>
          </a:xfrm>
          <a:prstGeom prst="rect">
            <a:avLst/>
          </a:prstGeom>
        </p:spPr>
        <p:txBody>
          <a:bodyPr spcFirstLastPara="1" wrap="square" lIns="91425" tIns="91425" rIns="91425" bIns="91425" anchor="ctr" anchorCtr="0">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20" name="Google Shape;820;p81"/>
          <p:cNvSpPr txBox="1">
            <a:spLocks noGrp="1"/>
          </p:cNvSpPr>
          <p:nvPr>
            <p:ph type="subTitle" idx="8"/>
          </p:nvPr>
        </p:nvSpPr>
        <p:spPr>
          <a:xfrm>
            <a:off x="5842012" y="2504519"/>
            <a:ext cx="2448600" cy="646200"/>
          </a:xfrm>
          <a:prstGeom prst="rect">
            <a:avLst/>
          </a:prstGeom>
        </p:spPr>
        <p:txBody>
          <a:bodyPr spcFirstLastPara="1" wrap="square" lIns="91425" tIns="91425" rIns="91425" bIns="91425" anchor="ctr" anchorCtr="0">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21" name="Google Shape;821;p81"/>
          <p:cNvSpPr txBox="1">
            <a:spLocks noGrp="1"/>
          </p:cNvSpPr>
          <p:nvPr>
            <p:ph type="subTitle" idx="9"/>
          </p:nvPr>
        </p:nvSpPr>
        <p:spPr>
          <a:xfrm>
            <a:off x="284701" y="3255713"/>
            <a:ext cx="854700" cy="646200"/>
          </a:xfrm>
          <a:prstGeom prst="rect">
            <a:avLst/>
          </a:prstGeom>
        </p:spPr>
        <p:txBody>
          <a:bodyPr spcFirstLastPara="1" wrap="square" lIns="182875" tIns="91425" rIns="91425" bIns="91425" anchor="ctr" anchorCtr="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822" name="Google Shape;822;p81"/>
          <p:cNvSpPr txBox="1">
            <a:spLocks noGrp="1"/>
          </p:cNvSpPr>
          <p:nvPr>
            <p:ph type="subTitle" idx="13"/>
          </p:nvPr>
        </p:nvSpPr>
        <p:spPr>
          <a:xfrm>
            <a:off x="1148000" y="3253313"/>
            <a:ext cx="2448600" cy="646200"/>
          </a:xfrm>
          <a:prstGeom prst="rect">
            <a:avLst/>
          </a:prstGeom>
        </p:spPr>
        <p:txBody>
          <a:bodyPr spcFirstLastPara="1" wrap="square" lIns="91425" tIns="91425" rIns="91425" bIns="91425" anchor="ctr" anchorCtr="0">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23" name="Google Shape;823;p81"/>
          <p:cNvSpPr txBox="1">
            <a:spLocks noGrp="1"/>
          </p:cNvSpPr>
          <p:nvPr>
            <p:ph type="subTitle" idx="14"/>
          </p:nvPr>
        </p:nvSpPr>
        <p:spPr>
          <a:xfrm>
            <a:off x="5842012" y="3253313"/>
            <a:ext cx="2448600" cy="646200"/>
          </a:xfrm>
          <a:prstGeom prst="rect">
            <a:avLst/>
          </a:prstGeom>
        </p:spPr>
        <p:txBody>
          <a:bodyPr spcFirstLastPara="1" wrap="square" lIns="91425" tIns="91425" rIns="91425" bIns="91425" anchor="ctr" anchorCtr="0">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24" name="Google Shape;824;p81"/>
          <p:cNvSpPr txBox="1">
            <a:spLocks noGrp="1"/>
          </p:cNvSpPr>
          <p:nvPr>
            <p:ph type="subTitle" idx="15"/>
          </p:nvPr>
        </p:nvSpPr>
        <p:spPr>
          <a:xfrm>
            <a:off x="284701" y="4029675"/>
            <a:ext cx="854700" cy="646200"/>
          </a:xfrm>
          <a:prstGeom prst="rect">
            <a:avLst/>
          </a:prstGeom>
        </p:spPr>
        <p:txBody>
          <a:bodyPr spcFirstLastPara="1" wrap="square" lIns="182875" tIns="91425" rIns="91425" bIns="91425" anchor="ctr" anchorCtr="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a:endParaRPr/>
          </a:p>
        </p:txBody>
      </p:sp>
      <p:sp>
        <p:nvSpPr>
          <p:cNvPr id="825" name="Google Shape;825;p81"/>
          <p:cNvSpPr txBox="1">
            <a:spLocks noGrp="1"/>
          </p:cNvSpPr>
          <p:nvPr>
            <p:ph type="subTitle" idx="16"/>
          </p:nvPr>
        </p:nvSpPr>
        <p:spPr>
          <a:xfrm>
            <a:off x="1148000" y="4027275"/>
            <a:ext cx="2448600" cy="646200"/>
          </a:xfrm>
          <a:prstGeom prst="rect">
            <a:avLst/>
          </a:prstGeom>
        </p:spPr>
        <p:txBody>
          <a:bodyPr spcFirstLastPara="1" wrap="square" lIns="91425" tIns="91425" rIns="91425" bIns="91425" anchor="ctr" anchorCtr="0">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26" name="Google Shape;826;p81"/>
          <p:cNvSpPr txBox="1">
            <a:spLocks noGrp="1"/>
          </p:cNvSpPr>
          <p:nvPr>
            <p:ph type="subTitle" idx="17"/>
          </p:nvPr>
        </p:nvSpPr>
        <p:spPr>
          <a:xfrm>
            <a:off x="5842012" y="4027275"/>
            <a:ext cx="2448600" cy="646200"/>
          </a:xfrm>
          <a:prstGeom prst="rect">
            <a:avLst/>
          </a:prstGeom>
        </p:spPr>
        <p:txBody>
          <a:bodyPr spcFirstLastPara="1" wrap="square" lIns="91425" tIns="91425" rIns="91425" bIns="91425" anchor="ctr" anchorCtr="0">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a:endParaRPr/>
          </a:p>
        </p:txBody>
      </p:sp>
      <p:sp>
        <p:nvSpPr>
          <p:cNvPr id="827" name="Google Shape;827;p81"/>
          <p:cNvSpPr txBox="1">
            <a:spLocks noGrp="1"/>
          </p:cNvSpPr>
          <p:nvPr>
            <p:ph type="sldNum" idx="12"/>
          </p:nvPr>
        </p:nvSpPr>
        <p:spPr>
          <a:xfrm>
            <a:off x="8556779" y="4668600"/>
            <a:ext cx="300000" cy="196800"/>
          </a:xfrm>
          <a:prstGeom prst="rect">
            <a:avLst/>
          </a:prstGeom>
          <a:noFill/>
          <a:ln>
            <a:noFill/>
          </a:ln>
        </p:spPr>
        <p:txBody>
          <a:bodyPr spcFirstLastPara="1" wrap="square" lIns="0" tIns="0" rIns="0" bIns="0" anchor="b" anchorCtr="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8"/>
        <p:cNvGrpSpPr/>
        <p:nvPr/>
      </p:nvGrpSpPr>
      <p:grpSpPr>
        <a:xfrm>
          <a:off x="0" y="0"/>
          <a:ext cx="0" cy="0"/>
          <a:chOff x="0" y="0"/>
          <a:chExt cx="0" cy="0"/>
        </a:xfrm>
      </p:grpSpPr>
      <p:sp>
        <p:nvSpPr>
          <p:cNvPr id="829" name="Google Shape;829;p82"/>
          <p:cNvSpPr txBox="1">
            <a:spLocks noGrp="1"/>
          </p:cNvSpPr>
          <p:nvPr>
            <p:ph type="ctrTitle"/>
          </p:nvPr>
        </p:nvSpPr>
        <p:spPr>
          <a:xfrm>
            <a:off x="311708" y="744575"/>
            <a:ext cx="8520600" cy="2052600"/>
          </a:xfrm>
          <a:prstGeom prst="rect">
            <a:avLst/>
          </a:prstGeom>
        </p:spPr>
        <p:txBody>
          <a:bodyPr spcFirstLastPara="1" wrap="square" lIns="0" tIns="0" rIns="91425" bIns="0" anchor="b" anchorCtr="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830" name="Google Shape;830;p8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831"/>
        <p:cNvGrpSpPr/>
        <p:nvPr/>
      </p:nvGrpSpPr>
      <p:grpSpPr>
        <a:xfrm>
          <a:off x="0" y="0"/>
          <a:ext cx="0" cy="0"/>
          <a:chOff x="0" y="0"/>
          <a:chExt cx="0" cy="0"/>
        </a:xfrm>
      </p:grpSpPr>
      <p:sp>
        <p:nvSpPr>
          <p:cNvPr id="832" name="Google Shape;832;p83"/>
          <p:cNvSpPr txBox="1">
            <a:spLocks noGrp="1"/>
          </p:cNvSpPr>
          <p:nvPr>
            <p:ph type="title"/>
          </p:nvPr>
        </p:nvSpPr>
        <p:spPr>
          <a:xfrm>
            <a:off x="311700" y="2150850"/>
            <a:ext cx="8520600" cy="841800"/>
          </a:xfrm>
          <a:prstGeom prst="rect">
            <a:avLst/>
          </a:prstGeom>
        </p:spPr>
        <p:txBody>
          <a:bodyPr spcFirstLastPara="1" wrap="square" lIns="0" tIns="0" rIns="91425" bIns="0" anchor="ctr" anchorCtr="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833"/>
        <p:cNvGrpSpPr/>
        <p:nvPr/>
      </p:nvGrpSpPr>
      <p:grpSpPr>
        <a:xfrm>
          <a:off x="0" y="0"/>
          <a:ext cx="0" cy="0"/>
          <a:chOff x="0" y="0"/>
          <a:chExt cx="0" cy="0"/>
        </a:xfrm>
      </p:grpSpPr>
      <p:sp>
        <p:nvSpPr>
          <p:cNvPr id="834" name="Google Shape;834;p84"/>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35" name="Google Shape;835;p8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836"/>
        <p:cNvGrpSpPr/>
        <p:nvPr/>
      </p:nvGrpSpPr>
      <p:grpSpPr>
        <a:xfrm>
          <a:off x="0" y="0"/>
          <a:ext cx="0" cy="0"/>
          <a:chOff x="0" y="0"/>
          <a:chExt cx="0" cy="0"/>
        </a:xfrm>
      </p:grpSpPr>
      <p:sp>
        <p:nvSpPr>
          <p:cNvPr id="837" name="Google Shape;837;p85"/>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38" name="Google Shape;838;p8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39" name="Google Shape;839;p85"/>
          <p:cNvSpPr txBox="1">
            <a:spLocks noGrp="1"/>
          </p:cNvSpPr>
          <p:nvPr>
            <p:ph type="body" idx="2"/>
          </p:nvPr>
        </p:nvSpPr>
        <p:spPr>
          <a:xfrm>
            <a:off x="4832400" y="1152475"/>
            <a:ext cx="3999900" cy="3416400"/>
          </a:xfrm>
          <a:prstGeom prst="rect">
            <a:avLst/>
          </a:prstGeom>
        </p:spPr>
        <p:txBody>
          <a:bodyPr spcFirstLastPara="1" wrap="square" lIns="0"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40"/>
        <p:cNvGrpSpPr/>
        <p:nvPr/>
      </p:nvGrpSpPr>
      <p:grpSpPr>
        <a:xfrm>
          <a:off x="0" y="0"/>
          <a:ext cx="0" cy="0"/>
          <a:chOff x="0" y="0"/>
          <a:chExt cx="0" cy="0"/>
        </a:xfrm>
      </p:grpSpPr>
      <p:sp>
        <p:nvSpPr>
          <p:cNvPr id="841" name="Google Shape;841;p86"/>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42"/>
        <p:cNvGrpSpPr/>
        <p:nvPr/>
      </p:nvGrpSpPr>
      <p:grpSpPr>
        <a:xfrm>
          <a:off x="0" y="0"/>
          <a:ext cx="0" cy="0"/>
          <a:chOff x="0" y="0"/>
          <a:chExt cx="0" cy="0"/>
        </a:xfrm>
      </p:grpSpPr>
      <p:sp>
        <p:nvSpPr>
          <p:cNvPr id="843" name="Google Shape;843;p87"/>
          <p:cNvSpPr txBox="1">
            <a:spLocks noGrp="1"/>
          </p:cNvSpPr>
          <p:nvPr>
            <p:ph type="title"/>
          </p:nvPr>
        </p:nvSpPr>
        <p:spPr>
          <a:xfrm>
            <a:off x="311700" y="555600"/>
            <a:ext cx="2808000" cy="755700"/>
          </a:xfrm>
          <a:prstGeom prst="rect">
            <a:avLst/>
          </a:prstGeom>
        </p:spPr>
        <p:txBody>
          <a:bodyPr spcFirstLastPara="1" wrap="square" lIns="0" tIns="0" rIns="91425" bIns="0" anchor="b" anchorCtr="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844" name="Google Shape;844;p8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45"/>
        <p:cNvGrpSpPr/>
        <p:nvPr/>
      </p:nvGrpSpPr>
      <p:grpSpPr>
        <a:xfrm>
          <a:off x="0" y="0"/>
          <a:ext cx="0" cy="0"/>
          <a:chOff x="0" y="0"/>
          <a:chExt cx="0" cy="0"/>
        </a:xfrm>
      </p:grpSpPr>
      <p:sp>
        <p:nvSpPr>
          <p:cNvPr id="846" name="Google Shape;846;p88"/>
          <p:cNvSpPr txBox="1">
            <a:spLocks noGrp="1"/>
          </p:cNvSpPr>
          <p:nvPr>
            <p:ph type="title"/>
          </p:nvPr>
        </p:nvSpPr>
        <p:spPr>
          <a:xfrm>
            <a:off x="490250" y="450150"/>
            <a:ext cx="6367800" cy="4090800"/>
          </a:xfrm>
          <a:prstGeom prst="rect">
            <a:avLst/>
          </a:prstGeom>
        </p:spPr>
        <p:txBody>
          <a:bodyPr spcFirstLastPara="1" wrap="square" lIns="0" tIns="0" rIns="91425" bIns="0" anchor="ctr" anchorCtr="0">
            <a:spAutoFit/>
          </a:bodyPr>
          <a:lstStyle>
            <a:lvl1pPr lvl="0">
              <a:spcBef>
                <a:spcPts val="0"/>
              </a:spcBef>
              <a:spcAft>
                <a:spcPts val="0"/>
              </a:spcAft>
              <a:buSzPts val="4800"/>
              <a:buChar char="●"/>
              <a:defRPr/>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47"/>
        <p:cNvGrpSpPr/>
        <p:nvPr/>
      </p:nvGrpSpPr>
      <p:grpSpPr>
        <a:xfrm>
          <a:off x="0" y="0"/>
          <a:ext cx="0" cy="0"/>
          <a:chOff x="0" y="0"/>
          <a:chExt cx="0" cy="0"/>
        </a:xfrm>
      </p:grpSpPr>
      <p:sp>
        <p:nvSpPr>
          <p:cNvPr id="848" name="Google Shape;848;p89"/>
          <p:cNvSpPr txBox="1">
            <a:spLocks noGrp="1"/>
          </p:cNvSpPr>
          <p:nvPr>
            <p:ph type="title"/>
          </p:nvPr>
        </p:nvSpPr>
        <p:spPr>
          <a:xfrm>
            <a:off x="265500" y="1233175"/>
            <a:ext cx="4045200" cy="1482300"/>
          </a:xfrm>
          <a:prstGeom prst="rect">
            <a:avLst/>
          </a:prstGeom>
        </p:spPr>
        <p:txBody>
          <a:bodyPr spcFirstLastPara="1" wrap="square" lIns="0" tIns="0" rIns="91425" bIns="0" anchor="b" anchorCtr="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849" name="Google Shape;849;p8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50" name="Google Shape;850;p8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51"/>
        <p:cNvGrpSpPr/>
        <p:nvPr/>
      </p:nvGrpSpPr>
      <p:grpSpPr>
        <a:xfrm>
          <a:off x="0" y="0"/>
          <a:ext cx="0" cy="0"/>
          <a:chOff x="0" y="0"/>
          <a:chExt cx="0" cy="0"/>
        </a:xfrm>
      </p:grpSpPr>
      <p:sp>
        <p:nvSpPr>
          <p:cNvPr id="852" name="Google Shape;852;p9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000"/>
              <a:buNone/>
              <a:defRPr/>
            </a:lvl1p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853"/>
        <p:cNvGrpSpPr/>
        <p:nvPr/>
      </p:nvGrpSpPr>
      <p:grpSpPr>
        <a:xfrm>
          <a:off x="0" y="0"/>
          <a:ext cx="0" cy="0"/>
          <a:chOff x="0" y="0"/>
          <a:chExt cx="0" cy="0"/>
        </a:xfrm>
      </p:grpSpPr>
      <p:sp>
        <p:nvSpPr>
          <p:cNvPr id="854" name="Google Shape;854;p91"/>
          <p:cNvSpPr txBox="1">
            <a:spLocks noGrp="1"/>
          </p:cNvSpPr>
          <p:nvPr>
            <p:ph type="title" hasCustomPrompt="1"/>
          </p:nvPr>
        </p:nvSpPr>
        <p:spPr>
          <a:xfrm>
            <a:off x="311700" y="1106125"/>
            <a:ext cx="8520600" cy="1963500"/>
          </a:xfrm>
          <a:prstGeom prst="rect">
            <a:avLst/>
          </a:prstGeom>
        </p:spPr>
        <p:txBody>
          <a:bodyPr spcFirstLastPara="1" wrap="square" lIns="0" tIns="0" rIns="91425" bIns="0" anchor="b" anchorCtr="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855" name="Google Shape;855;p9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SzPts val="1000"/>
              <a:buChar char="●"/>
              <a:defRPr/>
            </a:lvl1pPr>
            <a:lvl2pPr marL="914400" lvl="1" indent="-292100" algn="ctr">
              <a:spcBef>
                <a:spcPts val="0"/>
              </a:spcBef>
              <a:spcAft>
                <a:spcPts val="0"/>
              </a:spcAft>
              <a:buSzPts val="10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56"/>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57"/>
        <p:cNvGrpSpPr/>
        <p:nvPr/>
      </p:nvGrpSpPr>
      <p:grpSpPr>
        <a:xfrm>
          <a:off x="0" y="0"/>
          <a:ext cx="0" cy="0"/>
          <a:chOff x="0" y="0"/>
          <a:chExt cx="0" cy="0"/>
        </a:xfrm>
      </p:grpSpPr>
      <p:sp>
        <p:nvSpPr>
          <p:cNvPr id="858" name="Google Shape;858;p93"/>
          <p:cNvSpPr txBox="1">
            <a:spLocks noGrp="1"/>
          </p:cNvSpPr>
          <p:nvPr>
            <p:ph type="title"/>
          </p:nvPr>
        </p:nvSpPr>
        <p:spPr>
          <a:xfrm>
            <a:off x="677325" y="1832775"/>
            <a:ext cx="3217200" cy="1484100"/>
          </a:xfrm>
          <a:prstGeom prst="rect">
            <a:avLst/>
          </a:prstGeom>
        </p:spPr>
        <p:txBody>
          <a:bodyPr spcFirstLastPara="1" wrap="square" lIns="0" tIns="0" rIns="91425" bIns="0" anchor="ctr" anchorCtr="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9" name="Google Shape;859;p9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0" name="Google Shape;860;p9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1" name="Google Shape;861;p9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2" name="Google Shape;862;p9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3" name="Google Shape;863;p9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4" name="Google Shape;864;p9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865"/>
        <p:cNvGrpSpPr/>
        <p:nvPr/>
      </p:nvGrpSpPr>
      <p:grpSpPr>
        <a:xfrm>
          <a:off x="0" y="0"/>
          <a:ext cx="0" cy="0"/>
          <a:chOff x="0" y="0"/>
          <a:chExt cx="0" cy="0"/>
        </a:xfrm>
      </p:grpSpPr>
      <p:sp>
        <p:nvSpPr>
          <p:cNvPr id="866" name="Google Shape;866;p94"/>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67" name="Google Shape;867;p94"/>
          <p:cNvSpPr txBox="1">
            <a:spLocks noGrp="1"/>
          </p:cNvSpPr>
          <p:nvPr>
            <p:ph type="body" idx="1"/>
          </p:nvPr>
        </p:nvSpPr>
        <p:spPr>
          <a:xfrm>
            <a:off x="311700" y="1152475"/>
            <a:ext cx="4473900" cy="3416400"/>
          </a:xfrm>
          <a:prstGeom prst="rect">
            <a:avLst/>
          </a:prstGeom>
        </p:spPr>
        <p:txBody>
          <a:bodyPr spcFirstLastPara="1" wrap="square" lIns="0" tIns="91425" rIns="91425" bIns="91425" anchor="t" anchorCtr="0">
            <a:noAutofit/>
          </a:bodyPr>
          <a:lstStyle>
            <a:lvl1pPr marL="457200" lvl="0" indent="-292100">
              <a:spcBef>
                <a:spcPts val="0"/>
              </a:spcBef>
              <a:spcAft>
                <a:spcPts val="0"/>
              </a:spcAft>
              <a:buSzPts val="1000"/>
              <a:buChar char="●"/>
              <a:defRPr/>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868" name="Google Shape;868;p9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869"/>
        <p:cNvGrpSpPr/>
        <p:nvPr/>
      </p:nvGrpSpPr>
      <p:grpSpPr>
        <a:xfrm>
          <a:off x="0" y="0"/>
          <a:ext cx="0" cy="0"/>
          <a:chOff x="0" y="0"/>
          <a:chExt cx="0" cy="0"/>
        </a:xfrm>
      </p:grpSpPr>
      <p:sp>
        <p:nvSpPr>
          <p:cNvPr id="870" name="Google Shape;870;p95"/>
          <p:cNvSpPr txBox="1">
            <a:spLocks noGrp="1"/>
          </p:cNvSpPr>
          <p:nvPr>
            <p:ph type="title"/>
          </p:nvPr>
        </p:nvSpPr>
        <p:spPr>
          <a:xfrm>
            <a:off x="483175" y="450025"/>
            <a:ext cx="8184600" cy="758100"/>
          </a:xfrm>
          <a:prstGeom prst="rect">
            <a:avLst/>
          </a:prstGeom>
        </p:spPr>
        <p:txBody>
          <a:bodyPr spcFirstLastPara="1" wrap="square" lIns="0" tIns="0" rIns="91425"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871" name="Google Shape;871;p95"/>
          <p:cNvSpPr txBox="1">
            <a:spLocks noGrp="1"/>
          </p:cNvSpPr>
          <p:nvPr>
            <p:ph type="body" idx="1"/>
          </p:nvPr>
        </p:nvSpPr>
        <p:spPr>
          <a:xfrm>
            <a:off x="483150" y="2237788"/>
            <a:ext cx="3619800" cy="2373600"/>
          </a:xfrm>
          <a:prstGeom prst="rect">
            <a:avLst/>
          </a:prstGeom>
        </p:spPr>
        <p:txBody>
          <a:bodyPr spcFirstLastPara="1" wrap="square" lIns="0" tIns="91425" rIns="91425" bIns="91425" anchor="t" anchorCtr="0">
            <a:noAutofit/>
          </a:bodyPr>
          <a:lstStyle>
            <a:lvl1pPr marL="457200" lvl="0" indent="-292100">
              <a:spcBef>
                <a:spcPts val="0"/>
              </a:spcBef>
              <a:spcAft>
                <a:spcPts val="0"/>
              </a:spcAft>
              <a:buSzPts val="1000"/>
              <a:buChar char="●"/>
              <a:defRPr/>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872" name="Google Shape;872;p9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73" name="Google Shape;873;p9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74" name="Google Shape;874;p9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875"/>
        <p:cNvGrpSpPr/>
        <p:nvPr/>
      </p:nvGrpSpPr>
      <p:grpSpPr>
        <a:xfrm>
          <a:off x="0" y="0"/>
          <a:ext cx="0" cy="0"/>
          <a:chOff x="0" y="0"/>
          <a:chExt cx="0" cy="0"/>
        </a:xfrm>
      </p:grpSpPr>
      <p:sp>
        <p:nvSpPr>
          <p:cNvPr id="876" name="Google Shape;876;p96"/>
          <p:cNvSpPr txBox="1">
            <a:spLocks noGrp="1"/>
          </p:cNvSpPr>
          <p:nvPr>
            <p:ph type="body" idx="1"/>
          </p:nvPr>
        </p:nvSpPr>
        <p:spPr>
          <a:xfrm>
            <a:off x="483175" y="2417500"/>
            <a:ext cx="2455500" cy="2373600"/>
          </a:xfrm>
          <a:prstGeom prst="rect">
            <a:avLst/>
          </a:prstGeom>
        </p:spPr>
        <p:txBody>
          <a:bodyPr spcFirstLastPara="1" wrap="square" lIns="0" tIns="91425" rIns="91425" bIns="91425" anchor="t" anchorCtr="0">
            <a:noAutofit/>
          </a:bodyPr>
          <a:lstStyle>
            <a:lvl1pPr marL="457200" lvl="0" indent="-292100">
              <a:spcBef>
                <a:spcPts val="0"/>
              </a:spcBef>
              <a:spcAft>
                <a:spcPts val="0"/>
              </a:spcAft>
              <a:buSzPts val="1000"/>
              <a:buChar char="●"/>
              <a:defRPr/>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877" name="Google Shape;877;p9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78" name="Google Shape;878;p96"/>
          <p:cNvSpPr txBox="1">
            <a:spLocks noGrp="1"/>
          </p:cNvSpPr>
          <p:nvPr>
            <p:ph type="title"/>
          </p:nvPr>
        </p:nvSpPr>
        <p:spPr>
          <a:xfrm>
            <a:off x="483175" y="450025"/>
            <a:ext cx="8184600" cy="758100"/>
          </a:xfrm>
          <a:prstGeom prst="rect">
            <a:avLst/>
          </a:prstGeom>
        </p:spPr>
        <p:txBody>
          <a:bodyPr spcFirstLastPara="1" wrap="square" lIns="0" tIns="0" rIns="91425"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879" name="Google Shape;879;p9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0" name="Google Shape;880;p9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1" name="Google Shape;881;p9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2" name="Google Shape;882;p9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883"/>
        <p:cNvGrpSpPr/>
        <p:nvPr/>
      </p:nvGrpSpPr>
      <p:grpSpPr>
        <a:xfrm>
          <a:off x="0" y="0"/>
          <a:ext cx="0" cy="0"/>
          <a:chOff x="0" y="0"/>
          <a:chExt cx="0" cy="0"/>
        </a:xfrm>
      </p:grpSpPr>
      <p:sp>
        <p:nvSpPr>
          <p:cNvPr id="884" name="Google Shape;884;p97"/>
          <p:cNvSpPr txBox="1">
            <a:spLocks noGrp="1"/>
          </p:cNvSpPr>
          <p:nvPr>
            <p:ph type="body" idx="1"/>
          </p:nvPr>
        </p:nvSpPr>
        <p:spPr>
          <a:xfrm>
            <a:off x="366725" y="1759093"/>
            <a:ext cx="3838500" cy="1138500"/>
          </a:xfrm>
          <a:prstGeom prst="rect">
            <a:avLst/>
          </a:prstGeom>
        </p:spPr>
        <p:txBody>
          <a:bodyPr spcFirstLastPara="1" wrap="square" lIns="0"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800"/>
              </a:spcBef>
              <a:spcAft>
                <a:spcPts val="0"/>
              </a:spcAft>
              <a:buSzPts val="1000"/>
              <a:buChar char="○"/>
              <a:defRPr/>
            </a:lvl2pPr>
            <a:lvl3pPr marL="1371600" lvl="2" indent="-292100">
              <a:spcBef>
                <a:spcPts val="800"/>
              </a:spcBef>
              <a:spcAft>
                <a:spcPts val="0"/>
              </a:spcAft>
              <a:buSzPts val="1000"/>
              <a:buChar char="■"/>
              <a:defRPr/>
            </a:lvl3pPr>
            <a:lvl4pPr marL="1828800" lvl="3" indent="-292100">
              <a:spcBef>
                <a:spcPts val="800"/>
              </a:spcBef>
              <a:spcAft>
                <a:spcPts val="0"/>
              </a:spcAft>
              <a:buSzPts val="1000"/>
              <a:buChar char="●"/>
              <a:defRPr/>
            </a:lvl4pPr>
            <a:lvl5pPr marL="2286000" lvl="4" indent="-292100">
              <a:spcBef>
                <a:spcPts val="800"/>
              </a:spcBef>
              <a:spcAft>
                <a:spcPts val="0"/>
              </a:spcAft>
              <a:buSzPts val="1000"/>
              <a:buChar char="○"/>
              <a:defRPr/>
            </a:lvl5pPr>
            <a:lvl6pPr marL="2743200" lvl="5" indent="-292100">
              <a:spcBef>
                <a:spcPts val="800"/>
              </a:spcBef>
              <a:spcAft>
                <a:spcPts val="0"/>
              </a:spcAft>
              <a:buSzPts val="1000"/>
              <a:buChar char="■"/>
              <a:defRPr/>
            </a:lvl6pPr>
            <a:lvl7pPr marL="3200400" lvl="6" indent="-292100">
              <a:spcBef>
                <a:spcPts val="800"/>
              </a:spcBef>
              <a:spcAft>
                <a:spcPts val="0"/>
              </a:spcAft>
              <a:buSzPts val="1000"/>
              <a:buChar char="●"/>
              <a:defRPr/>
            </a:lvl7pPr>
            <a:lvl8pPr marL="3657600" lvl="7" indent="-292100">
              <a:spcBef>
                <a:spcPts val="800"/>
              </a:spcBef>
              <a:spcAft>
                <a:spcPts val="0"/>
              </a:spcAft>
              <a:buSzPts val="1000"/>
              <a:buChar char="○"/>
              <a:defRPr/>
            </a:lvl8pPr>
            <a:lvl9pPr marL="4114800" lvl="8" indent="-292100">
              <a:spcBef>
                <a:spcPts val="800"/>
              </a:spcBef>
              <a:spcAft>
                <a:spcPts val="800"/>
              </a:spcAft>
              <a:buSzPts val="1000"/>
              <a:buChar char="■"/>
              <a:defRPr/>
            </a:lvl9pPr>
          </a:lstStyle>
          <a:p>
            <a:endParaRPr/>
          </a:p>
        </p:txBody>
      </p:sp>
      <p:sp>
        <p:nvSpPr>
          <p:cNvPr id="885" name="Google Shape;885;p9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86" name="Google Shape;886;p9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87" name="Google Shape;887;p9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88" name="Google Shape;888;p97"/>
          <p:cNvSpPr txBox="1">
            <a:spLocks noGrp="1"/>
          </p:cNvSpPr>
          <p:nvPr>
            <p:ph type="title"/>
          </p:nvPr>
        </p:nvSpPr>
        <p:spPr>
          <a:xfrm>
            <a:off x="366750" y="450025"/>
            <a:ext cx="8184600" cy="758100"/>
          </a:xfrm>
          <a:prstGeom prst="rect">
            <a:avLst/>
          </a:prstGeom>
        </p:spPr>
        <p:txBody>
          <a:bodyPr spcFirstLastPara="1" wrap="square" lIns="0" tIns="0" rIns="91425"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889" name="Google Shape;889;p9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0" name="Google Shape;890;p9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1" name="Google Shape;891;p9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2" name="Google Shape;892;p9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893"/>
        <p:cNvGrpSpPr/>
        <p:nvPr/>
      </p:nvGrpSpPr>
      <p:grpSpPr>
        <a:xfrm>
          <a:off x="0" y="0"/>
          <a:ext cx="0" cy="0"/>
          <a:chOff x="0" y="0"/>
          <a:chExt cx="0" cy="0"/>
        </a:xfrm>
      </p:grpSpPr>
      <p:sp>
        <p:nvSpPr>
          <p:cNvPr id="894" name="Google Shape;894;p98"/>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95" name="Google Shape;895;p9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896"/>
        <p:cNvGrpSpPr/>
        <p:nvPr/>
      </p:nvGrpSpPr>
      <p:grpSpPr>
        <a:xfrm>
          <a:off x="0" y="0"/>
          <a:ext cx="0" cy="0"/>
          <a:chOff x="0" y="0"/>
          <a:chExt cx="0" cy="0"/>
        </a:xfrm>
      </p:grpSpPr>
      <p:sp>
        <p:nvSpPr>
          <p:cNvPr id="897" name="Google Shape;897;p99"/>
          <p:cNvSpPr txBox="1">
            <a:spLocks noGrp="1"/>
          </p:cNvSpPr>
          <p:nvPr>
            <p:ph type="body" idx="1"/>
          </p:nvPr>
        </p:nvSpPr>
        <p:spPr>
          <a:xfrm>
            <a:off x="311700" y="4080225"/>
            <a:ext cx="4027500" cy="926100"/>
          </a:xfrm>
          <a:prstGeom prst="rect">
            <a:avLst/>
          </a:prstGeom>
        </p:spPr>
        <p:txBody>
          <a:bodyPr spcFirstLastPara="1" wrap="square" lIns="0"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
        <p:nvSpPr>
          <p:cNvPr id="898" name="Google Shape;898;p99"/>
          <p:cNvSpPr>
            <a:spLocks noGrp="1"/>
          </p:cNvSpPr>
          <p:nvPr>
            <p:ph type="pic" idx="2"/>
          </p:nvPr>
        </p:nvSpPr>
        <p:spPr>
          <a:xfrm>
            <a:off x="4804825" y="1133300"/>
            <a:ext cx="4027500" cy="2392800"/>
          </a:xfrm>
          <a:prstGeom prst="rect">
            <a:avLst/>
          </a:prstGeom>
          <a:noFill/>
          <a:ln>
            <a:noFill/>
          </a:ln>
        </p:spPr>
      </p:sp>
      <p:sp>
        <p:nvSpPr>
          <p:cNvPr id="899" name="Google Shape;899;p99"/>
          <p:cNvSpPr>
            <a:spLocks noGrp="1"/>
          </p:cNvSpPr>
          <p:nvPr>
            <p:ph type="pic" idx="3"/>
          </p:nvPr>
        </p:nvSpPr>
        <p:spPr>
          <a:xfrm>
            <a:off x="311725" y="1133300"/>
            <a:ext cx="4027500" cy="2392800"/>
          </a:xfrm>
          <a:prstGeom prst="rect">
            <a:avLst/>
          </a:prstGeom>
          <a:noFill/>
          <a:ln>
            <a:noFill/>
          </a:ln>
        </p:spPr>
      </p:sp>
      <p:sp>
        <p:nvSpPr>
          <p:cNvPr id="900" name="Google Shape;900;p9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01" name="Google Shape;901;p99"/>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902" name="Google Shape;902;p9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03" name="Google Shape;903;p9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904"/>
        <p:cNvGrpSpPr/>
        <p:nvPr/>
      </p:nvGrpSpPr>
      <p:grpSpPr>
        <a:xfrm>
          <a:off x="0" y="0"/>
          <a:ext cx="0" cy="0"/>
          <a:chOff x="0" y="0"/>
          <a:chExt cx="0" cy="0"/>
        </a:xfrm>
      </p:grpSpPr>
      <p:sp>
        <p:nvSpPr>
          <p:cNvPr id="905" name="Google Shape;905;p100"/>
          <p:cNvSpPr txBox="1">
            <a:spLocks noGrp="1"/>
          </p:cNvSpPr>
          <p:nvPr>
            <p:ph type="body" idx="1"/>
          </p:nvPr>
        </p:nvSpPr>
        <p:spPr>
          <a:xfrm>
            <a:off x="311700" y="3911700"/>
            <a:ext cx="2627100" cy="1018500"/>
          </a:xfrm>
          <a:prstGeom prst="rect">
            <a:avLst/>
          </a:prstGeom>
        </p:spPr>
        <p:txBody>
          <a:bodyPr spcFirstLastPara="1" wrap="square" lIns="0"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
        <p:nvSpPr>
          <p:cNvPr id="906" name="Google Shape;906;p100"/>
          <p:cNvSpPr>
            <a:spLocks noGrp="1"/>
          </p:cNvSpPr>
          <p:nvPr>
            <p:ph type="pic" idx="2"/>
          </p:nvPr>
        </p:nvSpPr>
        <p:spPr>
          <a:xfrm>
            <a:off x="6205225" y="1128325"/>
            <a:ext cx="2627100" cy="2273100"/>
          </a:xfrm>
          <a:prstGeom prst="rect">
            <a:avLst/>
          </a:prstGeom>
          <a:noFill/>
          <a:ln>
            <a:noFill/>
          </a:ln>
        </p:spPr>
      </p:sp>
      <p:sp>
        <p:nvSpPr>
          <p:cNvPr id="907" name="Google Shape;907;p100"/>
          <p:cNvSpPr>
            <a:spLocks noGrp="1"/>
          </p:cNvSpPr>
          <p:nvPr>
            <p:ph type="pic" idx="3"/>
          </p:nvPr>
        </p:nvSpPr>
        <p:spPr>
          <a:xfrm>
            <a:off x="311725" y="1128325"/>
            <a:ext cx="2627100" cy="2273100"/>
          </a:xfrm>
          <a:prstGeom prst="rect">
            <a:avLst/>
          </a:prstGeom>
          <a:noFill/>
          <a:ln>
            <a:noFill/>
          </a:ln>
        </p:spPr>
      </p:sp>
      <p:sp>
        <p:nvSpPr>
          <p:cNvPr id="908" name="Google Shape;908;p10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09" name="Google Shape;909;p100"/>
          <p:cNvSpPr>
            <a:spLocks noGrp="1"/>
          </p:cNvSpPr>
          <p:nvPr>
            <p:ph type="pic" idx="5"/>
          </p:nvPr>
        </p:nvSpPr>
        <p:spPr>
          <a:xfrm>
            <a:off x="3255250" y="1128325"/>
            <a:ext cx="2627100" cy="2273100"/>
          </a:xfrm>
          <a:prstGeom prst="rect">
            <a:avLst/>
          </a:prstGeom>
          <a:noFill/>
          <a:ln>
            <a:noFill/>
          </a:ln>
        </p:spPr>
      </p:sp>
      <p:sp>
        <p:nvSpPr>
          <p:cNvPr id="910" name="Google Shape;910;p10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11" name="Google Shape;911;p100"/>
          <p:cNvSpPr txBox="1">
            <a:spLocks noGrp="1"/>
          </p:cNvSpPr>
          <p:nvPr>
            <p:ph type="title"/>
          </p:nvPr>
        </p:nvSpPr>
        <p:spPr>
          <a:xfrm>
            <a:off x="311700" y="445025"/>
            <a:ext cx="8520600" cy="5727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912" name="Google Shape;912;p10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13" name="Google Shape;913;p10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14" name="Google Shape;914;p10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915"/>
        <p:cNvGrpSpPr/>
        <p:nvPr/>
      </p:nvGrpSpPr>
      <p:grpSpPr>
        <a:xfrm>
          <a:off x="0" y="0"/>
          <a:ext cx="0" cy="0"/>
          <a:chOff x="0" y="0"/>
          <a:chExt cx="0" cy="0"/>
        </a:xfrm>
      </p:grpSpPr>
      <p:sp>
        <p:nvSpPr>
          <p:cNvPr id="916" name="Google Shape;916;p10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917"/>
        <p:cNvGrpSpPr/>
        <p:nvPr/>
      </p:nvGrpSpPr>
      <p:grpSpPr>
        <a:xfrm>
          <a:off x="0" y="0"/>
          <a:ext cx="0" cy="0"/>
          <a:chOff x="0" y="0"/>
          <a:chExt cx="0" cy="0"/>
        </a:xfrm>
      </p:grpSpPr>
      <p:sp>
        <p:nvSpPr>
          <p:cNvPr id="918" name="Google Shape;918;p102"/>
          <p:cNvSpPr>
            <a:spLocks noGrp="1"/>
          </p:cNvSpPr>
          <p:nvPr>
            <p:ph type="pic" idx="2"/>
          </p:nvPr>
        </p:nvSpPr>
        <p:spPr>
          <a:xfrm>
            <a:off x="3389600" y="118913"/>
            <a:ext cx="1643700" cy="1535100"/>
          </a:xfrm>
          <a:prstGeom prst="rect">
            <a:avLst/>
          </a:prstGeom>
          <a:noFill/>
          <a:ln>
            <a:noFill/>
          </a:ln>
        </p:spPr>
      </p:sp>
      <p:sp>
        <p:nvSpPr>
          <p:cNvPr id="919" name="Google Shape;919;p102"/>
          <p:cNvSpPr>
            <a:spLocks noGrp="1"/>
          </p:cNvSpPr>
          <p:nvPr>
            <p:ph type="pic" idx="3"/>
          </p:nvPr>
        </p:nvSpPr>
        <p:spPr>
          <a:xfrm>
            <a:off x="5195935" y="118913"/>
            <a:ext cx="1643700" cy="1535100"/>
          </a:xfrm>
          <a:prstGeom prst="rect">
            <a:avLst/>
          </a:prstGeom>
          <a:noFill/>
          <a:ln>
            <a:noFill/>
          </a:ln>
        </p:spPr>
      </p:sp>
      <p:sp>
        <p:nvSpPr>
          <p:cNvPr id="920" name="Google Shape;920;p102"/>
          <p:cNvSpPr>
            <a:spLocks noGrp="1"/>
          </p:cNvSpPr>
          <p:nvPr>
            <p:ph type="pic" idx="4"/>
          </p:nvPr>
        </p:nvSpPr>
        <p:spPr>
          <a:xfrm>
            <a:off x="7002270" y="118913"/>
            <a:ext cx="1643700" cy="1535100"/>
          </a:xfrm>
          <a:prstGeom prst="rect">
            <a:avLst/>
          </a:prstGeom>
          <a:noFill/>
          <a:ln>
            <a:noFill/>
          </a:ln>
        </p:spPr>
      </p:sp>
      <p:sp>
        <p:nvSpPr>
          <p:cNvPr id="921" name="Google Shape;921;p102"/>
          <p:cNvSpPr>
            <a:spLocks noGrp="1"/>
          </p:cNvSpPr>
          <p:nvPr>
            <p:ph type="pic" idx="5"/>
          </p:nvPr>
        </p:nvSpPr>
        <p:spPr>
          <a:xfrm>
            <a:off x="3389588" y="1804212"/>
            <a:ext cx="1643700" cy="1535100"/>
          </a:xfrm>
          <a:prstGeom prst="rect">
            <a:avLst/>
          </a:prstGeom>
          <a:noFill/>
          <a:ln>
            <a:noFill/>
          </a:ln>
        </p:spPr>
      </p:sp>
      <p:sp>
        <p:nvSpPr>
          <p:cNvPr id="922" name="Google Shape;922;p102"/>
          <p:cNvSpPr>
            <a:spLocks noGrp="1"/>
          </p:cNvSpPr>
          <p:nvPr>
            <p:ph type="pic" idx="6"/>
          </p:nvPr>
        </p:nvSpPr>
        <p:spPr>
          <a:xfrm>
            <a:off x="5195922" y="1804212"/>
            <a:ext cx="1643700" cy="1535100"/>
          </a:xfrm>
          <a:prstGeom prst="rect">
            <a:avLst/>
          </a:prstGeom>
          <a:noFill/>
          <a:ln>
            <a:noFill/>
          </a:ln>
        </p:spPr>
      </p:sp>
      <p:sp>
        <p:nvSpPr>
          <p:cNvPr id="923" name="Google Shape;923;p102"/>
          <p:cNvSpPr>
            <a:spLocks noGrp="1"/>
          </p:cNvSpPr>
          <p:nvPr>
            <p:ph type="pic" idx="7"/>
          </p:nvPr>
        </p:nvSpPr>
        <p:spPr>
          <a:xfrm>
            <a:off x="7002257" y="1804212"/>
            <a:ext cx="1643700" cy="1535100"/>
          </a:xfrm>
          <a:prstGeom prst="rect">
            <a:avLst/>
          </a:prstGeom>
          <a:noFill/>
          <a:ln>
            <a:noFill/>
          </a:ln>
        </p:spPr>
      </p:sp>
      <p:sp>
        <p:nvSpPr>
          <p:cNvPr id="924" name="Google Shape;924;p102"/>
          <p:cNvSpPr txBox="1">
            <a:spLocks noGrp="1"/>
          </p:cNvSpPr>
          <p:nvPr>
            <p:ph type="title"/>
          </p:nvPr>
        </p:nvSpPr>
        <p:spPr>
          <a:xfrm>
            <a:off x="351550" y="445025"/>
            <a:ext cx="2596800" cy="1706400"/>
          </a:xfrm>
          <a:prstGeom prst="rect">
            <a:avLst/>
          </a:prstGeom>
        </p:spPr>
        <p:txBody>
          <a:bodyPr spcFirstLastPara="1" wrap="square" lIns="0" tIns="0" rIns="91425" bIns="0"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925" name="Google Shape;925;p102"/>
          <p:cNvSpPr>
            <a:spLocks noGrp="1"/>
          </p:cNvSpPr>
          <p:nvPr>
            <p:ph type="pic" idx="8"/>
          </p:nvPr>
        </p:nvSpPr>
        <p:spPr>
          <a:xfrm>
            <a:off x="3389588" y="3489487"/>
            <a:ext cx="1643700" cy="1535100"/>
          </a:xfrm>
          <a:prstGeom prst="rect">
            <a:avLst/>
          </a:prstGeom>
          <a:noFill/>
          <a:ln>
            <a:noFill/>
          </a:ln>
        </p:spPr>
      </p:sp>
      <p:sp>
        <p:nvSpPr>
          <p:cNvPr id="926" name="Google Shape;926;p102"/>
          <p:cNvSpPr>
            <a:spLocks noGrp="1"/>
          </p:cNvSpPr>
          <p:nvPr>
            <p:ph type="pic" idx="9"/>
          </p:nvPr>
        </p:nvSpPr>
        <p:spPr>
          <a:xfrm>
            <a:off x="5195922" y="3489487"/>
            <a:ext cx="1643700" cy="1535100"/>
          </a:xfrm>
          <a:prstGeom prst="rect">
            <a:avLst/>
          </a:prstGeom>
          <a:noFill/>
          <a:ln>
            <a:noFill/>
          </a:ln>
        </p:spPr>
      </p:sp>
      <p:sp>
        <p:nvSpPr>
          <p:cNvPr id="927" name="Google Shape;927;p10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theme" Target="../theme/theme3.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slideLayout" Target="../slideLayouts/slideLayout99.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
        <p:nvSpPr>
          <p:cNvPr id="52" name="Google Shape;52;p13"/>
          <p:cNvSpPr txBox="1">
            <a:spLocks noGrp="1"/>
          </p:cNvSpPr>
          <p:nvPr>
            <p:ph type="title"/>
          </p:nvPr>
        </p:nvSpPr>
        <p:spPr>
          <a:xfrm>
            <a:off x="228600" y="85200"/>
            <a:ext cx="5236500" cy="109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a:endParaRPr/>
          </a:p>
        </p:txBody>
      </p:sp>
      <p:sp>
        <p:nvSpPr>
          <p:cNvPr id="53" name="Google Shape;53;p13"/>
          <p:cNvSpPr txBox="1">
            <a:spLocks noGrp="1"/>
          </p:cNvSpPr>
          <p:nvPr>
            <p:ph type="body" idx="2"/>
          </p:nvPr>
        </p:nvSpPr>
        <p:spPr>
          <a:xfrm>
            <a:off x="4562525" y="1518250"/>
            <a:ext cx="3880800" cy="27654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478"/>
        <p:cNvGrpSpPr/>
        <p:nvPr/>
      </p:nvGrpSpPr>
      <p:grpSpPr>
        <a:xfrm>
          <a:off x="0" y="0"/>
          <a:ext cx="0" cy="0"/>
          <a:chOff x="0" y="0"/>
          <a:chExt cx="0" cy="0"/>
        </a:xfrm>
      </p:grpSpPr>
      <p:sp>
        <p:nvSpPr>
          <p:cNvPr id="479" name="Google Shape;479;p53"/>
          <p:cNvSpPr txBox="1">
            <a:spLocks noGrp="1"/>
          </p:cNvSpPr>
          <p:nvPr>
            <p:ph type="body" idx="1"/>
          </p:nvPr>
        </p:nvSpPr>
        <p:spPr>
          <a:xfrm>
            <a:off x="228600" y="1833125"/>
            <a:ext cx="5760600" cy="3460200"/>
          </a:xfrm>
          <a:prstGeom prst="rect">
            <a:avLst/>
          </a:prstGeom>
          <a:noFill/>
          <a:ln>
            <a:noFill/>
          </a:ln>
        </p:spPr>
        <p:txBody>
          <a:bodyPr spcFirstLastPara="1" wrap="square" lIns="0" tIns="91425" rIns="91425" bIns="91425" anchor="t" anchorCtr="0">
            <a:noAutofit/>
          </a:bodyPr>
          <a:lstStyle>
            <a:lvl1pPr marL="457200" lvl="0" indent="-292100">
              <a:lnSpc>
                <a:spcPct val="115000"/>
              </a:lnSpc>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marL="914400" lvl="1"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marL="1371600" lvl="2"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marL="1828800" lvl="3"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marL="2286000" lvl="4"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marL="2743200" lvl="5"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marL="3200400" lvl="6"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marL="3657600" lvl="7" indent="-2921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marL="4114800" lvl="8" indent="-292100">
              <a:lnSpc>
                <a:spcPct val="115000"/>
              </a:lnSpc>
              <a:spcBef>
                <a:spcPts val="800"/>
              </a:spcBef>
              <a:spcAft>
                <a:spcPts val="80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a:endParaRPr/>
          </a:p>
        </p:txBody>
      </p:sp>
      <p:sp>
        <p:nvSpPr>
          <p:cNvPr id="480" name="Google Shape;480;p53"/>
          <p:cNvSpPr txBox="1">
            <a:spLocks noGrp="1"/>
          </p:cNvSpPr>
          <p:nvPr>
            <p:ph type="title"/>
          </p:nvPr>
        </p:nvSpPr>
        <p:spPr>
          <a:xfrm>
            <a:off x="228600" y="256925"/>
            <a:ext cx="8628300" cy="587700"/>
          </a:xfrm>
          <a:prstGeom prst="rect">
            <a:avLst/>
          </a:prstGeom>
          <a:noFill/>
          <a:ln>
            <a:noFill/>
          </a:ln>
        </p:spPr>
        <p:txBody>
          <a:bodyPr spcFirstLastPara="1" wrap="square" lIns="0" tIns="0" rIns="91425" bIns="0" anchor="t" anchorCtr="0">
            <a:spAutoFit/>
          </a:bodyPr>
          <a:lstStyle>
            <a:lvl1pPr lvl="0">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9pPr>
          </a:lstStyle>
          <a:p>
            <a:endParaRPr/>
          </a:p>
        </p:txBody>
      </p:sp>
      <p:sp>
        <p:nvSpPr>
          <p:cNvPr id="481" name="Google Shape;481;p53"/>
          <p:cNvSpPr txBox="1">
            <a:spLocks noGrp="1"/>
          </p:cNvSpPr>
          <p:nvPr>
            <p:ph type="body" idx="2"/>
          </p:nvPr>
        </p:nvSpPr>
        <p:spPr>
          <a:xfrm>
            <a:off x="4028050" y="1866850"/>
            <a:ext cx="3640800" cy="2424600"/>
          </a:xfrm>
          <a:prstGeom prst="rect">
            <a:avLst/>
          </a:prstGeom>
          <a:noFill/>
          <a:ln>
            <a:noFill/>
          </a:ln>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marL="914400" lvl="1"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marL="1371600" lvl="2"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marL="1828800" lvl="3"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marL="2286000" lvl="4"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marL="2743200" lvl="5"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marL="3200400" lvl="6"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marL="3657600" lvl="7"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marL="4114800" lvl="8" indent="-2921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a:endParaRPr/>
          </a:p>
        </p:txBody>
      </p:sp>
    </p:spTree>
  </p:cSld>
  <p:clrMap bg1="lt1" tx1="dk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 id="2147483734" r:id="rId37"/>
    <p:sldLayoutId id="2147483735" r:id="rId38"/>
    <p:sldLayoutId id="2147483736" r:id="rId39"/>
    <p:sldLayoutId id="2147483737" r:id="rId40"/>
    <p:sldLayoutId id="2147483738" r:id="rId41"/>
    <p:sldLayoutId id="2147483739" r:id="rId42"/>
    <p:sldLayoutId id="2147483740" r:id="rId43"/>
    <p:sldLayoutId id="2147483741" r:id="rId44"/>
    <p:sldLayoutId id="2147483742" r:id="rId45"/>
    <p:sldLayoutId id="2147483743" r:id="rId46"/>
    <p:sldLayoutId id="2147483744" r:id="rId47"/>
    <p:sldLayoutId id="2147483745" r:id="rId48"/>
    <p:sldLayoutId id="2147483746" r:id="rId4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474">
          <p15:clr>
            <a:srgbClr val="E46962"/>
          </p15:clr>
        </p15:guide>
        <p15:guide id="2" pos="1548">
          <p15:clr>
            <a:srgbClr val="E46962"/>
          </p15:clr>
        </p15:guide>
        <p15:guide id="3" pos="2842">
          <p15:clr>
            <a:srgbClr val="E46962"/>
          </p15:clr>
        </p15:guide>
        <p15:guide id="4" pos="2916">
          <p15:clr>
            <a:srgbClr val="E46962"/>
          </p15:clr>
        </p15:guide>
        <p15:guide id="5" pos="4211">
          <p15:clr>
            <a:srgbClr val="E46962"/>
          </p15:clr>
        </p15:guide>
        <p15:guide id="6" pos="4285">
          <p15:clr>
            <a:srgbClr val="E46962"/>
          </p15:clr>
        </p15:guide>
        <p15:guide id="7" pos="1926">
          <p15:clr>
            <a:srgbClr val="E46962"/>
          </p15:clr>
        </p15:guide>
        <p15:guide id="8" pos="2007">
          <p15:clr>
            <a:srgbClr val="E46962"/>
          </p15:clr>
        </p15:guide>
        <p15:guide id="9" pos="3753">
          <p15:clr>
            <a:srgbClr val="E46962"/>
          </p15:clr>
        </p15:guide>
        <p15:guide id="10" pos="3833">
          <p15:clr>
            <a:srgbClr val="E46962"/>
          </p15:clr>
        </p15:guide>
        <p15:guide id="11" orient="horz" pos="299">
          <p15:clr>
            <a:srgbClr val="E46962"/>
          </p15:clr>
        </p15:guide>
        <p15:guide id="12" orient="horz" pos="907">
          <p15:clr>
            <a:srgbClr val="E46962"/>
          </p15:clr>
        </p15:guide>
        <p15:guide id="13" orient="horz" pos="981">
          <p15:clr>
            <a:srgbClr val="E46962"/>
          </p15:clr>
        </p15:guide>
        <p15:guide id="14" orient="horz" pos="1583">
          <p15:clr>
            <a:srgbClr val="E46962"/>
          </p15:clr>
        </p15:guide>
        <p15:guide id="15" orient="horz" pos="1657">
          <p15:clr>
            <a:srgbClr val="E46962"/>
          </p15:clr>
        </p15:guide>
        <p15:guide id="16" orient="horz" pos="2259">
          <p15:clr>
            <a:srgbClr val="E46962"/>
          </p15:clr>
        </p15:guide>
        <p15:guide id="17" orient="horz" pos="2333">
          <p15:clr>
            <a:srgbClr val="E46962"/>
          </p15:clr>
        </p15:guide>
        <p15:guide id="18" orient="horz" pos="2941">
          <p15:clr>
            <a:srgbClr val="E46962"/>
          </p15:clr>
        </p15:guide>
        <p15:guide id="19" pos="179">
          <p15:clr>
            <a:srgbClr val="E46962"/>
          </p15:clr>
        </p15:guide>
        <p15:guide id="20" orient="horz" pos="180">
          <p15:clr>
            <a:srgbClr val="E46962"/>
          </p15:clr>
        </p15:guide>
        <p15:guide id="21" orient="horz" pos="3061">
          <p15:clr>
            <a:srgbClr val="E46962"/>
          </p15:clr>
        </p15:guide>
        <p15:guide id="22" pos="5579">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png"/><Relationship Id="rId7" Type="http://schemas.openxmlformats.org/officeDocument/2006/relationships/image" Target="../media/image20.jp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7.jpg"/><Relationship Id="rId7"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15.png"/><Relationship Id="rId5" Type="http://schemas.openxmlformats.org/officeDocument/2006/relationships/image" Target="../media/image19.jpg"/><Relationship Id="rId4" Type="http://schemas.openxmlformats.org/officeDocument/2006/relationships/image" Target="../media/image18.jp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22.jp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4.xml"/><Relationship Id="rId4" Type="http://schemas.openxmlformats.org/officeDocument/2006/relationships/image" Target="../media/image24.jp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5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6.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5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6.xml"/><Relationship Id="rId1" Type="http://schemas.openxmlformats.org/officeDocument/2006/relationships/slideLayout" Target="../slideLayouts/slideLayout59.xml"/><Relationship Id="rId5" Type="http://schemas.openxmlformats.org/officeDocument/2006/relationships/image" Target="../media/image15.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66.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6.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6.png"/><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7.png"/><Relationship Id="rId1" Type="http://schemas.openxmlformats.org/officeDocument/2006/relationships/slideLayout" Target="../slideLayouts/slideLayout6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8.png"/><Relationship Id="rId1" Type="http://schemas.openxmlformats.org/officeDocument/2006/relationships/slideLayout" Target="../slideLayouts/slideLayout6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9.png"/><Relationship Id="rId1" Type="http://schemas.openxmlformats.org/officeDocument/2006/relationships/slideLayout" Target="../slideLayouts/slideLayout6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0.png"/><Relationship Id="rId1" Type="http://schemas.openxmlformats.org/officeDocument/2006/relationships/slideLayout" Target="../slideLayouts/slideLayout6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1.png"/><Relationship Id="rId1" Type="http://schemas.openxmlformats.org/officeDocument/2006/relationships/slideLayout" Target="../slideLayouts/slideLayout66.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2.png"/><Relationship Id="rId1" Type="http://schemas.openxmlformats.org/officeDocument/2006/relationships/slideLayout" Target="../slideLayouts/slideLayout6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3.png"/><Relationship Id="rId1" Type="http://schemas.openxmlformats.org/officeDocument/2006/relationships/slideLayout" Target="../slideLayouts/slideLayout66.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6.xml"/><Relationship Id="rId4" Type="http://schemas.openxmlformats.org/officeDocument/2006/relationships/hyperlink" Target="https://www.betterhelp.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03"/>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None/>
            </a:pPr>
            <a:r>
              <a:rPr lang="en">
                <a:solidFill>
                  <a:schemeClr val="lt1"/>
                </a:solidFill>
              </a:rPr>
              <a:t>PeopleFirst</a:t>
            </a:r>
            <a:endParaRPr>
              <a:solidFill>
                <a:schemeClr val="lt1"/>
              </a:solidFill>
            </a:endParaRPr>
          </a:p>
        </p:txBody>
      </p:sp>
      <p:sp>
        <p:nvSpPr>
          <p:cNvPr id="933" name="Google Shape;933;p103"/>
          <p:cNvSpPr txBox="1">
            <a:spLocks noGrp="1"/>
          </p:cNvSpPr>
          <p:nvPr>
            <p:ph type="subTitle" idx="1"/>
          </p:nvPr>
        </p:nvSpPr>
        <p:spPr>
          <a:xfrm>
            <a:off x="128400" y="1175275"/>
            <a:ext cx="4402800" cy="2520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lvl="0" indent="0" algn="l" rtl="0">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Student Mental Health</a:t>
            </a:r>
            <a:endParaRPr>
              <a:solidFill>
                <a:schemeClr val="lt1"/>
              </a:solidFill>
              <a:latin typeface="Urbanist Medium"/>
              <a:ea typeface="Urbanist Medium"/>
              <a:cs typeface="Urbanist Medium"/>
              <a:sym typeface="Urbanist Medium"/>
            </a:endParaRPr>
          </a:p>
        </p:txBody>
      </p:sp>
      <p:pic>
        <p:nvPicPr>
          <p:cNvPr id="934" name="Google Shape;934;p103"/>
          <p:cNvPicPr preferRelativeResize="0"/>
          <p:nvPr/>
        </p:nvPicPr>
        <p:blipFill>
          <a:blip r:embed="rId3">
            <a:alphaModFix/>
          </a:blip>
          <a:stretch>
            <a:fillRect/>
          </a:stretch>
        </p:blipFill>
        <p:spPr>
          <a:xfrm>
            <a:off x="5401970" y="228600"/>
            <a:ext cx="2738376" cy="4111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104"/>
          <p:cNvSpPr/>
          <p:nvPr/>
        </p:nvSpPr>
        <p:spPr>
          <a:xfrm>
            <a:off x="2873000" y="228575"/>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0" name="Google Shape;940;p104"/>
          <p:cNvSpPr/>
          <p:nvPr/>
        </p:nvSpPr>
        <p:spPr>
          <a:xfrm>
            <a:off x="2872975" y="1588163"/>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1" name="Google Shape;941;p104"/>
          <p:cNvSpPr/>
          <p:nvPr/>
        </p:nvSpPr>
        <p:spPr>
          <a:xfrm>
            <a:off x="2872836" y="948600"/>
            <a:ext cx="29151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2" name="Google Shape;942;p104"/>
          <p:cNvSpPr/>
          <p:nvPr/>
        </p:nvSpPr>
        <p:spPr>
          <a:xfrm>
            <a:off x="2873000" y="2227750"/>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3" name="Google Shape;943;p104"/>
          <p:cNvSpPr/>
          <p:nvPr/>
        </p:nvSpPr>
        <p:spPr>
          <a:xfrm>
            <a:off x="2873000" y="2922650"/>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4" name="Google Shape;944;p104"/>
          <p:cNvSpPr/>
          <p:nvPr/>
        </p:nvSpPr>
        <p:spPr>
          <a:xfrm>
            <a:off x="2873000" y="3617550"/>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45" name="Google Shape;945;p104"/>
          <p:cNvSpPr txBox="1">
            <a:spLocks noGrp="1"/>
          </p:cNvSpPr>
          <p:nvPr>
            <p:ph type="title"/>
          </p:nvPr>
        </p:nvSpPr>
        <p:spPr>
          <a:xfrm>
            <a:off x="228600" y="228600"/>
            <a:ext cx="2484000" cy="537300"/>
          </a:xfrm>
          <a:prstGeom prst="rect">
            <a:avLst/>
          </a:prstGeom>
        </p:spPr>
        <p:txBody>
          <a:bodyPr spcFirstLastPara="1" wrap="square" lIns="0" tIns="0" rIns="91425" bIns="91425" anchor="t" anchorCtr="0">
            <a:spAutoFit/>
          </a:bodyPr>
          <a:lstStyle/>
          <a:p>
            <a:pPr marL="0" lvl="0" indent="0" algn="l" rtl="0">
              <a:spcBef>
                <a:spcPts val="0"/>
              </a:spcBef>
              <a:spcAft>
                <a:spcPts val="0"/>
              </a:spcAft>
              <a:buNone/>
            </a:pPr>
            <a:r>
              <a:rPr lang="en"/>
              <a:t>Content</a:t>
            </a:r>
            <a:endParaRPr/>
          </a:p>
        </p:txBody>
      </p:sp>
      <p:sp>
        <p:nvSpPr>
          <p:cNvPr id="946" name="Google Shape;946;p104"/>
          <p:cNvSpPr txBox="1">
            <a:spLocks noGrp="1"/>
          </p:cNvSpPr>
          <p:nvPr>
            <p:ph type="subTitle" idx="4"/>
          </p:nvPr>
        </p:nvSpPr>
        <p:spPr>
          <a:xfrm>
            <a:off x="2993400" y="352950"/>
            <a:ext cx="3225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1</a:t>
            </a:r>
            <a:endParaRPr/>
          </a:p>
        </p:txBody>
      </p:sp>
      <p:sp>
        <p:nvSpPr>
          <p:cNvPr id="947" name="Google Shape;947;p104"/>
          <p:cNvSpPr txBox="1">
            <a:spLocks noGrp="1"/>
          </p:cNvSpPr>
          <p:nvPr>
            <p:ph type="subTitle" idx="5"/>
          </p:nvPr>
        </p:nvSpPr>
        <p:spPr>
          <a:xfrm>
            <a:off x="2958212" y="1745875"/>
            <a:ext cx="2187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3</a:t>
            </a:r>
            <a:endParaRPr/>
          </a:p>
        </p:txBody>
      </p:sp>
      <p:sp>
        <p:nvSpPr>
          <p:cNvPr id="948" name="Google Shape;948;p104"/>
          <p:cNvSpPr txBox="1">
            <a:spLocks noGrp="1"/>
          </p:cNvSpPr>
          <p:nvPr>
            <p:ph type="subTitle" idx="6"/>
          </p:nvPr>
        </p:nvSpPr>
        <p:spPr>
          <a:xfrm>
            <a:off x="2958070" y="1105450"/>
            <a:ext cx="2190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2</a:t>
            </a:r>
            <a:endParaRPr/>
          </a:p>
        </p:txBody>
      </p:sp>
      <p:sp>
        <p:nvSpPr>
          <p:cNvPr id="949" name="Google Shape;949;p104"/>
          <p:cNvSpPr txBox="1">
            <a:spLocks noGrp="1"/>
          </p:cNvSpPr>
          <p:nvPr>
            <p:ph type="subTitle" idx="7"/>
          </p:nvPr>
        </p:nvSpPr>
        <p:spPr>
          <a:xfrm>
            <a:off x="2958235" y="2388106"/>
            <a:ext cx="2187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4</a:t>
            </a:r>
            <a:endParaRPr/>
          </a:p>
        </p:txBody>
      </p:sp>
      <p:sp>
        <p:nvSpPr>
          <p:cNvPr id="950" name="Google Shape;950;p104"/>
          <p:cNvSpPr txBox="1">
            <a:spLocks noGrp="1"/>
          </p:cNvSpPr>
          <p:nvPr>
            <p:ph type="subTitle" idx="8"/>
          </p:nvPr>
        </p:nvSpPr>
        <p:spPr>
          <a:xfrm>
            <a:off x="2958237" y="3079506"/>
            <a:ext cx="2187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5</a:t>
            </a:r>
            <a:endParaRPr/>
          </a:p>
        </p:txBody>
      </p:sp>
      <p:sp>
        <p:nvSpPr>
          <p:cNvPr id="951" name="Google Shape;951;p104"/>
          <p:cNvSpPr txBox="1">
            <a:spLocks noGrp="1"/>
          </p:cNvSpPr>
          <p:nvPr>
            <p:ph type="subTitle" idx="9"/>
          </p:nvPr>
        </p:nvSpPr>
        <p:spPr>
          <a:xfrm>
            <a:off x="2958235" y="3770956"/>
            <a:ext cx="2187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6</a:t>
            </a:r>
            <a:endParaRPr/>
          </a:p>
        </p:txBody>
      </p:sp>
      <p:sp>
        <p:nvSpPr>
          <p:cNvPr id="952" name="Google Shape;952;p104"/>
          <p:cNvSpPr txBox="1">
            <a:spLocks noGrp="1"/>
          </p:cNvSpPr>
          <p:nvPr>
            <p:ph type="subTitle" idx="13"/>
          </p:nvPr>
        </p:nvSpPr>
        <p:spPr>
          <a:xfrm>
            <a:off x="3203125" y="352950"/>
            <a:ext cx="1415700" cy="288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Meet the Team</a:t>
            </a:r>
            <a:endParaRPr/>
          </a:p>
        </p:txBody>
      </p:sp>
      <p:sp>
        <p:nvSpPr>
          <p:cNvPr id="953" name="Google Shape;953;p104"/>
          <p:cNvSpPr txBox="1">
            <a:spLocks noGrp="1"/>
          </p:cNvSpPr>
          <p:nvPr>
            <p:ph type="subTitle" idx="14"/>
          </p:nvPr>
        </p:nvSpPr>
        <p:spPr>
          <a:xfrm>
            <a:off x="3203103" y="1745888"/>
            <a:ext cx="10542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Our Pitch</a:t>
            </a:r>
            <a:endParaRPr/>
          </a:p>
        </p:txBody>
      </p:sp>
      <p:sp>
        <p:nvSpPr>
          <p:cNvPr id="954" name="Google Shape;954;p104"/>
          <p:cNvSpPr txBox="1">
            <a:spLocks noGrp="1"/>
          </p:cNvSpPr>
          <p:nvPr>
            <p:ph type="subTitle" idx="15"/>
          </p:nvPr>
        </p:nvSpPr>
        <p:spPr>
          <a:xfrm>
            <a:off x="3204485" y="1107150"/>
            <a:ext cx="13137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The Problem</a:t>
            </a:r>
            <a:endParaRPr/>
          </a:p>
        </p:txBody>
      </p:sp>
      <p:sp>
        <p:nvSpPr>
          <p:cNvPr id="955" name="Google Shape;955;p104"/>
          <p:cNvSpPr txBox="1">
            <a:spLocks noGrp="1"/>
          </p:cNvSpPr>
          <p:nvPr>
            <p:ph type="subTitle" idx="16"/>
          </p:nvPr>
        </p:nvSpPr>
        <p:spPr>
          <a:xfrm>
            <a:off x="3204649" y="2387125"/>
            <a:ext cx="12585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The Solution</a:t>
            </a:r>
            <a:endParaRPr/>
          </a:p>
        </p:txBody>
      </p:sp>
      <p:sp>
        <p:nvSpPr>
          <p:cNvPr id="956" name="Google Shape;956;p104"/>
          <p:cNvSpPr txBox="1">
            <a:spLocks noGrp="1"/>
          </p:cNvSpPr>
          <p:nvPr>
            <p:ph type="subTitle" idx="17"/>
          </p:nvPr>
        </p:nvSpPr>
        <p:spPr>
          <a:xfrm>
            <a:off x="3203126" y="3081188"/>
            <a:ext cx="18501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Product Capabilities</a:t>
            </a:r>
            <a:endParaRPr/>
          </a:p>
        </p:txBody>
      </p:sp>
      <p:sp>
        <p:nvSpPr>
          <p:cNvPr id="957" name="Google Shape;957;p104"/>
          <p:cNvSpPr txBox="1">
            <a:spLocks noGrp="1"/>
          </p:cNvSpPr>
          <p:nvPr>
            <p:ph type="subTitle" idx="18"/>
          </p:nvPr>
        </p:nvSpPr>
        <p:spPr>
          <a:xfrm>
            <a:off x="3198060" y="3775281"/>
            <a:ext cx="22170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Our Competition</a:t>
            </a:r>
            <a:endParaRPr/>
          </a:p>
        </p:txBody>
      </p:sp>
      <p:pic>
        <p:nvPicPr>
          <p:cNvPr id="958" name="Google Shape;958;p104"/>
          <p:cNvPicPr preferRelativeResize="0"/>
          <p:nvPr/>
        </p:nvPicPr>
        <p:blipFill>
          <a:blip r:embed="rId3">
            <a:alphaModFix/>
          </a:blip>
          <a:stretch>
            <a:fillRect/>
          </a:stretch>
        </p:blipFill>
        <p:spPr>
          <a:xfrm>
            <a:off x="277511" y="834301"/>
            <a:ext cx="2484052" cy="3729399"/>
          </a:xfrm>
          <a:prstGeom prst="rect">
            <a:avLst/>
          </a:prstGeom>
          <a:noFill/>
          <a:ln>
            <a:noFill/>
          </a:ln>
        </p:spPr>
      </p:pic>
      <p:sp>
        <p:nvSpPr>
          <p:cNvPr id="959" name="Google Shape;959;p104"/>
          <p:cNvSpPr txBox="1">
            <a:spLocks noGrp="1"/>
          </p:cNvSpPr>
          <p:nvPr>
            <p:ph type="subTitle" idx="4"/>
          </p:nvPr>
        </p:nvSpPr>
        <p:spPr>
          <a:xfrm>
            <a:off x="5376800" y="352950"/>
            <a:ext cx="4116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3-4</a:t>
            </a:r>
            <a:endParaRPr sz="1000"/>
          </a:p>
        </p:txBody>
      </p:sp>
      <p:sp>
        <p:nvSpPr>
          <p:cNvPr id="960" name="Google Shape;960;p104"/>
          <p:cNvSpPr txBox="1">
            <a:spLocks noGrp="1"/>
          </p:cNvSpPr>
          <p:nvPr>
            <p:ph type="subTitle" idx="4"/>
          </p:nvPr>
        </p:nvSpPr>
        <p:spPr>
          <a:xfrm>
            <a:off x="5436231" y="1746725"/>
            <a:ext cx="3522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7</a:t>
            </a:r>
            <a:endParaRPr sz="1000"/>
          </a:p>
        </p:txBody>
      </p:sp>
      <p:sp>
        <p:nvSpPr>
          <p:cNvPr id="961" name="Google Shape;961;p104"/>
          <p:cNvSpPr txBox="1">
            <a:spLocks noGrp="1"/>
          </p:cNvSpPr>
          <p:nvPr>
            <p:ph type="subTitle" idx="4"/>
          </p:nvPr>
        </p:nvSpPr>
        <p:spPr>
          <a:xfrm>
            <a:off x="5316362" y="1115525"/>
            <a:ext cx="4719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5-6</a:t>
            </a:r>
            <a:endParaRPr sz="1000"/>
          </a:p>
        </p:txBody>
      </p:sp>
      <p:sp>
        <p:nvSpPr>
          <p:cNvPr id="962" name="Google Shape;962;p104"/>
          <p:cNvSpPr txBox="1">
            <a:spLocks noGrp="1"/>
          </p:cNvSpPr>
          <p:nvPr>
            <p:ph type="subTitle" idx="4"/>
          </p:nvPr>
        </p:nvSpPr>
        <p:spPr>
          <a:xfrm>
            <a:off x="5269402" y="2386300"/>
            <a:ext cx="5190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8-9</a:t>
            </a:r>
            <a:endParaRPr sz="1000"/>
          </a:p>
        </p:txBody>
      </p:sp>
      <p:sp>
        <p:nvSpPr>
          <p:cNvPr id="963" name="Google Shape;963;p104"/>
          <p:cNvSpPr txBox="1">
            <a:spLocks noGrp="1"/>
          </p:cNvSpPr>
          <p:nvPr>
            <p:ph type="subTitle" idx="4"/>
          </p:nvPr>
        </p:nvSpPr>
        <p:spPr>
          <a:xfrm>
            <a:off x="5316548" y="3081200"/>
            <a:ext cx="4719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10</a:t>
            </a:r>
            <a:endParaRPr sz="1000"/>
          </a:p>
        </p:txBody>
      </p:sp>
      <p:sp>
        <p:nvSpPr>
          <p:cNvPr id="964" name="Google Shape;964;p104"/>
          <p:cNvSpPr txBox="1">
            <a:spLocks noGrp="1"/>
          </p:cNvSpPr>
          <p:nvPr>
            <p:ph type="subTitle" idx="4"/>
          </p:nvPr>
        </p:nvSpPr>
        <p:spPr>
          <a:xfrm>
            <a:off x="5436196" y="3776113"/>
            <a:ext cx="3522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11</a:t>
            </a:r>
            <a:endParaRPr sz="1000"/>
          </a:p>
        </p:txBody>
      </p:sp>
      <p:sp>
        <p:nvSpPr>
          <p:cNvPr id="965" name="Google Shape;965;p104"/>
          <p:cNvSpPr/>
          <p:nvPr/>
        </p:nvSpPr>
        <p:spPr>
          <a:xfrm>
            <a:off x="5899525" y="228600"/>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66" name="Google Shape;966;p104"/>
          <p:cNvSpPr/>
          <p:nvPr/>
        </p:nvSpPr>
        <p:spPr>
          <a:xfrm>
            <a:off x="5899525" y="872225"/>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67" name="Google Shape;967;p104"/>
          <p:cNvSpPr/>
          <p:nvPr/>
        </p:nvSpPr>
        <p:spPr>
          <a:xfrm>
            <a:off x="5899775" y="1592538"/>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68" name="Google Shape;968;p104"/>
          <p:cNvSpPr/>
          <p:nvPr/>
        </p:nvSpPr>
        <p:spPr>
          <a:xfrm>
            <a:off x="5899500" y="2396150"/>
            <a:ext cx="2915400" cy="605700"/>
          </a:xfrm>
          <a:prstGeom prst="roundRect">
            <a:avLst>
              <a:gd name="adj" fmla="val 1699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969" name="Google Shape;969;p104"/>
          <p:cNvSpPr txBox="1">
            <a:spLocks noGrp="1"/>
          </p:cNvSpPr>
          <p:nvPr>
            <p:ph type="subTitle" idx="4"/>
          </p:nvPr>
        </p:nvSpPr>
        <p:spPr>
          <a:xfrm>
            <a:off x="6019925" y="352975"/>
            <a:ext cx="3225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7</a:t>
            </a:r>
            <a:endParaRPr/>
          </a:p>
        </p:txBody>
      </p:sp>
      <p:sp>
        <p:nvSpPr>
          <p:cNvPr id="970" name="Google Shape;970;p104"/>
          <p:cNvSpPr txBox="1">
            <a:spLocks noGrp="1"/>
          </p:cNvSpPr>
          <p:nvPr>
            <p:ph type="subTitle" idx="5"/>
          </p:nvPr>
        </p:nvSpPr>
        <p:spPr>
          <a:xfrm>
            <a:off x="5984762" y="1029938"/>
            <a:ext cx="2187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8</a:t>
            </a:r>
            <a:endParaRPr/>
          </a:p>
        </p:txBody>
      </p:sp>
      <p:sp>
        <p:nvSpPr>
          <p:cNvPr id="971" name="Google Shape;971;p104"/>
          <p:cNvSpPr txBox="1">
            <a:spLocks noGrp="1"/>
          </p:cNvSpPr>
          <p:nvPr>
            <p:ph type="subTitle" idx="7"/>
          </p:nvPr>
        </p:nvSpPr>
        <p:spPr>
          <a:xfrm>
            <a:off x="5984700" y="1744325"/>
            <a:ext cx="5190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9</a:t>
            </a:r>
            <a:endParaRPr/>
          </a:p>
        </p:txBody>
      </p:sp>
      <p:sp>
        <p:nvSpPr>
          <p:cNvPr id="972" name="Google Shape;972;p104"/>
          <p:cNvSpPr txBox="1">
            <a:spLocks noGrp="1"/>
          </p:cNvSpPr>
          <p:nvPr>
            <p:ph type="subTitle" idx="8"/>
          </p:nvPr>
        </p:nvSpPr>
        <p:spPr>
          <a:xfrm>
            <a:off x="5984715" y="2553000"/>
            <a:ext cx="4116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10</a:t>
            </a:r>
            <a:endParaRPr/>
          </a:p>
        </p:txBody>
      </p:sp>
      <p:sp>
        <p:nvSpPr>
          <p:cNvPr id="973" name="Google Shape;973;p104"/>
          <p:cNvSpPr txBox="1">
            <a:spLocks noGrp="1"/>
          </p:cNvSpPr>
          <p:nvPr>
            <p:ph type="subTitle" idx="13"/>
          </p:nvPr>
        </p:nvSpPr>
        <p:spPr>
          <a:xfrm>
            <a:off x="6229650" y="352975"/>
            <a:ext cx="1415700" cy="288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Risks</a:t>
            </a:r>
            <a:endParaRPr/>
          </a:p>
        </p:txBody>
      </p:sp>
      <p:sp>
        <p:nvSpPr>
          <p:cNvPr id="974" name="Google Shape;974;p104"/>
          <p:cNvSpPr txBox="1">
            <a:spLocks noGrp="1"/>
          </p:cNvSpPr>
          <p:nvPr>
            <p:ph type="subTitle" idx="14"/>
          </p:nvPr>
        </p:nvSpPr>
        <p:spPr>
          <a:xfrm>
            <a:off x="6229649" y="1029950"/>
            <a:ext cx="13137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Monetization</a:t>
            </a:r>
            <a:endParaRPr/>
          </a:p>
        </p:txBody>
      </p:sp>
      <p:sp>
        <p:nvSpPr>
          <p:cNvPr id="975" name="Google Shape;975;p104"/>
          <p:cNvSpPr txBox="1">
            <a:spLocks noGrp="1"/>
          </p:cNvSpPr>
          <p:nvPr>
            <p:ph type="subTitle" idx="16"/>
          </p:nvPr>
        </p:nvSpPr>
        <p:spPr>
          <a:xfrm>
            <a:off x="6399250" y="1680300"/>
            <a:ext cx="2034900" cy="4473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Changes</a:t>
            </a:r>
            <a:endParaRPr/>
          </a:p>
        </p:txBody>
      </p:sp>
      <p:sp>
        <p:nvSpPr>
          <p:cNvPr id="976" name="Google Shape;976;p104"/>
          <p:cNvSpPr txBox="1">
            <a:spLocks noGrp="1"/>
          </p:cNvSpPr>
          <p:nvPr>
            <p:ph type="subTitle" idx="17"/>
          </p:nvPr>
        </p:nvSpPr>
        <p:spPr>
          <a:xfrm>
            <a:off x="6284676" y="2554688"/>
            <a:ext cx="1850100" cy="2886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None/>
            </a:pPr>
            <a:r>
              <a:rPr lang="en"/>
              <a:t>Tech Stack</a:t>
            </a:r>
            <a:endParaRPr/>
          </a:p>
        </p:txBody>
      </p:sp>
      <p:sp>
        <p:nvSpPr>
          <p:cNvPr id="977" name="Google Shape;977;p104"/>
          <p:cNvSpPr txBox="1">
            <a:spLocks noGrp="1"/>
          </p:cNvSpPr>
          <p:nvPr>
            <p:ph type="subTitle" idx="4"/>
          </p:nvPr>
        </p:nvSpPr>
        <p:spPr>
          <a:xfrm>
            <a:off x="8343025" y="352975"/>
            <a:ext cx="4719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12-14</a:t>
            </a:r>
            <a:endParaRPr sz="1000"/>
          </a:p>
        </p:txBody>
      </p:sp>
      <p:sp>
        <p:nvSpPr>
          <p:cNvPr id="978" name="Google Shape;978;p104"/>
          <p:cNvSpPr txBox="1">
            <a:spLocks noGrp="1"/>
          </p:cNvSpPr>
          <p:nvPr>
            <p:ph type="subTitle" idx="4"/>
          </p:nvPr>
        </p:nvSpPr>
        <p:spPr>
          <a:xfrm>
            <a:off x="8343075" y="1030800"/>
            <a:ext cx="4719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15</a:t>
            </a:r>
            <a:endParaRPr sz="1000"/>
          </a:p>
        </p:txBody>
      </p:sp>
      <p:sp>
        <p:nvSpPr>
          <p:cNvPr id="979" name="Google Shape;979;p104"/>
          <p:cNvSpPr txBox="1">
            <a:spLocks noGrp="1"/>
          </p:cNvSpPr>
          <p:nvPr>
            <p:ph type="subTitle" idx="4"/>
          </p:nvPr>
        </p:nvSpPr>
        <p:spPr>
          <a:xfrm>
            <a:off x="8295877" y="1742525"/>
            <a:ext cx="5190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16</a:t>
            </a:r>
            <a:endParaRPr sz="1000"/>
          </a:p>
        </p:txBody>
      </p:sp>
      <p:sp>
        <p:nvSpPr>
          <p:cNvPr id="980" name="Google Shape;980;p104"/>
          <p:cNvSpPr txBox="1">
            <a:spLocks noGrp="1"/>
          </p:cNvSpPr>
          <p:nvPr>
            <p:ph type="subTitle" idx="4"/>
          </p:nvPr>
        </p:nvSpPr>
        <p:spPr>
          <a:xfrm>
            <a:off x="8343048" y="2554700"/>
            <a:ext cx="471900" cy="28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000"/>
              <a:t>17</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pic>
        <p:nvPicPr>
          <p:cNvPr id="985" name="Google Shape;985;p105" descr="Image of beautiful young Asian woman in the morning (Provided by Getty Images)"/>
          <p:cNvPicPr preferRelativeResize="0"/>
          <p:nvPr/>
        </p:nvPicPr>
        <p:blipFill rotWithShape="1">
          <a:blip r:embed="rId3">
            <a:alphaModFix/>
          </a:blip>
          <a:srcRect l="22581" r="12383" b="616"/>
          <a:stretch/>
        </p:blipFill>
        <p:spPr>
          <a:xfrm>
            <a:off x="4617375" y="228600"/>
            <a:ext cx="1316400" cy="1357500"/>
          </a:xfrm>
          <a:prstGeom prst="roundRect">
            <a:avLst>
              <a:gd name="adj" fmla="val 17078"/>
            </a:avLst>
          </a:prstGeom>
          <a:noFill/>
          <a:ln>
            <a:noFill/>
          </a:ln>
        </p:spPr>
      </p:pic>
      <p:sp>
        <p:nvSpPr>
          <p:cNvPr id="986" name="Google Shape;986;p105"/>
          <p:cNvSpPr txBox="1">
            <a:spLocks noGrp="1"/>
          </p:cNvSpPr>
          <p:nvPr>
            <p:ph type="title"/>
          </p:nvPr>
        </p:nvSpPr>
        <p:spPr>
          <a:xfrm>
            <a:off x="228600" y="234750"/>
            <a:ext cx="3904500" cy="981900"/>
          </a:xfrm>
          <a:prstGeom prst="rect">
            <a:avLst/>
          </a:prstGeom>
        </p:spPr>
        <p:txBody>
          <a:bodyPr spcFirstLastPara="1" wrap="square" lIns="0" tIns="0" rIns="91425" bIns="91425" anchor="t" anchorCtr="0">
            <a:spAutoFit/>
          </a:bodyPr>
          <a:lstStyle/>
          <a:p>
            <a:pPr marL="0" lvl="0" indent="0" algn="l" rtl="0">
              <a:spcBef>
                <a:spcPts val="0"/>
              </a:spcBef>
              <a:spcAft>
                <a:spcPts val="0"/>
              </a:spcAft>
              <a:buNone/>
            </a:pPr>
            <a:r>
              <a:rPr lang="en"/>
              <a:t>Meet</a:t>
            </a:r>
            <a:br>
              <a:rPr lang="en"/>
            </a:br>
            <a:r>
              <a:rPr lang="en"/>
              <a:t>the team</a:t>
            </a:r>
            <a:endParaRPr/>
          </a:p>
        </p:txBody>
      </p:sp>
      <p:sp>
        <p:nvSpPr>
          <p:cNvPr id="987" name="Google Shape;987;p105"/>
          <p:cNvSpPr txBox="1">
            <a:spLocks noGrp="1"/>
          </p:cNvSpPr>
          <p:nvPr>
            <p:ph type="subTitle" idx="6"/>
          </p:nvPr>
        </p:nvSpPr>
        <p:spPr>
          <a:xfrm>
            <a:off x="4619000" y="1880160"/>
            <a:ext cx="1370400" cy="1719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Team Member</a:t>
            </a:r>
            <a:endParaRPr/>
          </a:p>
          <a:p>
            <a:pPr marL="0" lvl="0" indent="0" algn="l" rtl="0">
              <a:spcBef>
                <a:spcPts val="0"/>
              </a:spcBef>
              <a:spcAft>
                <a:spcPts val="0"/>
              </a:spcAft>
              <a:buNone/>
            </a:pPr>
            <a:endParaRPr/>
          </a:p>
        </p:txBody>
      </p:sp>
      <p:sp>
        <p:nvSpPr>
          <p:cNvPr id="988" name="Google Shape;988;p105"/>
          <p:cNvSpPr txBox="1">
            <a:spLocks noGrp="1"/>
          </p:cNvSpPr>
          <p:nvPr>
            <p:ph type="subTitle" idx="8"/>
          </p:nvPr>
        </p:nvSpPr>
        <p:spPr>
          <a:xfrm>
            <a:off x="6080750" y="1702321"/>
            <a:ext cx="1370400" cy="1719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
              <a:t>Bryson Coons</a:t>
            </a:r>
            <a:endParaRPr/>
          </a:p>
        </p:txBody>
      </p:sp>
      <p:sp>
        <p:nvSpPr>
          <p:cNvPr id="989" name="Google Shape;989;p105"/>
          <p:cNvSpPr txBox="1">
            <a:spLocks noGrp="1"/>
          </p:cNvSpPr>
          <p:nvPr>
            <p:ph type="subTitle" idx="9"/>
          </p:nvPr>
        </p:nvSpPr>
        <p:spPr>
          <a:xfrm>
            <a:off x="6080750" y="1880160"/>
            <a:ext cx="1370400" cy="171900"/>
          </a:xfrm>
          <a:prstGeom prst="rect">
            <a:avLst/>
          </a:prstGeom>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None/>
            </a:pPr>
            <a:r>
              <a:rPr lang="en"/>
              <a:t>Team Member</a:t>
            </a:r>
            <a:endParaRPr/>
          </a:p>
        </p:txBody>
      </p:sp>
      <p:sp>
        <p:nvSpPr>
          <p:cNvPr id="990" name="Google Shape;990;p105"/>
          <p:cNvSpPr txBox="1">
            <a:spLocks noGrp="1"/>
          </p:cNvSpPr>
          <p:nvPr>
            <p:ph type="subTitle" idx="14"/>
          </p:nvPr>
        </p:nvSpPr>
        <p:spPr>
          <a:xfrm>
            <a:off x="7542500" y="1702321"/>
            <a:ext cx="1370400" cy="171900"/>
          </a:xfrm>
          <a:prstGeom prst="rect">
            <a:avLst/>
          </a:prstGeom>
        </p:spPr>
        <p:txBody>
          <a:bodyPr spcFirstLastPara="1" wrap="square" lIns="0" tIns="0" rIns="91425" bIns="0" anchor="b" anchorCtr="0">
            <a:noAutofit/>
          </a:bodyPr>
          <a:lstStyle/>
          <a:p>
            <a:pPr marL="0" lvl="0" indent="0" algn="l" rtl="0">
              <a:spcBef>
                <a:spcPts val="0"/>
              </a:spcBef>
              <a:spcAft>
                <a:spcPts val="0"/>
              </a:spcAft>
              <a:buClr>
                <a:schemeClr val="dk1"/>
              </a:buClr>
              <a:buSzPts val="1100"/>
              <a:buNone/>
            </a:pPr>
            <a:r>
              <a:rPr lang="en"/>
              <a:t>Alaya Mateo</a:t>
            </a:r>
            <a:endParaRPr/>
          </a:p>
        </p:txBody>
      </p:sp>
      <p:sp>
        <p:nvSpPr>
          <p:cNvPr id="991" name="Google Shape;991;p105"/>
          <p:cNvSpPr txBox="1">
            <a:spLocks noGrp="1"/>
          </p:cNvSpPr>
          <p:nvPr>
            <p:ph type="subTitle" idx="15"/>
          </p:nvPr>
        </p:nvSpPr>
        <p:spPr>
          <a:xfrm>
            <a:off x="7542500" y="1880160"/>
            <a:ext cx="1370400" cy="171900"/>
          </a:xfrm>
          <a:prstGeom prst="rect">
            <a:avLst/>
          </a:prstGeom>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None/>
            </a:pPr>
            <a:r>
              <a:rPr lang="en"/>
              <a:t>Team Member</a:t>
            </a:r>
            <a:endParaRPr/>
          </a:p>
        </p:txBody>
      </p:sp>
      <p:sp>
        <p:nvSpPr>
          <p:cNvPr id="992" name="Google Shape;992;p105"/>
          <p:cNvSpPr txBox="1">
            <a:spLocks noGrp="1"/>
          </p:cNvSpPr>
          <p:nvPr>
            <p:ph type="subTitle" idx="17"/>
          </p:nvPr>
        </p:nvSpPr>
        <p:spPr>
          <a:xfrm>
            <a:off x="5263900" y="3769446"/>
            <a:ext cx="1370400" cy="171900"/>
          </a:xfrm>
          <a:prstGeom prst="rect">
            <a:avLst/>
          </a:prstGeom>
        </p:spPr>
        <p:txBody>
          <a:bodyPr spcFirstLastPara="1" wrap="square" lIns="0" tIns="0" rIns="91425" bIns="0" anchor="b" anchorCtr="0">
            <a:noAutofit/>
          </a:bodyPr>
          <a:lstStyle/>
          <a:p>
            <a:pPr marL="0" lvl="0" indent="0" algn="l" rtl="0">
              <a:spcBef>
                <a:spcPts val="0"/>
              </a:spcBef>
              <a:spcAft>
                <a:spcPts val="0"/>
              </a:spcAft>
              <a:buClr>
                <a:schemeClr val="dk1"/>
              </a:buClr>
              <a:buSzPts val="1100"/>
              <a:buNone/>
            </a:pPr>
            <a:r>
              <a:rPr lang="en"/>
              <a:t>Isaiah Hara</a:t>
            </a:r>
            <a:endParaRPr/>
          </a:p>
        </p:txBody>
      </p:sp>
      <p:sp>
        <p:nvSpPr>
          <p:cNvPr id="993" name="Google Shape;993;p105"/>
          <p:cNvSpPr txBox="1">
            <a:spLocks noGrp="1"/>
          </p:cNvSpPr>
          <p:nvPr>
            <p:ph type="subTitle" idx="18"/>
          </p:nvPr>
        </p:nvSpPr>
        <p:spPr>
          <a:xfrm>
            <a:off x="5263900" y="3947285"/>
            <a:ext cx="1370400" cy="171900"/>
          </a:xfrm>
          <a:prstGeom prst="rect">
            <a:avLst/>
          </a:prstGeom>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None/>
            </a:pPr>
            <a:r>
              <a:rPr lang="en">
                <a:solidFill>
                  <a:schemeClr val="dk2"/>
                </a:solidFill>
              </a:rPr>
              <a:t>Team Member</a:t>
            </a:r>
            <a:endParaRPr>
              <a:solidFill>
                <a:schemeClr val="dk2"/>
              </a:solidFill>
            </a:endParaRPr>
          </a:p>
        </p:txBody>
      </p:sp>
      <p:sp>
        <p:nvSpPr>
          <p:cNvPr id="994" name="Google Shape;994;p105"/>
          <p:cNvSpPr txBox="1">
            <a:spLocks noGrp="1"/>
          </p:cNvSpPr>
          <p:nvPr>
            <p:ph type="subTitle" idx="20"/>
          </p:nvPr>
        </p:nvSpPr>
        <p:spPr>
          <a:xfrm>
            <a:off x="6725650" y="3769447"/>
            <a:ext cx="1370400" cy="171900"/>
          </a:xfrm>
          <a:prstGeom prst="rect">
            <a:avLst/>
          </a:prstGeom>
        </p:spPr>
        <p:txBody>
          <a:bodyPr spcFirstLastPara="1" wrap="square" lIns="0" tIns="0" rIns="91425" bIns="0" anchor="b" anchorCtr="0">
            <a:noAutofit/>
          </a:bodyPr>
          <a:lstStyle/>
          <a:p>
            <a:pPr marL="0" lvl="0" indent="0" algn="l" rtl="0">
              <a:spcBef>
                <a:spcPts val="0"/>
              </a:spcBef>
              <a:spcAft>
                <a:spcPts val="0"/>
              </a:spcAft>
              <a:buClr>
                <a:schemeClr val="dk1"/>
              </a:buClr>
              <a:buSzPts val="1100"/>
              <a:buNone/>
            </a:pPr>
            <a:r>
              <a:rPr lang="en"/>
              <a:t>David Kabengela</a:t>
            </a:r>
            <a:endParaRPr/>
          </a:p>
        </p:txBody>
      </p:sp>
      <p:sp>
        <p:nvSpPr>
          <p:cNvPr id="995" name="Google Shape;995;p105"/>
          <p:cNvSpPr txBox="1">
            <a:spLocks noGrp="1"/>
          </p:cNvSpPr>
          <p:nvPr>
            <p:ph type="subTitle" idx="21"/>
          </p:nvPr>
        </p:nvSpPr>
        <p:spPr>
          <a:xfrm>
            <a:off x="6725650" y="3947285"/>
            <a:ext cx="1370400" cy="171900"/>
          </a:xfrm>
          <a:prstGeom prst="rect">
            <a:avLst/>
          </a:prstGeom>
        </p:spPr>
        <p:txBody>
          <a:bodyPr spcFirstLastPara="1" wrap="square" lIns="0" tIns="0" rIns="91425" bIns="91425" anchor="t" anchorCtr="0">
            <a:noAutofit/>
          </a:bodyPr>
          <a:lstStyle/>
          <a:p>
            <a:pPr marL="0" lvl="0" indent="0" algn="l" rtl="0">
              <a:spcBef>
                <a:spcPts val="0"/>
              </a:spcBef>
              <a:spcAft>
                <a:spcPts val="0"/>
              </a:spcAft>
              <a:buClr>
                <a:schemeClr val="dk1"/>
              </a:buClr>
              <a:buSzPts val="1100"/>
              <a:buNone/>
            </a:pPr>
            <a:r>
              <a:rPr lang="en"/>
              <a:t>Team Member</a:t>
            </a:r>
            <a:endParaRPr/>
          </a:p>
        </p:txBody>
      </p:sp>
      <p:pic>
        <p:nvPicPr>
          <p:cNvPr id="996" name="Google Shape;996;p105" title="PeopleFirst Bio Pic.jpg"/>
          <p:cNvPicPr preferRelativeResize="0">
            <a:picLocks noGrp="1"/>
          </p:cNvPicPr>
          <p:nvPr>
            <p:ph type="pic" idx="2"/>
          </p:nvPr>
        </p:nvPicPr>
        <p:blipFill rotWithShape="1">
          <a:blip r:embed="rId4">
            <a:alphaModFix/>
          </a:blip>
          <a:srcRect b="41715"/>
          <a:stretch/>
        </p:blipFill>
        <p:spPr>
          <a:xfrm>
            <a:off x="4618950" y="228600"/>
            <a:ext cx="1370400" cy="1357500"/>
          </a:xfrm>
          <a:prstGeom prst="roundRect">
            <a:avLst>
              <a:gd name="adj" fmla="val 16667"/>
            </a:avLst>
          </a:prstGeom>
        </p:spPr>
      </p:pic>
      <p:sp>
        <p:nvSpPr>
          <p:cNvPr id="997" name="Google Shape;997;p105"/>
          <p:cNvSpPr txBox="1">
            <a:spLocks noGrp="1"/>
          </p:cNvSpPr>
          <p:nvPr>
            <p:ph type="subTitle" idx="8"/>
          </p:nvPr>
        </p:nvSpPr>
        <p:spPr>
          <a:xfrm>
            <a:off x="4619000" y="1702322"/>
            <a:ext cx="1370400" cy="1719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
              <a:t>Quamez Anderson</a:t>
            </a:r>
            <a:endParaRPr/>
          </a:p>
        </p:txBody>
      </p:sp>
      <p:pic>
        <p:nvPicPr>
          <p:cNvPr id="998" name="Google Shape;998;p105" title="20250922_190534.jpg"/>
          <p:cNvPicPr preferRelativeResize="0">
            <a:picLocks noGrp="1"/>
          </p:cNvPicPr>
          <p:nvPr>
            <p:ph type="pic" idx="2"/>
          </p:nvPr>
        </p:nvPicPr>
        <p:blipFill rotWithShape="1">
          <a:blip r:embed="rId5">
            <a:alphaModFix/>
          </a:blip>
          <a:srcRect l="9091" r="9083"/>
          <a:stretch/>
        </p:blipFill>
        <p:spPr>
          <a:xfrm>
            <a:off x="6080750" y="228600"/>
            <a:ext cx="1370400" cy="1357500"/>
          </a:xfrm>
          <a:prstGeom prst="roundRect">
            <a:avLst>
              <a:gd name="adj" fmla="val 16667"/>
            </a:avLst>
          </a:prstGeom>
        </p:spPr>
      </p:pic>
      <p:pic>
        <p:nvPicPr>
          <p:cNvPr id="999" name="Google Shape;999;p105"/>
          <p:cNvPicPr preferRelativeResize="0"/>
          <p:nvPr/>
        </p:nvPicPr>
        <p:blipFill>
          <a:blip r:embed="rId6">
            <a:alphaModFix/>
          </a:blip>
          <a:stretch>
            <a:fillRect/>
          </a:stretch>
        </p:blipFill>
        <p:spPr>
          <a:xfrm>
            <a:off x="7669225" y="228600"/>
            <a:ext cx="1165800" cy="1357500"/>
          </a:xfrm>
          <a:prstGeom prst="roundRect">
            <a:avLst>
              <a:gd name="adj" fmla="val 16667"/>
            </a:avLst>
          </a:prstGeom>
          <a:noFill/>
          <a:ln>
            <a:noFill/>
          </a:ln>
        </p:spPr>
      </p:pic>
      <p:pic>
        <p:nvPicPr>
          <p:cNvPr id="1000" name="Google Shape;1000;p105"/>
          <p:cNvPicPr preferRelativeResize="0"/>
          <p:nvPr/>
        </p:nvPicPr>
        <p:blipFill>
          <a:blip r:embed="rId7">
            <a:alphaModFix/>
          </a:blip>
          <a:stretch>
            <a:fillRect/>
          </a:stretch>
        </p:blipFill>
        <p:spPr>
          <a:xfrm>
            <a:off x="6725650" y="2171699"/>
            <a:ext cx="1370400" cy="1553100"/>
          </a:xfrm>
          <a:prstGeom prst="roundRect">
            <a:avLst>
              <a:gd name="adj" fmla="val 16667"/>
            </a:avLst>
          </a:prstGeom>
          <a:noFill/>
          <a:ln>
            <a:noFill/>
          </a:ln>
        </p:spPr>
      </p:pic>
      <p:pic>
        <p:nvPicPr>
          <p:cNvPr id="1001" name="Google Shape;1001;p105" title="IMG_0841.jpg"/>
          <p:cNvPicPr preferRelativeResize="0"/>
          <p:nvPr/>
        </p:nvPicPr>
        <p:blipFill>
          <a:blip r:embed="rId8">
            <a:alphaModFix/>
          </a:blip>
          <a:stretch>
            <a:fillRect/>
          </a:stretch>
        </p:blipFill>
        <p:spPr>
          <a:xfrm>
            <a:off x="5262275" y="2171038"/>
            <a:ext cx="1371600" cy="1554300"/>
          </a:xfrm>
          <a:prstGeom prst="roundRect">
            <a:avLst>
              <a:gd name="adj" fmla="val 16667"/>
            </a:avLst>
          </a:prstGeom>
          <a:noFill/>
          <a:ln w="9525" cap="flat" cmpd="sng">
            <a:solidFill>
              <a:schemeClr val="dk1"/>
            </a:solidFill>
            <a:prstDash val="solid"/>
            <a:round/>
            <a:headEnd type="none" w="sm" len="sm"/>
            <a:tailEnd type="none" w="sm" len="sm"/>
          </a:ln>
        </p:spPr>
      </p:pic>
      <p:pic>
        <p:nvPicPr>
          <p:cNvPr id="1002" name="Google Shape;1002;p105"/>
          <p:cNvPicPr preferRelativeResize="0"/>
          <p:nvPr/>
        </p:nvPicPr>
        <p:blipFill>
          <a:blip r:embed="rId9">
            <a:alphaModFix/>
          </a:blip>
          <a:stretch>
            <a:fillRect/>
          </a:stretch>
        </p:blipFill>
        <p:spPr>
          <a:xfrm>
            <a:off x="532174" y="1216650"/>
            <a:ext cx="2229399" cy="33470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106"/>
          <p:cNvSpPr/>
          <p:nvPr/>
        </p:nvSpPr>
        <p:spPr>
          <a:xfrm>
            <a:off x="128925" y="2076275"/>
            <a:ext cx="1707000" cy="2408400"/>
          </a:xfrm>
          <a:prstGeom prst="roundRect">
            <a:avLst>
              <a:gd name="adj" fmla="val 9631"/>
            </a:avLst>
          </a:prstGeom>
          <a:solidFill>
            <a:schemeClr val="lt2"/>
          </a:solidFill>
          <a:ln>
            <a:noFill/>
          </a:ln>
        </p:spPr>
        <p:txBody>
          <a:bodyPr spcFirstLastPara="1" wrap="square" lIns="74250" tIns="74250" rIns="74250" bIns="74250" anchor="ctr" anchorCtr="0">
            <a:noAutofit/>
          </a:bodyPr>
          <a:lstStyle/>
          <a:p>
            <a:pPr marL="0" lvl="0" indent="0" algn="ctr" rtl="0">
              <a:spcBef>
                <a:spcPts val="0"/>
              </a:spcBef>
              <a:spcAft>
                <a:spcPts val="0"/>
              </a:spcAft>
              <a:buNone/>
            </a:pPr>
            <a:endParaRPr sz="1137">
              <a:solidFill>
                <a:schemeClr val="dk1"/>
              </a:solidFill>
              <a:latin typeface="Urbanist"/>
              <a:ea typeface="Urbanist"/>
              <a:cs typeface="Urbanist"/>
              <a:sym typeface="Urbanist"/>
            </a:endParaRPr>
          </a:p>
        </p:txBody>
      </p:sp>
      <p:sp>
        <p:nvSpPr>
          <p:cNvPr id="1008" name="Google Shape;1008;p106"/>
          <p:cNvSpPr/>
          <p:nvPr/>
        </p:nvSpPr>
        <p:spPr>
          <a:xfrm>
            <a:off x="1912191" y="2076275"/>
            <a:ext cx="1707000" cy="2408400"/>
          </a:xfrm>
          <a:prstGeom prst="roundRect">
            <a:avLst>
              <a:gd name="adj" fmla="val 9631"/>
            </a:avLst>
          </a:prstGeom>
          <a:solidFill>
            <a:schemeClr val="lt2"/>
          </a:solidFill>
          <a:ln>
            <a:noFill/>
          </a:ln>
        </p:spPr>
        <p:txBody>
          <a:bodyPr spcFirstLastPara="1" wrap="square" lIns="74250" tIns="74250" rIns="74250" bIns="74250" anchor="ctr" anchorCtr="0">
            <a:noAutofit/>
          </a:bodyPr>
          <a:lstStyle/>
          <a:p>
            <a:pPr marL="0" lvl="0" indent="0" algn="ctr" rtl="0">
              <a:spcBef>
                <a:spcPts val="0"/>
              </a:spcBef>
              <a:spcAft>
                <a:spcPts val="0"/>
              </a:spcAft>
              <a:buNone/>
            </a:pPr>
            <a:endParaRPr sz="1137">
              <a:solidFill>
                <a:schemeClr val="dk1"/>
              </a:solidFill>
              <a:latin typeface="Urbanist"/>
              <a:ea typeface="Urbanist"/>
              <a:cs typeface="Urbanist"/>
              <a:sym typeface="Urbanist"/>
            </a:endParaRPr>
          </a:p>
        </p:txBody>
      </p:sp>
      <p:sp>
        <p:nvSpPr>
          <p:cNvPr id="1009" name="Google Shape;1009;p106"/>
          <p:cNvSpPr/>
          <p:nvPr/>
        </p:nvSpPr>
        <p:spPr>
          <a:xfrm>
            <a:off x="3695457" y="2076275"/>
            <a:ext cx="1707000" cy="2408400"/>
          </a:xfrm>
          <a:prstGeom prst="roundRect">
            <a:avLst>
              <a:gd name="adj" fmla="val 9631"/>
            </a:avLst>
          </a:prstGeom>
          <a:solidFill>
            <a:schemeClr val="lt2"/>
          </a:solidFill>
          <a:ln>
            <a:noFill/>
          </a:ln>
        </p:spPr>
        <p:txBody>
          <a:bodyPr spcFirstLastPara="1" wrap="square" lIns="74250" tIns="74250" rIns="74250" bIns="74250" anchor="ctr" anchorCtr="0">
            <a:noAutofit/>
          </a:bodyPr>
          <a:lstStyle/>
          <a:p>
            <a:pPr marL="0" lvl="0" indent="0" algn="ctr" rtl="0">
              <a:spcBef>
                <a:spcPts val="0"/>
              </a:spcBef>
              <a:spcAft>
                <a:spcPts val="0"/>
              </a:spcAft>
              <a:buNone/>
            </a:pPr>
            <a:endParaRPr sz="1137">
              <a:solidFill>
                <a:schemeClr val="dk1"/>
              </a:solidFill>
              <a:latin typeface="Urbanist"/>
              <a:ea typeface="Urbanist"/>
              <a:cs typeface="Urbanist"/>
              <a:sym typeface="Urbanist"/>
            </a:endParaRPr>
          </a:p>
        </p:txBody>
      </p:sp>
      <p:pic>
        <p:nvPicPr>
          <p:cNvPr id="1010" name="Google Shape;1010;p106" title="PeopleFirst Bio Pic.jpg"/>
          <p:cNvPicPr preferRelativeResize="0">
            <a:picLocks noGrp="1"/>
          </p:cNvPicPr>
          <p:nvPr>
            <p:ph type="pic" idx="4"/>
          </p:nvPr>
        </p:nvPicPr>
        <p:blipFill rotWithShape="1">
          <a:blip r:embed="rId3">
            <a:alphaModFix/>
          </a:blip>
          <a:srcRect t="109" b="39277"/>
          <a:stretch/>
        </p:blipFill>
        <p:spPr>
          <a:xfrm>
            <a:off x="289858" y="2270785"/>
            <a:ext cx="540600" cy="593400"/>
          </a:xfrm>
          <a:prstGeom prst="roundRect">
            <a:avLst>
              <a:gd name="adj" fmla="val 16667"/>
            </a:avLst>
          </a:prstGeom>
        </p:spPr>
      </p:pic>
      <p:sp>
        <p:nvSpPr>
          <p:cNvPr id="1011" name="Google Shape;1011;p106"/>
          <p:cNvSpPr txBox="1">
            <a:spLocks noGrp="1"/>
          </p:cNvSpPr>
          <p:nvPr>
            <p:ph type="subTitle" idx="5"/>
          </p:nvPr>
        </p:nvSpPr>
        <p:spPr>
          <a:xfrm>
            <a:off x="289858" y="2974251"/>
            <a:ext cx="1546200" cy="198000"/>
          </a:xfrm>
          <a:prstGeom prst="rect">
            <a:avLst/>
          </a:prstGeom>
        </p:spPr>
        <p:txBody>
          <a:bodyPr spcFirstLastPara="1" wrap="square" lIns="74250" tIns="74250" rIns="74250" bIns="74250" anchor="b" anchorCtr="0">
            <a:noAutofit/>
          </a:bodyPr>
          <a:lstStyle/>
          <a:p>
            <a:pPr marL="0" lvl="0" indent="0" algn="l" rtl="0">
              <a:spcBef>
                <a:spcPts val="0"/>
              </a:spcBef>
              <a:spcAft>
                <a:spcPts val="0"/>
              </a:spcAft>
              <a:buNone/>
            </a:pPr>
            <a:r>
              <a:rPr lang="en" sz="1300"/>
              <a:t>Quamez Anderson</a:t>
            </a:r>
            <a:endParaRPr sz="1300"/>
          </a:p>
        </p:txBody>
      </p:sp>
      <p:sp>
        <p:nvSpPr>
          <p:cNvPr id="1012" name="Google Shape;1012;p106"/>
          <p:cNvSpPr txBox="1">
            <a:spLocks noGrp="1"/>
          </p:cNvSpPr>
          <p:nvPr>
            <p:ph type="subTitle" idx="6"/>
          </p:nvPr>
        </p:nvSpPr>
        <p:spPr>
          <a:xfrm>
            <a:off x="289858" y="3171100"/>
            <a:ext cx="1431000" cy="141900"/>
          </a:xfrm>
          <a:prstGeom prst="rect">
            <a:avLst/>
          </a:prstGeom>
        </p:spPr>
        <p:txBody>
          <a:bodyPr spcFirstLastPara="1" wrap="square" lIns="74250" tIns="74250" rIns="74250" bIns="74250" anchor="t" anchorCtr="0">
            <a:noAutofit/>
          </a:bodyPr>
          <a:lstStyle/>
          <a:p>
            <a:pPr marL="0" lvl="0" indent="0" algn="l" rtl="0">
              <a:spcBef>
                <a:spcPts val="0"/>
              </a:spcBef>
              <a:spcAft>
                <a:spcPts val="0"/>
              </a:spcAft>
              <a:buNone/>
            </a:pPr>
            <a:r>
              <a:rPr lang="en" sz="975"/>
              <a:t>Team Member</a:t>
            </a:r>
            <a:endParaRPr sz="975"/>
          </a:p>
          <a:p>
            <a:pPr marL="0" lvl="0" indent="0" algn="l" rtl="0">
              <a:spcBef>
                <a:spcPts val="0"/>
              </a:spcBef>
              <a:spcAft>
                <a:spcPts val="0"/>
              </a:spcAft>
              <a:buNone/>
            </a:pPr>
            <a:endParaRPr sz="975"/>
          </a:p>
        </p:txBody>
      </p:sp>
      <p:sp>
        <p:nvSpPr>
          <p:cNvPr id="1013" name="Google Shape;1013;p106"/>
          <p:cNvSpPr txBox="1">
            <a:spLocks noGrp="1"/>
          </p:cNvSpPr>
          <p:nvPr>
            <p:ph type="body" idx="7"/>
          </p:nvPr>
        </p:nvSpPr>
        <p:spPr>
          <a:xfrm>
            <a:off x="289858" y="3444232"/>
            <a:ext cx="1431000" cy="835800"/>
          </a:xfrm>
          <a:prstGeom prst="rect">
            <a:avLst/>
          </a:prstGeom>
        </p:spPr>
        <p:txBody>
          <a:bodyPr spcFirstLastPara="1" wrap="square" lIns="74250" tIns="74250" rIns="74250" bIns="74250" anchor="t" anchorCtr="0">
            <a:noAutofit/>
          </a:bodyPr>
          <a:lstStyle/>
          <a:p>
            <a:pPr marL="0" lvl="0" indent="0" algn="l" rtl="0">
              <a:spcBef>
                <a:spcPts val="0"/>
              </a:spcBef>
              <a:spcAft>
                <a:spcPts val="0"/>
              </a:spcAft>
              <a:buNone/>
            </a:pPr>
            <a:r>
              <a:rPr lang="en" sz="812"/>
              <a:t>Computer Science major in his senior year with extensive knowledge in back-end programming in Python, Java, and C++, as well as experience with  database structures.</a:t>
            </a:r>
            <a:endParaRPr sz="812"/>
          </a:p>
        </p:txBody>
      </p:sp>
      <p:sp>
        <p:nvSpPr>
          <p:cNvPr id="1014" name="Google Shape;1014;p106"/>
          <p:cNvSpPr txBox="1">
            <a:spLocks noGrp="1"/>
          </p:cNvSpPr>
          <p:nvPr>
            <p:ph type="subTitle" idx="9"/>
          </p:nvPr>
        </p:nvSpPr>
        <p:spPr>
          <a:xfrm>
            <a:off x="2073125" y="2974258"/>
            <a:ext cx="1431000" cy="198000"/>
          </a:xfrm>
          <a:prstGeom prst="rect">
            <a:avLst/>
          </a:prstGeom>
        </p:spPr>
        <p:txBody>
          <a:bodyPr spcFirstLastPara="1" wrap="square" lIns="74250" tIns="74250" rIns="74250" bIns="74250" anchor="b" anchorCtr="0">
            <a:noAutofit/>
          </a:bodyPr>
          <a:lstStyle/>
          <a:p>
            <a:pPr marL="0" lvl="0" indent="0" algn="l" rtl="0">
              <a:spcBef>
                <a:spcPts val="0"/>
              </a:spcBef>
              <a:spcAft>
                <a:spcPts val="0"/>
              </a:spcAft>
              <a:buNone/>
            </a:pPr>
            <a:r>
              <a:rPr lang="en" sz="1300"/>
              <a:t>Bryson Coons</a:t>
            </a:r>
            <a:endParaRPr sz="1300"/>
          </a:p>
        </p:txBody>
      </p:sp>
      <p:sp>
        <p:nvSpPr>
          <p:cNvPr id="1015" name="Google Shape;1015;p106"/>
          <p:cNvSpPr txBox="1">
            <a:spLocks noGrp="1"/>
          </p:cNvSpPr>
          <p:nvPr>
            <p:ph type="subTitle" idx="13"/>
          </p:nvPr>
        </p:nvSpPr>
        <p:spPr>
          <a:xfrm>
            <a:off x="2073125" y="3171100"/>
            <a:ext cx="1431000" cy="141900"/>
          </a:xfrm>
          <a:prstGeom prst="rect">
            <a:avLst/>
          </a:prstGeom>
        </p:spPr>
        <p:txBody>
          <a:bodyPr spcFirstLastPara="1" wrap="square" lIns="74250" tIns="74250" rIns="74250" bIns="74250" anchor="t" anchorCtr="0">
            <a:noAutofit/>
          </a:bodyPr>
          <a:lstStyle/>
          <a:p>
            <a:pPr marL="0" lvl="0" indent="0" algn="l" rtl="0">
              <a:spcBef>
                <a:spcPts val="0"/>
              </a:spcBef>
              <a:spcAft>
                <a:spcPts val="0"/>
              </a:spcAft>
              <a:buNone/>
            </a:pPr>
            <a:r>
              <a:rPr lang="en" sz="975"/>
              <a:t>Team Member</a:t>
            </a:r>
            <a:endParaRPr sz="975"/>
          </a:p>
        </p:txBody>
      </p:sp>
      <p:sp>
        <p:nvSpPr>
          <p:cNvPr id="1016" name="Google Shape;1016;p106"/>
          <p:cNvSpPr txBox="1">
            <a:spLocks noGrp="1"/>
          </p:cNvSpPr>
          <p:nvPr>
            <p:ph type="body" idx="14"/>
          </p:nvPr>
        </p:nvSpPr>
        <p:spPr>
          <a:xfrm>
            <a:off x="2058284" y="3312990"/>
            <a:ext cx="1414800" cy="1128000"/>
          </a:xfrm>
          <a:prstGeom prst="rect">
            <a:avLst/>
          </a:prstGeom>
        </p:spPr>
        <p:txBody>
          <a:bodyPr spcFirstLastPara="1" wrap="square" lIns="74250" tIns="74250" rIns="74250" bIns="74250" anchor="t" anchorCtr="0">
            <a:noAutofit/>
          </a:bodyPr>
          <a:lstStyle/>
          <a:p>
            <a:pPr marL="0" lvl="0" indent="0" algn="l" rtl="0">
              <a:spcBef>
                <a:spcPts val="0"/>
              </a:spcBef>
              <a:spcAft>
                <a:spcPts val="0"/>
              </a:spcAft>
              <a:buClr>
                <a:schemeClr val="dk1"/>
              </a:buClr>
              <a:buSzPts val="894"/>
              <a:buNone/>
            </a:pPr>
            <a:r>
              <a:rPr lang="en" sz="812"/>
              <a:t>Full-stack software engineer with 5+ years of experience in Web Development, as well as supplementary experience with database management and game development.</a:t>
            </a:r>
            <a:endParaRPr sz="812"/>
          </a:p>
        </p:txBody>
      </p:sp>
      <p:sp>
        <p:nvSpPr>
          <p:cNvPr id="1017" name="Google Shape;1017;p106"/>
          <p:cNvSpPr txBox="1">
            <a:spLocks noGrp="1"/>
          </p:cNvSpPr>
          <p:nvPr>
            <p:ph type="subTitle" idx="16"/>
          </p:nvPr>
        </p:nvSpPr>
        <p:spPr>
          <a:xfrm>
            <a:off x="3856391" y="2974258"/>
            <a:ext cx="1431000" cy="198000"/>
          </a:xfrm>
          <a:prstGeom prst="rect">
            <a:avLst/>
          </a:prstGeom>
        </p:spPr>
        <p:txBody>
          <a:bodyPr spcFirstLastPara="1" wrap="square" lIns="74250" tIns="74250" rIns="74250" bIns="74250" anchor="b" anchorCtr="0">
            <a:noAutofit/>
          </a:bodyPr>
          <a:lstStyle/>
          <a:p>
            <a:pPr marL="0" lvl="0" indent="0" algn="l" rtl="0">
              <a:spcBef>
                <a:spcPts val="0"/>
              </a:spcBef>
              <a:spcAft>
                <a:spcPts val="0"/>
              </a:spcAft>
              <a:buNone/>
            </a:pPr>
            <a:r>
              <a:rPr lang="en" sz="1300"/>
              <a:t>Alaya Mateo</a:t>
            </a:r>
            <a:endParaRPr sz="1300"/>
          </a:p>
        </p:txBody>
      </p:sp>
      <p:sp>
        <p:nvSpPr>
          <p:cNvPr id="1018" name="Google Shape;1018;p106"/>
          <p:cNvSpPr txBox="1">
            <a:spLocks noGrp="1"/>
          </p:cNvSpPr>
          <p:nvPr>
            <p:ph type="subTitle" idx="17"/>
          </p:nvPr>
        </p:nvSpPr>
        <p:spPr>
          <a:xfrm>
            <a:off x="3856391" y="3171100"/>
            <a:ext cx="1431000" cy="141900"/>
          </a:xfrm>
          <a:prstGeom prst="rect">
            <a:avLst/>
          </a:prstGeom>
        </p:spPr>
        <p:txBody>
          <a:bodyPr spcFirstLastPara="1" wrap="square" lIns="74250" tIns="74250" rIns="74250" bIns="74250" anchor="t" anchorCtr="0">
            <a:noAutofit/>
          </a:bodyPr>
          <a:lstStyle/>
          <a:p>
            <a:pPr marL="0" lvl="0" indent="0" algn="l" rtl="0">
              <a:spcBef>
                <a:spcPts val="0"/>
              </a:spcBef>
              <a:spcAft>
                <a:spcPts val="0"/>
              </a:spcAft>
              <a:buNone/>
            </a:pPr>
            <a:r>
              <a:rPr lang="en" sz="975"/>
              <a:t>Team Member</a:t>
            </a:r>
            <a:endParaRPr sz="975"/>
          </a:p>
        </p:txBody>
      </p:sp>
      <p:sp>
        <p:nvSpPr>
          <p:cNvPr id="1019" name="Google Shape;1019;p106"/>
          <p:cNvSpPr txBox="1">
            <a:spLocks noGrp="1"/>
          </p:cNvSpPr>
          <p:nvPr>
            <p:ph type="body" idx="18"/>
          </p:nvPr>
        </p:nvSpPr>
        <p:spPr>
          <a:xfrm>
            <a:off x="3853980" y="3417307"/>
            <a:ext cx="1431000" cy="835800"/>
          </a:xfrm>
          <a:prstGeom prst="rect">
            <a:avLst/>
          </a:prstGeom>
        </p:spPr>
        <p:txBody>
          <a:bodyPr spcFirstLastPara="1" wrap="square" lIns="74250" tIns="74250" rIns="74250" bIns="74250" anchor="t" anchorCtr="0">
            <a:noAutofit/>
          </a:bodyPr>
          <a:lstStyle/>
          <a:p>
            <a:pPr marL="0" lvl="0" indent="0" algn="l" rtl="0">
              <a:spcBef>
                <a:spcPts val="0"/>
              </a:spcBef>
              <a:spcAft>
                <a:spcPts val="0"/>
              </a:spcAft>
              <a:buClr>
                <a:schemeClr val="dk1"/>
              </a:buClr>
              <a:buSzPts val="894"/>
              <a:buNone/>
            </a:pPr>
            <a:r>
              <a:rPr lang="en" sz="812"/>
              <a:t>I am a senior Computer Science major with  programming skills in C++, MATLAB, and Java. I have advanced knowledge in digital image processing.</a:t>
            </a:r>
            <a:endParaRPr sz="812"/>
          </a:p>
        </p:txBody>
      </p:sp>
      <p:pic>
        <p:nvPicPr>
          <p:cNvPr id="1020" name="Google Shape;1020;p106" title="20250922_190534.jpg"/>
          <p:cNvPicPr preferRelativeResize="0">
            <a:picLocks noGrp="1"/>
          </p:cNvPicPr>
          <p:nvPr>
            <p:ph type="pic" idx="19"/>
          </p:nvPr>
        </p:nvPicPr>
        <p:blipFill rotWithShape="1">
          <a:blip r:embed="rId4">
            <a:alphaModFix/>
          </a:blip>
          <a:srcRect l="9091" r="9083"/>
          <a:stretch/>
        </p:blipFill>
        <p:spPr>
          <a:xfrm>
            <a:off x="2073125" y="2222845"/>
            <a:ext cx="607800" cy="642300"/>
          </a:xfrm>
          <a:prstGeom prst="roundRect">
            <a:avLst>
              <a:gd name="adj" fmla="val 16667"/>
            </a:avLst>
          </a:prstGeom>
        </p:spPr>
      </p:pic>
      <p:pic>
        <p:nvPicPr>
          <p:cNvPr id="1021" name="Google Shape;1021;p106"/>
          <p:cNvPicPr preferRelativeResize="0"/>
          <p:nvPr/>
        </p:nvPicPr>
        <p:blipFill>
          <a:blip r:embed="rId5">
            <a:alphaModFix/>
          </a:blip>
          <a:stretch>
            <a:fillRect/>
          </a:stretch>
        </p:blipFill>
        <p:spPr>
          <a:xfrm>
            <a:off x="3856488" y="2183422"/>
            <a:ext cx="503400" cy="714600"/>
          </a:xfrm>
          <a:prstGeom prst="roundRect">
            <a:avLst>
              <a:gd name="adj" fmla="val 16667"/>
            </a:avLst>
          </a:prstGeom>
          <a:noFill/>
          <a:ln>
            <a:noFill/>
          </a:ln>
        </p:spPr>
      </p:pic>
      <p:pic>
        <p:nvPicPr>
          <p:cNvPr id="1022" name="Google Shape;1022;p106"/>
          <p:cNvPicPr preferRelativeResize="0"/>
          <p:nvPr/>
        </p:nvPicPr>
        <p:blipFill>
          <a:blip r:embed="rId6">
            <a:alphaModFix/>
          </a:blip>
          <a:stretch>
            <a:fillRect/>
          </a:stretch>
        </p:blipFill>
        <p:spPr>
          <a:xfrm>
            <a:off x="8168970" y="0"/>
            <a:ext cx="975024" cy="1463825"/>
          </a:xfrm>
          <a:prstGeom prst="rect">
            <a:avLst/>
          </a:prstGeom>
          <a:noFill/>
          <a:ln>
            <a:noFill/>
          </a:ln>
        </p:spPr>
      </p:pic>
      <p:sp>
        <p:nvSpPr>
          <p:cNvPr id="1023" name="Google Shape;1023;p106"/>
          <p:cNvSpPr/>
          <p:nvPr/>
        </p:nvSpPr>
        <p:spPr>
          <a:xfrm>
            <a:off x="5477406" y="2077648"/>
            <a:ext cx="1707300" cy="2405700"/>
          </a:xfrm>
          <a:prstGeom prst="roundRect">
            <a:avLst>
              <a:gd name="adj" fmla="val 9631"/>
            </a:avLst>
          </a:prstGeom>
          <a:solidFill>
            <a:schemeClr val="lt2"/>
          </a:solidFill>
          <a:ln>
            <a:noFill/>
          </a:ln>
        </p:spPr>
        <p:txBody>
          <a:bodyPr spcFirstLastPara="1" wrap="square" lIns="73075" tIns="73075" rIns="73075" bIns="73075" anchor="ctr" anchorCtr="0">
            <a:noAutofit/>
          </a:bodyPr>
          <a:lstStyle/>
          <a:p>
            <a:pPr marL="0" lvl="0" indent="0" algn="ctr" rtl="0">
              <a:spcBef>
                <a:spcPts val="0"/>
              </a:spcBef>
              <a:spcAft>
                <a:spcPts val="0"/>
              </a:spcAft>
              <a:buNone/>
            </a:pPr>
            <a:endParaRPr sz="1119">
              <a:solidFill>
                <a:schemeClr val="dk1"/>
              </a:solidFill>
              <a:latin typeface="Urbanist"/>
              <a:ea typeface="Urbanist"/>
              <a:cs typeface="Urbanist"/>
              <a:sym typeface="Urbanist"/>
            </a:endParaRPr>
          </a:p>
        </p:txBody>
      </p:sp>
      <p:sp>
        <p:nvSpPr>
          <p:cNvPr id="1024" name="Google Shape;1024;p106"/>
          <p:cNvSpPr/>
          <p:nvPr/>
        </p:nvSpPr>
        <p:spPr>
          <a:xfrm>
            <a:off x="7259650" y="2077648"/>
            <a:ext cx="1707300" cy="2405700"/>
          </a:xfrm>
          <a:prstGeom prst="roundRect">
            <a:avLst>
              <a:gd name="adj" fmla="val 9631"/>
            </a:avLst>
          </a:prstGeom>
          <a:solidFill>
            <a:schemeClr val="lt2"/>
          </a:solidFill>
          <a:ln>
            <a:noFill/>
          </a:ln>
        </p:spPr>
        <p:txBody>
          <a:bodyPr spcFirstLastPara="1" wrap="square" lIns="73075" tIns="73075" rIns="73075" bIns="73075" anchor="ctr" anchorCtr="0">
            <a:noAutofit/>
          </a:bodyPr>
          <a:lstStyle/>
          <a:p>
            <a:pPr marL="0" lvl="0" indent="0" algn="ctr" rtl="0">
              <a:spcBef>
                <a:spcPts val="0"/>
              </a:spcBef>
              <a:spcAft>
                <a:spcPts val="0"/>
              </a:spcAft>
              <a:buNone/>
            </a:pPr>
            <a:endParaRPr sz="1119">
              <a:solidFill>
                <a:schemeClr val="dk1"/>
              </a:solidFill>
              <a:latin typeface="Urbanist"/>
              <a:ea typeface="Urbanist"/>
              <a:cs typeface="Urbanist"/>
              <a:sym typeface="Urbanist"/>
            </a:endParaRPr>
          </a:p>
        </p:txBody>
      </p:sp>
      <p:sp>
        <p:nvSpPr>
          <p:cNvPr id="1025" name="Google Shape;1025;p106"/>
          <p:cNvSpPr txBox="1">
            <a:spLocks noGrp="1"/>
          </p:cNvSpPr>
          <p:nvPr>
            <p:ph type="subTitle" idx="9"/>
          </p:nvPr>
        </p:nvSpPr>
        <p:spPr>
          <a:xfrm>
            <a:off x="5635787" y="2961389"/>
            <a:ext cx="1408500" cy="195000"/>
          </a:xfrm>
          <a:prstGeom prst="rect">
            <a:avLst/>
          </a:prstGeom>
        </p:spPr>
        <p:txBody>
          <a:bodyPr spcFirstLastPara="1" wrap="square" lIns="73075" tIns="73075" rIns="73075" bIns="73075" anchor="b" anchorCtr="0">
            <a:noAutofit/>
          </a:bodyPr>
          <a:lstStyle/>
          <a:p>
            <a:pPr marL="0" lvl="0" indent="0" algn="l" rtl="0">
              <a:spcBef>
                <a:spcPts val="0"/>
              </a:spcBef>
              <a:spcAft>
                <a:spcPts val="0"/>
              </a:spcAft>
              <a:buNone/>
            </a:pPr>
            <a:r>
              <a:rPr lang="en" sz="1279"/>
              <a:t>David Kabengela</a:t>
            </a:r>
            <a:endParaRPr sz="1279"/>
          </a:p>
        </p:txBody>
      </p:sp>
      <p:sp>
        <p:nvSpPr>
          <p:cNvPr id="1026" name="Google Shape;1026;p106"/>
          <p:cNvSpPr txBox="1">
            <a:spLocks noGrp="1"/>
          </p:cNvSpPr>
          <p:nvPr>
            <p:ph type="subTitle" idx="13"/>
          </p:nvPr>
        </p:nvSpPr>
        <p:spPr>
          <a:xfrm>
            <a:off x="5635787" y="3155110"/>
            <a:ext cx="1408500" cy="139800"/>
          </a:xfrm>
          <a:prstGeom prst="rect">
            <a:avLst/>
          </a:prstGeom>
        </p:spPr>
        <p:txBody>
          <a:bodyPr spcFirstLastPara="1" wrap="square" lIns="73075" tIns="73075" rIns="73075" bIns="73075" anchor="t" anchorCtr="0">
            <a:noAutofit/>
          </a:bodyPr>
          <a:lstStyle/>
          <a:p>
            <a:pPr marL="0" lvl="0" indent="0" algn="l" rtl="0">
              <a:spcBef>
                <a:spcPts val="0"/>
              </a:spcBef>
              <a:spcAft>
                <a:spcPts val="0"/>
              </a:spcAft>
              <a:buNone/>
            </a:pPr>
            <a:r>
              <a:rPr lang="en" sz="959"/>
              <a:t>Team Member</a:t>
            </a:r>
            <a:endParaRPr sz="959"/>
          </a:p>
        </p:txBody>
      </p:sp>
      <p:sp>
        <p:nvSpPr>
          <p:cNvPr id="1027" name="Google Shape;1027;p106"/>
          <p:cNvSpPr txBox="1">
            <a:spLocks noGrp="1"/>
          </p:cNvSpPr>
          <p:nvPr>
            <p:ph type="body" idx="14"/>
          </p:nvPr>
        </p:nvSpPr>
        <p:spPr>
          <a:xfrm>
            <a:off x="5634900" y="3356675"/>
            <a:ext cx="1392300" cy="1128000"/>
          </a:xfrm>
          <a:prstGeom prst="rect">
            <a:avLst/>
          </a:prstGeom>
        </p:spPr>
        <p:txBody>
          <a:bodyPr spcFirstLastPara="1" wrap="square" lIns="73075" tIns="73075" rIns="73075" bIns="73075" anchor="t" anchorCtr="0">
            <a:noAutofit/>
          </a:bodyPr>
          <a:lstStyle/>
          <a:p>
            <a:pPr marL="0" lvl="0" indent="0" algn="l" rtl="0">
              <a:spcBef>
                <a:spcPts val="0"/>
              </a:spcBef>
              <a:spcAft>
                <a:spcPts val="0"/>
              </a:spcAft>
              <a:buClr>
                <a:schemeClr val="dk1"/>
              </a:buClr>
              <a:buSzPts val="1100"/>
              <a:buFont typeface="Arial"/>
              <a:buNone/>
            </a:pPr>
            <a:r>
              <a:rPr lang="en" sz="800"/>
              <a:t>I’m a senior majoring in Computer Science with a strong interest in data! I enjoy working with data and plan to pursue a career as either a data scientist or data engineer.</a:t>
            </a:r>
            <a:endParaRPr sz="800"/>
          </a:p>
          <a:p>
            <a:pPr marL="0" lvl="0" indent="0" algn="l" rtl="0">
              <a:spcBef>
                <a:spcPts val="0"/>
              </a:spcBef>
              <a:spcAft>
                <a:spcPts val="0"/>
              </a:spcAft>
              <a:buClr>
                <a:schemeClr val="dk1"/>
              </a:buClr>
              <a:buSzPts val="879"/>
              <a:buNone/>
            </a:pPr>
            <a:endParaRPr sz="800"/>
          </a:p>
        </p:txBody>
      </p:sp>
      <p:sp>
        <p:nvSpPr>
          <p:cNvPr id="1028" name="Google Shape;1028;p106"/>
          <p:cNvSpPr txBox="1">
            <a:spLocks noGrp="1"/>
          </p:cNvSpPr>
          <p:nvPr>
            <p:ph type="subTitle" idx="16"/>
          </p:nvPr>
        </p:nvSpPr>
        <p:spPr>
          <a:xfrm>
            <a:off x="7418031" y="2961390"/>
            <a:ext cx="1408500" cy="195000"/>
          </a:xfrm>
          <a:prstGeom prst="rect">
            <a:avLst/>
          </a:prstGeom>
        </p:spPr>
        <p:txBody>
          <a:bodyPr spcFirstLastPara="1" wrap="square" lIns="73075" tIns="73075" rIns="73075" bIns="73075" anchor="b" anchorCtr="0">
            <a:noAutofit/>
          </a:bodyPr>
          <a:lstStyle/>
          <a:p>
            <a:pPr marL="0" lvl="0" indent="0" algn="l" rtl="0">
              <a:spcBef>
                <a:spcPts val="0"/>
              </a:spcBef>
              <a:spcAft>
                <a:spcPts val="0"/>
              </a:spcAft>
              <a:buNone/>
            </a:pPr>
            <a:r>
              <a:rPr lang="en" sz="1279"/>
              <a:t>Isaiah Hara</a:t>
            </a:r>
            <a:endParaRPr sz="1279"/>
          </a:p>
        </p:txBody>
      </p:sp>
      <p:sp>
        <p:nvSpPr>
          <p:cNvPr id="1029" name="Google Shape;1029;p106"/>
          <p:cNvSpPr txBox="1">
            <a:spLocks noGrp="1"/>
          </p:cNvSpPr>
          <p:nvPr>
            <p:ph type="subTitle" idx="17"/>
          </p:nvPr>
        </p:nvSpPr>
        <p:spPr>
          <a:xfrm>
            <a:off x="7418031" y="3155110"/>
            <a:ext cx="1408500" cy="139800"/>
          </a:xfrm>
          <a:prstGeom prst="rect">
            <a:avLst/>
          </a:prstGeom>
        </p:spPr>
        <p:txBody>
          <a:bodyPr spcFirstLastPara="1" wrap="square" lIns="73075" tIns="73075" rIns="73075" bIns="73075" anchor="t" anchorCtr="0">
            <a:noAutofit/>
          </a:bodyPr>
          <a:lstStyle/>
          <a:p>
            <a:pPr marL="0" lvl="0" indent="0" algn="l" rtl="0">
              <a:spcBef>
                <a:spcPts val="0"/>
              </a:spcBef>
              <a:spcAft>
                <a:spcPts val="0"/>
              </a:spcAft>
              <a:buNone/>
            </a:pPr>
            <a:r>
              <a:rPr lang="en" sz="959"/>
              <a:t>Team Member</a:t>
            </a:r>
            <a:endParaRPr sz="959"/>
          </a:p>
        </p:txBody>
      </p:sp>
      <p:sp>
        <p:nvSpPr>
          <p:cNvPr id="1030" name="Google Shape;1030;p106"/>
          <p:cNvSpPr txBox="1">
            <a:spLocks noGrp="1"/>
          </p:cNvSpPr>
          <p:nvPr>
            <p:ph type="body" idx="18"/>
          </p:nvPr>
        </p:nvSpPr>
        <p:spPr>
          <a:xfrm>
            <a:off x="7418106" y="3423911"/>
            <a:ext cx="1408500" cy="822600"/>
          </a:xfrm>
          <a:prstGeom prst="rect">
            <a:avLst/>
          </a:prstGeom>
        </p:spPr>
        <p:txBody>
          <a:bodyPr spcFirstLastPara="1" wrap="square" lIns="73075" tIns="73075" rIns="73075" bIns="73075" anchor="t" anchorCtr="0">
            <a:noAutofit/>
          </a:bodyPr>
          <a:lstStyle/>
          <a:p>
            <a:pPr marL="0" lvl="0" indent="0" algn="l" rtl="0">
              <a:spcBef>
                <a:spcPts val="0"/>
              </a:spcBef>
              <a:spcAft>
                <a:spcPts val="0"/>
              </a:spcAft>
              <a:buClr>
                <a:schemeClr val="dk1"/>
              </a:buClr>
              <a:buSzPts val="1100"/>
              <a:buFont typeface="Arial"/>
              <a:buNone/>
            </a:pPr>
            <a:r>
              <a:rPr lang="en" sz="800"/>
              <a:t>I am a Computer Science major with programming skills in C++ and Java, as well of knowledge in database structures. </a:t>
            </a:r>
            <a:endParaRPr sz="800"/>
          </a:p>
          <a:p>
            <a:pPr marL="0" lvl="0" indent="0" algn="l" rtl="0">
              <a:spcBef>
                <a:spcPts val="0"/>
              </a:spcBef>
              <a:spcAft>
                <a:spcPts val="0"/>
              </a:spcAft>
              <a:buClr>
                <a:schemeClr val="dk1"/>
              </a:buClr>
              <a:buSzPts val="879"/>
              <a:buNone/>
            </a:pPr>
            <a:endParaRPr sz="800"/>
          </a:p>
        </p:txBody>
      </p:sp>
      <p:pic>
        <p:nvPicPr>
          <p:cNvPr id="1031" name="Google Shape;1031;p106"/>
          <p:cNvPicPr preferRelativeResize="0"/>
          <p:nvPr/>
        </p:nvPicPr>
        <p:blipFill>
          <a:blip r:embed="rId7">
            <a:alphaModFix/>
          </a:blip>
          <a:stretch>
            <a:fillRect/>
          </a:stretch>
        </p:blipFill>
        <p:spPr>
          <a:xfrm>
            <a:off x="5621186" y="2161388"/>
            <a:ext cx="659700" cy="703200"/>
          </a:xfrm>
          <a:prstGeom prst="roundRect">
            <a:avLst>
              <a:gd name="adj" fmla="val 16667"/>
            </a:avLst>
          </a:prstGeom>
          <a:noFill/>
          <a:ln>
            <a:noFill/>
          </a:ln>
        </p:spPr>
      </p:pic>
      <p:pic>
        <p:nvPicPr>
          <p:cNvPr id="1032" name="Google Shape;1032;p106" title="IMG_0841.jpg"/>
          <p:cNvPicPr preferRelativeResize="0"/>
          <p:nvPr/>
        </p:nvPicPr>
        <p:blipFill>
          <a:blip r:embed="rId8">
            <a:alphaModFix/>
          </a:blip>
          <a:stretch>
            <a:fillRect/>
          </a:stretch>
        </p:blipFill>
        <p:spPr>
          <a:xfrm>
            <a:off x="7385950" y="2183750"/>
            <a:ext cx="658500" cy="658500"/>
          </a:xfrm>
          <a:prstGeom prst="roundRect">
            <a:avLst>
              <a:gd name="adj" fmla="val 16667"/>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p107"/>
          <p:cNvSpPr txBox="1">
            <a:spLocks noGrp="1"/>
          </p:cNvSpPr>
          <p:nvPr>
            <p:ph type="title"/>
          </p:nvPr>
        </p:nvSpPr>
        <p:spPr>
          <a:xfrm>
            <a:off x="228600" y="689725"/>
            <a:ext cx="3848400" cy="2327400"/>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1200"/>
              </a:spcAft>
              <a:buClr>
                <a:schemeClr val="dk1"/>
              </a:buClr>
              <a:buSzPts val="1100"/>
              <a:buNone/>
            </a:pPr>
            <a:r>
              <a:rPr lang="en" sz="2700">
                <a:solidFill>
                  <a:schemeClr val="lt1"/>
                </a:solidFill>
                <a:latin typeface="Urbanist"/>
                <a:ea typeface="Urbanist"/>
                <a:cs typeface="Urbanist"/>
                <a:sym typeface="Urbanist"/>
              </a:rPr>
              <a:t>College students struggle with mental health issues from various sources which impact their studies </a:t>
            </a:r>
            <a:r>
              <a:rPr lang="en" sz="2700">
                <a:solidFill>
                  <a:schemeClr val="accent3"/>
                </a:solidFill>
                <a:latin typeface="Urbanist"/>
                <a:ea typeface="Urbanist"/>
                <a:cs typeface="Urbanist"/>
                <a:sym typeface="Urbanist"/>
              </a:rPr>
              <a:t>negatively</a:t>
            </a:r>
            <a:r>
              <a:rPr lang="en" sz="2700">
                <a:solidFill>
                  <a:schemeClr val="lt1"/>
                </a:solidFill>
                <a:latin typeface="Urbanist"/>
                <a:ea typeface="Urbanist"/>
                <a:cs typeface="Urbanist"/>
                <a:sym typeface="Urbanist"/>
              </a:rPr>
              <a:t> </a:t>
            </a:r>
            <a:endParaRPr sz="2700">
              <a:solidFill>
                <a:schemeClr val="lt1"/>
              </a:solidFill>
              <a:latin typeface="Urbanist"/>
              <a:ea typeface="Urbanist"/>
              <a:cs typeface="Urbanist"/>
              <a:sym typeface="Urbanist"/>
            </a:endParaRPr>
          </a:p>
        </p:txBody>
      </p:sp>
      <p:sp>
        <p:nvSpPr>
          <p:cNvPr id="1038" name="Google Shape;1038;p107"/>
          <p:cNvSpPr txBox="1">
            <a:spLocks noGrp="1"/>
          </p:cNvSpPr>
          <p:nvPr>
            <p:ph type="subTitle" idx="8"/>
          </p:nvPr>
        </p:nvSpPr>
        <p:spPr>
          <a:xfrm>
            <a:off x="235575" y="228600"/>
            <a:ext cx="2870100" cy="228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The Problem</a:t>
            </a:r>
            <a:endParaRPr/>
          </a:p>
        </p:txBody>
      </p:sp>
      <p:pic>
        <p:nvPicPr>
          <p:cNvPr id="1039" name="Google Shape;1039;p107"/>
          <p:cNvPicPr preferRelativeResize="0"/>
          <p:nvPr/>
        </p:nvPicPr>
        <p:blipFill>
          <a:blip r:embed="rId3">
            <a:alphaModFix/>
          </a:blip>
          <a:stretch>
            <a:fillRect/>
          </a:stretch>
        </p:blipFill>
        <p:spPr>
          <a:xfrm>
            <a:off x="235570" y="3170350"/>
            <a:ext cx="975024" cy="1463825"/>
          </a:xfrm>
          <a:prstGeom prst="rect">
            <a:avLst/>
          </a:prstGeom>
          <a:noFill/>
          <a:ln>
            <a:noFill/>
          </a:ln>
        </p:spPr>
      </p:pic>
      <p:pic>
        <p:nvPicPr>
          <p:cNvPr id="1040" name="Google Shape;1040;p107" descr="Software developer stressed out (Provided by Getty Images)"/>
          <p:cNvPicPr preferRelativeResize="0"/>
          <p:nvPr/>
        </p:nvPicPr>
        <p:blipFill>
          <a:blip r:embed="rId4">
            <a:alphaModFix/>
          </a:blip>
          <a:stretch>
            <a:fillRect/>
          </a:stretch>
        </p:blipFill>
        <p:spPr>
          <a:xfrm>
            <a:off x="4245125" y="308400"/>
            <a:ext cx="4762199" cy="3757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cxnSp>
        <p:nvCxnSpPr>
          <p:cNvPr id="1045" name="Google Shape;1045;p108"/>
          <p:cNvCxnSpPr>
            <a:endCxn id="1046" idx="1"/>
          </p:cNvCxnSpPr>
          <p:nvPr/>
        </p:nvCxnSpPr>
        <p:spPr>
          <a:xfrm>
            <a:off x="6103889" y="2196740"/>
            <a:ext cx="1501200" cy="0"/>
          </a:xfrm>
          <a:prstGeom prst="straightConnector1">
            <a:avLst/>
          </a:prstGeom>
          <a:noFill/>
          <a:ln w="9525" cap="flat" cmpd="sng">
            <a:solidFill>
              <a:schemeClr val="dk2"/>
            </a:solidFill>
            <a:prstDash val="solid"/>
            <a:round/>
            <a:headEnd type="none" w="med" len="med"/>
            <a:tailEnd type="none" w="med" len="med"/>
          </a:ln>
        </p:spPr>
      </p:cxnSp>
      <p:sp>
        <p:nvSpPr>
          <p:cNvPr id="1047" name="Google Shape;1047;p108"/>
          <p:cNvSpPr/>
          <p:nvPr/>
        </p:nvSpPr>
        <p:spPr>
          <a:xfrm>
            <a:off x="4388500" y="2118378"/>
            <a:ext cx="1266200" cy="289575"/>
          </a:xfrm>
          <a:custGeom>
            <a:avLst/>
            <a:gdLst/>
            <a:ahLst/>
            <a:cxnLst/>
            <a:rect l="l" t="t" r="r" b="b"/>
            <a:pathLst>
              <a:path w="50648" h="11583" extrusionOk="0">
                <a:moveTo>
                  <a:pt x="0" y="4608"/>
                </a:moveTo>
                <a:cubicBezTo>
                  <a:pt x="6921" y="4608"/>
                  <a:pt x="14335" y="6863"/>
                  <a:pt x="20762" y="4293"/>
                </a:cubicBezTo>
                <a:cubicBezTo>
                  <a:pt x="23818" y="3071"/>
                  <a:pt x="27253" y="-1457"/>
                  <a:pt x="29885" y="518"/>
                </a:cubicBezTo>
                <a:cubicBezTo>
                  <a:pt x="32164" y="2228"/>
                  <a:pt x="26717" y="7233"/>
                  <a:pt x="28942" y="9012"/>
                </a:cubicBezTo>
                <a:cubicBezTo>
                  <a:pt x="34607" y="13543"/>
                  <a:pt x="43394" y="10585"/>
                  <a:pt x="50648" y="10585"/>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1048" name="Google Shape;1048;p108"/>
          <p:cNvSpPr/>
          <p:nvPr/>
        </p:nvSpPr>
        <p:spPr>
          <a:xfrm>
            <a:off x="2587475" y="1696456"/>
            <a:ext cx="1258350" cy="795200"/>
          </a:xfrm>
          <a:custGeom>
            <a:avLst/>
            <a:gdLst/>
            <a:ahLst/>
            <a:cxnLst/>
            <a:rect l="l" t="t" r="r" b="b"/>
            <a:pathLst>
              <a:path w="50334" h="31808" extrusionOk="0">
                <a:moveTo>
                  <a:pt x="0" y="21799"/>
                </a:moveTo>
                <a:cubicBezTo>
                  <a:pt x="6682" y="24029"/>
                  <a:pt x="14103" y="13987"/>
                  <a:pt x="15100" y="7014"/>
                </a:cubicBezTo>
                <a:cubicBezTo>
                  <a:pt x="15432" y="4693"/>
                  <a:pt x="16066" y="-649"/>
                  <a:pt x="13842" y="93"/>
                </a:cubicBezTo>
                <a:cubicBezTo>
                  <a:pt x="12347" y="592"/>
                  <a:pt x="13527" y="3235"/>
                  <a:pt x="13527" y="4812"/>
                </a:cubicBezTo>
                <a:cubicBezTo>
                  <a:pt x="13527" y="9691"/>
                  <a:pt x="13219" y="15099"/>
                  <a:pt x="15730" y="19283"/>
                </a:cubicBezTo>
                <a:cubicBezTo>
                  <a:pt x="17334" y="21956"/>
                  <a:pt x="21463" y="22942"/>
                  <a:pt x="24538" y="22429"/>
                </a:cubicBezTo>
                <a:cubicBezTo>
                  <a:pt x="28276" y="21805"/>
                  <a:pt x="33668" y="22887"/>
                  <a:pt x="35549" y="19597"/>
                </a:cubicBezTo>
                <a:cubicBezTo>
                  <a:pt x="37675" y="15878"/>
                  <a:pt x="29476" y="11707"/>
                  <a:pt x="30830" y="7643"/>
                </a:cubicBezTo>
                <a:cubicBezTo>
                  <a:pt x="31897" y="4439"/>
                  <a:pt x="36749" y="2172"/>
                  <a:pt x="39953" y="3239"/>
                </a:cubicBezTo>
                <a:cubicBezTo>
                  <a:pt x="45457" y="5073"/>
                  <a:pt x="44825" y="15567"/>
                  <a:pt x="41840" y="20541"/>
                </a:cubicBezTo>
                <a:cubicBezTo>
                  <a:pt x="39336" y="24713"/>
                  <a:pt x="29400" y="24550"/>
                  <a:pt x="30201" y="29349"/>
                </a:cubicBezTo>
                <a:cubicBezTo>
                  <a:pt x="31315" y="36020"/>
                  <a:pt x="43571" y="26833"/>
                  <a:pt x="50334" y="26833"/>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1049" name="Google Shape;1049;p108"/>
          <p:cNvSpPr/>
          <p:nvPr/>
        </p:nvSpPr>
        <p:spPr>
          <a:xfrm>
            <a:off x="550525" y="1216366"/>
            <a:ext cx="1588675" cy="1234650"/>
          </a:xfrm>
          <a:custGeom>
            <a:avLst/>
            <a:gdLst/>
            <a:ahLst/>
            <a:cxnLst/>
            <a:rect l="l" t="t" r="r" b="b"/>
            <a:pathLst>
              <a:path w="63547" h="49386" extrusionOk="0">
                <a:moveTo>
                  <a:pt x="0" y="39744"/>
                </a:moveTo>
                <a:cubicBezTo>
                  <a:pt x="6378" y="39744"/>
                  <a:pt x="16859" y="42649"/>
                  <a:pt x="18875" y="36598"/>
                </a:cubicBezTo>
                <a:cubicBezTo>
                  <a:pt x="20462" y="31834"/>
                  <a:pt x="9776" y="28047"/>
                  <a:pt x="11640" y="23385"/>
                </a:cubicBezTo>
                <a:cubicBezTo>
                  <a:pt x="13651" y="18355"/>
                  <a:pt x="23986" y="23527"/>
                  <a:pt x="27369" y="19296"/>
                </a:cubicBezTo>
                <a:cubicBezTo>
                  <a:pt x="30516" y="15361"/>
                  <a:pt x="23394" y="9480"/>
                  <a:pt x="24223" y="4510"/>
                </a:cubicBezTo>
                <a:cubicBezTo>
                  <a:pt x="24717" y="1546"/>
                  <a:pt x="29114" y="-319"/>
                  <a:pt x="32088" y="106"/>
                </a:cubicBezTo>
                <a:cubicBezTo>
                  <a:pt x="35331" y="570"/>
                  <a:pt x="39099" y="3167"/>
                  <a:pt x="39638" y="6398"/>
                </a:cubicBezTo>
                <a:cubicBezTo>
                  <a:pt x="40218" y="9875"/>
                  <a:pt x="36859" y="12878"/>
                  <a:pt x="35548" y="16150"/>
                </a:cubicBezTo>
                <a:cubicBezTo>
                  <a:pt x="34672" y="18337"/>
                  <a:pt x="36852" y="20735"/>
                  <a:pt x="38065" y="22756"/>
                </a:cubicBezTo>
                <a:cubicBezTo>
                  <a:pt x="39903" y="25818"/>
                  <a:pt x="39280" y="29929"/>
                  <a:pt x="38694" y="33452"/>
                </a:cubicBezTo>
                <a:cubicBezTo>
                  <a:pt x="37921" y="38101"/>
                  <a:pt x="31236" y="42624"/>
                  <a:pt x="33661" y="46665"/>
                </a:cubicBezTo>
                <a:cubicBezTo>
                  <a:pt x="35288" y="49376"/>
                  <a:pt x="41923" y="50544"/>
                  <a:pt x="43099" y="47609"/>
                </a:cubicBezTo>
                <a:cubicBezTo>
                  <a:pt x="44714" y="43575"/>
                  <a:pt x="40864" y="36085"/>
                  <a:pt x="44986" y="34711"/>
                </a:cubicBezTo>
                <a:cubicBezTo>
                  <a:pt x="46820" y="34100"/>
                  <a:pt x="49654" y="34311"/>
                  <a:pt x="50649" y="35969"/>
                </a:cubicBezTo>
                <a:cubicBezTo>
                  <a:pt x="51663" y="37658"/>
                  <a:pt x="51336" y="40586"/>
                  <a:pt x="53165" y="41317"/>
                </a:cubicBezTo>
                <a:cubicBezTo>
                  <a:pt x="56384" y="42604"/>
                  <a:pt x="60080" y="41946"/>
                  <a:pt x="63547" y="41946"/>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1050" name="Google Shape;1050;p108"/>
          <p:cNvSpPr/>
          <p:nvPr/>
        </p:nvSpPr>
        <p:spPr>
          <a:xfrm>
            <a:off x="228600" y="1895390"/>
            <a:ext cx="602700" cy="602700"/>
          </a:xfrm>
          <a:prstGeom prst="roundRect">
            <a:avLst>
              <a:gd name="adj" fmla="val 50000"/>
            </a:avLst>
          </a:prstGeom>
          <a:solidFill>
            <a:schemeClr val="accent3"/>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dk1"/>
              </a:solidFill>
              <a:latin typeface="Urbanist SemiBold"/>
              <a:ea typeface="Urbanist SemiBold"/>
              <a:cs typeface="Urbanist SemiBold"/>
              <a:sym typeface="Urbanist SemiBold"/>
            </a:endParaRPr>
          </a:p>
        </p:txBody>
      </p:sp>
      <p:sp>
        <p:nvSpPr>
          <p:cNvPr id="1051" name="Google Shape;1051;p108"/>
          <p:cNvSpPr/>
          <p:nvPr/>
        </p:nvSpPr>
        <p:spPr>
          <a:xfrm>
            <a:off x="2034363" y="1895390"/>
            <a:ext cx="602700" cy="602700"/>
          </a:xfrm>
          <a:prstGeom prst="roundRect">
            <a:avLst>
              <a:gd name="adj" fmla="val 28849"/>
            </a:avLst>
          </a:prstGeom>
          <a:solidFill>
            <a:schemeClr val="lt2"/>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052" name="Google Shape;1052;p108"/>
          <p:cNvSpPr/>
          <p:nvPr/>
        </p:nvSpPr>
        <p:spPr>
          <a:xfrm>
            <a:off x="3829950" y="1895390"/>
            <a:ext cx="602700" cy="602700"/>
          </a:xfrm>
          <a:prstGeom prst="roundRect">
            <a:avLst>
              <a:gd name="adj" fmla="val 28849"/>
            </a:avLst>
          </a:prstGeom>
          <a:solidFill>
            <a:schemeClr val="lt2"/>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053" name="Google Shape;1053;p108"/>
          <p:cNvSpPr/>
          <p:nvPr/>
        </p:nvSpPr>
        <p:spPr>
          <a:xfrm>
            <a:off x="5645375" y="1895390"/>
            <a:ext cx="602700" cy="602700"/>
          </a:xfrm>
          <a:prstGeom prst="roundRect">
            <a:avLst>
              <a:gd name="adj" fmla="val 28849"/>
            </a:avLst>
          </a:prstGeom>
          <a:solidFill>
            <a:schemeClr val="lt2"/>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054" name="Google Shape;1054;p108"/>
          <p:cNvSpPr/>
          <p:nvPr/>
        </p:nvSpPr>
        <p:spPr>
          <a:xfrm>
            <a:off x="7460789" y="1895390"/>
            <a:ext cx="602700" cy="602700"/>
          </a:xfrm>
          <a:prstGeom prst="roundRect">
            <a:avLst>
              <a:gd name="adj" fmla="val 28849"/>
            </a:avLst>
          </a:prstGeom>
          <a:solidFill>
            <a:schemeClr val="lt2"/>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055" name="Google Shape;1055;p108"/>
          <p:cNvSpPr txBox="1">
            <a:spLocks noGrp="1"/>
          </p:cNvSpPr>
          <p:nvPr>
            <p:ph type="title"/>
          </p:nvPr>
        </p:nvSpPr>
        <p:spPr>
          <a:xfrm>
            <a:off x="228600" y="613525"/>
            <a:ext cx="6841500" cy="537300"/>
          </a:xfrm>
          <a:prstGeom prst="rect">
            <a:avLst/>
          </a:prstGeom>
        </p:spPr>
        <p:txBody>
          <a:bodyPr spcFirstLastPara="1" wrap="square" lIns="0" tIns="0" rIns="91425" bIns="91425" anchor="t" anchorCtr="0">
            <a:spAutoFit/>
          </a:bodyPr>
          <a:lstStyle/>
          <a:p>
            <a:pPr marL="0" lvl="0" indent="0" algn="l" rtl="0">
              <a:spcBef>
                <a:spcPts val="0"/>
              </a:spcBef>
              <a:spcAft>
                <a:spcPts val="0"/>
              </a:spcAft>
              <a:buNone/>
            </a:pPr>
            <a:r>
              <a:rPr lang="en"/>
              <a:t>Without PeopleFirst</a:t>
            </a:r>
            <a:endParaRPr/>
          </a:p>
        </p:txBody>
      </p:sp>
      <p:sp>
        <p:nvSpPr>
          <p:cNvPr id="1056" name="Google Shape;1056;p108"/>
          <p:cNvSpPr txBox="1">
            <a:spLocks noGrp="1"/>
          </p:cNvSpPr>
          <p:nvPr>
            <p:ph type="subTitle" idx="17"/>
          </p:nvPr>
        </p:nvSpPr>
        <p:spPr>
          <a:xfrm>
            <a:off x="238800" y="2667925"/>
            <a:ext cx="1398600" cy="3387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Identify a problem</a:t>
            </a:r>
            <a:endParaRPr/>
          </a:p>
        </p:txBody>
      </p:sp>
      <p:sp>
        <p:nvSpPr>
          <p:cNvPr id="1057" name="Google Shape;1057;p108"/>
          <p:cNvSpPr txBox="1">
            <a:spLocks noGrp="1"/>
          </p:cNvSpPr>
          <p:nvPr>
            <p:ph type="subTitle" idx="18"/>
          </p:nvPr>
        </p:nvSpPr>
        <p:spPr>
          <a:xfrm>
            <a:off x="2034375" y="2667925"/>
            <a:ext cx="1339800" cy="2262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Desire for Help</a:t>
            </a:r>
            <a:endParaRPr/>
          </a:p>
        </p:txBody>
      </p:sp>
      <p:sp>
        <p:nvSpPr>
          <p:cNvPr id="1058" name="Google Shape;1058;p108"/>
          <p:cNvSpPr txBox="1">
            <a:spLocks noGrp="1"/>
          </p:cNvSpPr>
          <p:nvPr>
            <p:ph type="subTitle" idx="21"/>
          </p:nvPr>
        </p:nvSpPr>
        <p:spPr>
          <a:xfrm>
            <a:off x="372900" y="2029450"/>
            <a:ext cx="314100" cy="338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1</a:t>
            </a:r>
            <a:endParaRPr/>
          </a:p>
        </p:txBody>
      </p:sp>
      <p:sp>
        <p:nvSpPr>
          <p:cNvPr id="1059" name="Google Shape;1059;p108"/>
          <p:cNvSpPr txBox="1">
            <a:spLocks noGrp="1"/>
          </p:cNvSpPr>
          <p:nvPr>
            <p:ph type="subTitle" idx="22"/>
          </p:nvPr>
        </p:nvSpPr>
        <p:spPr>
          <a:xfrm>
            <a:off x="2178663" y="2027390"/>
            <a:ext cx="314100" cy="338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2</a:t>
            </a:r>
            <a:endParaRPr/>
          </a:p>
        </p:txBody>
      </p:sp>
      <p:sp>
        <p:nvSpPr>
          <p:cNvPr id="1060" name="Google Shape;1060;p108"/>
          <p:cNvSpPr txBox="1">
            <a:spLocks noGrp="1"/>
          </p:cNvSpPr>
          <p:nvPr>
            <p:ph type="subTitle" idx="23"/>
          </p:nvPr>
        </p:nvSpPr>
        <p:spPr>
          <a:xfrm>
            <a:off x="3974250" y="2027390"/>
            <a:ext cx="314100" cy="338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3</a:t>
            </a:r>
            <a:endParaRPr/>
          </a:p>
        </p:txBody>
      </p:sp>
      <p:sp>
        <p:nvSpPr>
          <p:cNvPr id="1061" name="Google Shape;1061;p108"/>
          <p:cNvSpPr txBox="1">
            <a:spLocks noGrp="1"/>
          </p:cNvSpPr>
          <p:nvPr>
            <p:ph type="subTitle" idx="24"/>
          </p:nvPr>
        </p:nvSpPr>
        <p:spPr>
          <a:xfrm>
            <a:off x="5789675" y="2027390"/>
            <a:ext cx="314100" cy="338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4</a:t>
            </a:r>
            <a:endParaRPr/>
          </a:p>
        </p:txBody>
      </p:sp>
      <p:sp>
        <p:nvSpPr>
          <p:cNvPr id="1046" name="Google Shape;1046;p108"/>
          <p:cNvSpPr txBox="1">
            <a:spLocks noGrp="1"/>
          </p:cNvSpPr>
          <p:nvPr>
            <p:ph type="subTitle" idx="25"/>
          </p:nvPr>
        </p:nvSpPr>
        <p:spPr>
          <a:xfrm>
            <a:off x="7605089" y="2027390"/>
            <a:ext cx="314100" cy="338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5</a:t>
            </a:r>
            <a:endParaRPr/>
          </a:p>
        </p:txBody>
      </p:sp>
      <p:sp>
        <p:nvSpPr>
          <p:cNvPr id="1062" name="Google Shape;1062;p108"/>
          <p:cNvSpPr txBox="1">
            <a:spLocks noGrp="1"/>
          </p:cNvSpPr>
          <p:nvPr>
            <p:ph type="subTitle" idx="3"/>
          </p:nvPr>
        </p:nvSpPr>
        <p:spPr>
          <a:xfrm>
            <a:off x="3829950" y="2667925"/>
            <a:ext cx="1339800" cy="2262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Help Availability</a:t>
            </a:r>
            <a:endParaRPr/>
          </a:p>
        </p:txBody>
      </p:sp>
      <p:sp>
        <p:nvSpPr>
          <p:cNvPr id="1063" name="Google Shape;1063;p108"/>
          <p:cNvSpPr txBox="1">
            <a:spLocks noGrp="1"/>
          </p:cNvSpPr>
          <p:nvPr>
            <p:ph type="subTitle" idx="19"/>
          </p:nvPr>
        </p:nvSpPr>
        <p:spPr>
          <a:xfrm>
            <a:off x="5625525" y="2667925"/>
            <a:ext cx="1805100" cy="2262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Mediating the problem</a:t>
            </a:r>
            <a:endParaRPr/>
          </a:p>
        </p:txBody>
      </p:sp>
      <p:sp>
        <p:nvSpPr>
          <p:cNvPr id="1064" name="Google Shape;1064;p108"/>
          <p:cNvSpPr txBox="1">
            <a:spLocks noGrp="1"/>
          </p:cNvSpPr>
          <p:nvPr>
            <p:ph type="subTitle" idx="20"/>
          </p:nvPr>
        </p:nvSpPr>
        <p:spPr>
          <a:xfrm>
            <a:off x="7460789" y="2667925"/>
            <a:ext cx="1339800" cy="144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Follow-up</a:t>
            </a:r>
            <a:endParaRPr/>
          </a:p>
        </p:txBody>
      </p:sp>
      <p:pic>
        <p:nvPicPr>
          <p:cNvPr id="1065" name="Google Shape;1065;p108"/>
          <p:cNvPicPr preferRelativeResize="0"/>
          <p:nvPr/>
        </p:nvPicPr>
        <p:blipFill>
          <a:blip r:embed="rId3">
            <a:alphaModFix/>
          </a:blip>
          <a:stretch>
            <a:fillRect/>
          </a:stretch>
        </p:blipFill>
        <p:spPr>
          <a:xfrm>
            <a:off x="8168970" y="0"/>
            <a:ext cx="975024" cy="1463825"/>
          </a:xfrm>
          <a:prstGeom prst="rect">
            <a:avLst/>
          </a:prstGeom>
          <a:noFill/>
          <a:ln>
            <a:noFill/>
          </a:ln>
        </p:spPr>
      </p:pic>
      <p:sp>
        <p:nvSpPr>
          <p:cNvPr id="1066" name="Google Shape;1066;p108"/>
          <p:cNvSpPr txBox="1"/>
          <p:nvPr/>
        </p:nvSpPr>
        <p:spPr>
          <a:xfrm>
            <a:off x="228600" y="2894125"/>
            <a:ext cx="12108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Urbanist"/>
                <a:ea typeface="Urbanist"/>
                <a:cs typeface="Urbanist"/>
                <a:sym typeface="Urbanist"/>
              </a:rPr>
              <a:t>Shawn struggles with the passing of his grandfather and can’t concentrate on any of his classes.</a:t>
            </a:r>
            <a:endParaRPr sz="1200">
              <a:solidFill>
                <a:schemeClr val="lt1"/>
              </a:solidFill>
              <a:latin typeface="Urbanist"/>
              <a:ea typeface="Urbanist"/>
              <a:cs typeface="Urbanist"/>
              <a:sym typeface="Urbanist"/>
            </a:endParaRPr>
          </a:p>
        </p:txBody>
      </p:sp>
      <p:sp>
        <p:nvSpPr>
          <p:cNvPr id="1067" name="Google Shape;1067;p108"/>
          <p:cNvSpPr txBox="1"/>
          <p:nvPr/>
        </p:nvSpPr>
        <p:spPr>
          <a:xfrm>
            <a:off x="2029275" y="2894125"/>
            <a:ext cx="12108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decides he wants to do something about his situation, so that he can move forward in life.</a:t>
            </a:r>
            <a:endParaRPr sz="1200">
              <a:solidFill>
                <a:schemeClr val="lt1"/>
              </a:solidFill>
              <a:latin typeface="Urbanist"/>
              <a:ea typeface="Urbanist"/>
              <a:cs typeface="Urbanist"/>
              <a:sym typeface="Urbanist"/>
            </a:endParaRPr>
          </a:p>
        </p:txBody>
      </p:sp>
      <p:sp>
        <p:nvSpPr>
          <p:cNvPr id="1068" name="Google Shape;1068;p108"/>
          <p:cNvSpPr txBox="1"/>
          <p:nvPr/>
        </p:nvSpPr>
        <p:spPr>
          <a:xfrm>
            <a:off x="3827400" y="2894125"/>
            <a:ext cx="12108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is put on a 3 week waiting list for receiving counseling because of the lack of availabilities.</a:t>
            </a:r>
            <a:endParaRPr sz="1200">
              <a:solidFill>
                <a:schemeClr val="lt1"/>
              </a:solidFill>
              <a:latin typeface="Urbanist"/>
              <a:ea typeface="Urbanist"/>
              <a:cs typeface="Urbanist"/>
              <a:sym typeface="Urbanist"/>
            </a:endParaRPr>
          </a:p>
        </p:txBody>
      </p:sp>
      <p:sp>
        <p:nvSpPr>
          <p:cNvPr id="1069" name="Google Shape;1069;p108"/>
          <p:cNvSpPr txBox="1"/>
          <p:nvPr/>
        </p:nvSpPr>
        <p:spPr>
          <a:xfrm>
            <a:off x="5603250" y="2894125"/>
            <a:ext cx="12108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speaks to his counselor, but he was matched with the first available counselor and doesn’t feel comfortable opening up.</a:t>
            </a:r>
            <a:endParaRPr sz="1200">
              <a:solidFill>
                <a:schemeClr val="lt1"/>
              </a:solidFill>
              <a:latin typeface="Urbanist"/>
              <a:ea typeface="Urbanist"/>
              <a:cs typeface="Urbanist"/>
              <a:sym typeface="Urbanist"/>
            </a:endParaRPr>
          </a:p>
        </p:txBody>
      </p:sp>
      <p:sp>
        <p:nvSpPr>
          <p:cNvPr id="1070" name="Google Shape;1070;p108"/>
          <p:cNvSpPr txBox="1"/>
          <p:nvPr/>
        </p:nvSpPr>
        <p:spPr>
          <a:xfrm>
            <a:off x="7426200" y="2894125"/>
            <a:ext cx="12108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feels uneasy about setting up further appointments because he isn’t sure if his counseling was effective.</a:t>
            </a:r>
            <a:endParaRPr sz="1200">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pic>
        <p:nvPicPr>
          <p:cNvPr id="1075" name="Google Shape;1075;p109" descr="A luminous galaxy in space. "/>
          <p:cNvPicPr preferRelativeResize="0"/>
          <p:nvPr/>
        </p:nvPicPr>
        <p:blipFill rotWithShape="1">
          <a:blip r:embed="rId3">
            <a:alphaModFix amt="50000"/>
          </a:blip>
          <a:srcRect t="6840" b="1961"/>
          <a:stretch/>
        </p:blipFill>
        <p:spPr>
          <a:xfrm>
            <a:off x="0" y="-3250"/>
            <a:ext cx="9144003" cy="4686976"/>
          </a:xfrm>
          <a:prstGeom prst="rect">
            <a:avLst/>
          </a:prstGeom>
          <a:noFill/>
          <a:ln>
            <a:noFill/>
          </a:ln>
        </p:spPr>
      </p:pic>
      <p:sp>
        <p:nvSpPr>
          <p:cNvPr id="1076" name="Google Shape;1076;p109"/>
          <p:cNvSpPr txBox="1">
            <a:spLocks noGrp="1"/>
          </p:cNvSpPr>
          <p:nvPr>
            <p:ph type="title"/>
          </p:nvPr>
        </p:nvSpPr>
        <p:spPr>
          <a:xfrm>
            <a:off x="234125" y="3337800"/>
            <a:ext cx="8574600" cy="1114800"/>
          </a:xfrm>
          <a:prstGeom prst="rect">
            <a:avLst/>
          </a:prstGeom>
        </p:spPr>
        <p:txBody>
          <a:bodyPr spcFirstLastPara="1" wrap="square" lIns="0" tIns="0" rIns="0" bIns="0" anchor="b" anchorCtr="0">
            <a:noAutofit/>
          </a:bodyPr>
          <a:lstStyle/>
          <a:p>
            <a:pPr marL="0" lvl="0" indent="0" algn="l" rtl="0">
              <a:lnSpc>
                <a:spcPct val="85000"/>
              </a:lnSpc>
              <a:spcBef>
                <a:spcPts val="0"/>
              </a:spcBef>
              <a:spcAft>
                <a:spcPts val="0"/>
              </a:spcAft>
              <a:buNone/>
            </a:pPr>
            <a:r>
              <a:rPr lang="en">
                <a:solidFill>
                  <a:schemeClr val="dk2"/>
                </a:solidFill>
              </a:rPr>
              <a:t>We will better the college learning environment, so that many can </a:t>
            </a:r>
            <a:r>
              <a:rPr lang="en">
                <a:solidFill>
                  <a:schemeClr val="accent3"/>
                </a:solidFill>
              </a:rPr>
              <a:t>thrive</a:t>
            </a:r>
            <a:r>
              <a:rPr lang="en">
                <a:solidFill>
                  <a:schemeClr val="dk2"/>
                </a:solidFill>
              </a:rPr>
              <a:t>.</a:t>
            </a:r>
            <a:endParaRPr>
              <a:solidFill>
                <a:schemeClr val="accent3"/>
              </a:solidFill>
            </a:endParaRPr>
          </a:p>
        </p:txBody>
      </p:sp>
      <p:sp>
        <p:nvSpPr>
          <p:cNvPr id="1077" name="Google Shape;1077;p109"/>
          <p:cNvSpPr txBox="1">
            <a:spLocks noGrp="1"/>
          </p:cNvSpPr>
          <p:nvPr>
            <p:ph type="subTitle" idx="1"/>
          </p:nvPr>
        </p:nvSpPr>
        <p:spPr>
          <a:xfrm>
            <a:off x="235575" y="228600"/>
            <a:ext cx="2870100" cy="228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Our mission</a:t>
            </a:r>
            <a:endParaRPr/>
          </a:p>
        </p:txBody>
      </p:sp>
      <p:pic>
        <p:nvPicPr>
          <p:cNvPr id="1078" name="Google Shape;1078;p109"/>
          <p:cNvPicPr preferRelativeResize="0"/>
          <p:nvPr/>
        </p:nvPicPr>
        <p:blipFill>
          <a:blip r:embed="rId4">
            <a:alphaModFix/>
          </a:blip>
          <a:stretch>
            <a:fillRect/>
          </a:stretch>
        </p:blipFill>
        <p:spPr>
          <a:xfrm>
            <a:off x="8385172" y="106125"/>
            <a:ext cx="643050" cy="9654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10"/>
          <p:cNvSpPr txBox="1">
            <a:spLocks noGrp="1"/>
          </p:cNvSpPr>
          <p:nvPr>
            <p:ph type="body" idx="4294967295"/>
          </p:nvPr>
        </p:nvSpPr>
        <p:spPr>
          <a:xfrm>
            <a:off x="5206375" y="674250"/>
            <a:ext cx="3650400" cy="36777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000">
                <a:solidFill>
                  <a:srgbClr val="000000"/>
                </a:solidFill>
                <a:latin typeface="Urbanist"/>
                <a:ea typeface="Urbanist"/>
                <a:cs typeface="Urbanist"/>
                <a:sym typeface="Urbanist"/>
              </a:rPr>
              <a:t>The creation of a free mobile app that bridges the gap between struggling college students and peer/professional assistance through online communication and helpful resources.</a:t>
            </a:r>
            <a:endParaRPr sz="2000">
              <a:solidFill>
                <a:srgbClr val="000000"/>
              </a:solidFill>
              <a:latin typeface="Urbanist"/>
              <a:ea typeface="Urbanist"/>
              <a:cs typeface="Urbanist"/>
              <a:sym typeface="Urbanist"/>
            </a:endParaRPr>
          </a:p>
          <a:p>
            <a:pPr marL="0" lvl="0" indent="0" algn="l" rtl="0">
              <a:lnSpc>
                <a:spcPct val="115000"/>
              </a:lnSpc>
              <a:spcBef>
                <a:spcPts val="1200"/>
              </a:spcBef>
              <a:spcAft>
                <a:spcPts val="0"/>
              </a:spcAft>
              <a:buNone/>
            </a:pPr>
            <a:endParaRPr sz="2000">
              <a:solidFill>
                <a:srgbClr val="000000"/>
              </a:solidFill>
              <a:latin typeface="Urbanist"/>
              <a:ea typeface="Urbanist"/>
              <a:cs typeface="Urbanist"/>
              <a:sym typeface="Urbanist"/>
            </a:endParaRPr>
          </a:p>
          <a:p>
            <a:pPr marL="0" lvl="0" indent="0" algn="l" rtl="0">
              <a:spcBef>
                <a:spcPts val="1200"/>
              </a:spcBef>
              <a:spcAft>
                <a:spcPts val="0"/>
              </a:spcAft>
              <a:buNone/>
            </a:pPr>
            <a:endParaRPr>
              <a:solidFill>
                <a:srgbClr val="000000"/>
              </a:solidFill>
              <a:highlight>
                <a:schemeClr val="accent1"/>
              </a:highlight>
              <a:latin typeface="Instrument Sans SemiBold"/>
              <a:ea typeface="Instrument Sans SemiBold"/>
              <a:cs typeface="Instrument Sans SemiBold"/>
              <a:sym typeface="Instrument Sans SemiBold"/>
            </a:endParaRPr>
          </a:p>
        </p:txBody>
      </p:sp>
      <p:sp>
        <p:nvSpPr>
          <p:cNvPr id="1084" name="Google Shape;1084;p110"/>
          <p:cNvSpPr txBox="1"/>
          <p:nvPr/>
        </p:nvSpPr>
        <p:spPr>
          <a:xfrm>
            <a:off x="5184475" y="4247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Urbanist"/>
                <a:ea typeface="Urbanist"/>
                <a:cs typeface="Urbanist"/>
                <a:sym typeface="Urbanist"/>
              </a:rPr>
              <a:t>The Solution</a:t>
            </a:r>
            <a:endParaRPr>
              <a:latin typeface="Urbanist"/>
              <a:ea typeface="Urbanist"/>
              <a:cs typeface="Urbanist"/>
              <a:sym typeface="Urbanist"/>
            </a:endParaRPr>
          </a:p>
        </p:txBody>
      </p:sp>
      <p:pic>
        <p:nvPicPr>
          <p:cNvPr id="1085" name="Google Shape;1085;p110"/>
          <p:cNvPicPr preferRelativeResize="0"/>
          <p:nvPr/>
        </p:nvPicPr>
        <p:blipFill>
          <a:blip r:embed="rId3">
            <a:alphaModFix/>
          </a:blip>
          <a:stretch>
            <a:fillRect/>
          </a:stretch>
        </p:blipFill>
        <p:spPr>
          <a:xfrm>
            <a:off x="8184470" y="3679675"/>
            <a:ext cx="975024" cy="1463825"/>
          </a:xfrm>
          <a:prstGeom prst="rect">
            <a:avLst/>
          </a:prstGeom>
          <a:noFill/>
          <a:ln>
            <a:noFill/>
          </a:ln>
        </p:spPr>
      </p:pic>
      <p:pic>
        <p:nvPicPr>
          <p:cNvPr id="1086" name="Google Shape;1086;p110" descr="Students smiling together outdoors (Provided by Getty Images)"/>
          <p:cNvPicPr preferRelativeResize="0"/>
          <p:nvPr/>
        </p:nvPicPr>
        <p:blipFill>
          <a:blip r:embed="rId4">
            <a:alphaModFix/>
          </a:blip>
          <a:stretch>
            <a:fillRect/>
          </a:stretch>
        </p:blipFill>
        <p:spPr>
          <a:xfrm>
            <a:off x="0" y="0"/>
            <a:ext cx="3650399" cy="5143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90"/>
        <p:cNvGrpSpPr/>
        <p:nvPr/>
      </p:nvGrpSpPr>
      <p:grpSpPr>
        <a:xfrm>
          <a:off x="0" y="0"/>
          <a:ext cx="0" cy="0"/>
          <a:chOff x="0" y="0"/>
          <a:chExt cx="0" cy="0"/>
        </a:xfrm>
      </p:grpSpPr>
      <p:sp>
        <p:nvSpPr>
          <p:cNvPr id="1091" name="Google Shape;1091;p111"/>
          <p:cNvSpPr txBox="1">
            <a:spLocks noGrp="1"/>
          </p:cNvSpPr>
          <p:nvPr>
            <p:ph type="sldNum" idx="12"/>
          </p:nvPr>
        </p:nvSpPr>
        <p:spPr>
          <a:xfrm>
            <a:off x="8556779" y="4668600"/>
            <a:ext cx="300000" cy="19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9</a:t>
            </a:fld>
            <a:endParaRPr/>
          </a:p>
        </p:txBody>
      </p:sp>
      <p:sp>
        <p:nvSpPr>
          <p:cNvPr id="1092" name="Google Shape;1092;p111"/>
          <p:cNvSpPr txBox="1">
            <a:spLocks noGrp="1"/>
          </p:cNvSpPr>
          <p:nvPr>
            <p:ph type="title" idx="4294967295"/>
          </p:nvPr>
        </p:nvSpPr>
        <p:spPr>
          <a:xfrm>
            <a:off x="228600" y="424775"/>
            <a:ext cx="6841500" cy="738900"/>
          </a:xfrm>
          <a:prstGeom prst="rect">
            <a:avLst/>
          </a:prstGeom>
        </p:spPr>
        <p:txBody>
          <a:bodyPr spcFirstLastPara="1" wrap="square" lIns="0" tIns="0" rIns="91425" bIns="0" anchor="t" anchorCtr="0">
            <a:spAutoFit/>
          </a:bodyPr>
          <a:lstStyle/>
          <a:p>
            <a:pPr marL="0" lvl="0" indent="0" algn="l" rtl="0">
              <a:spcBef>
                <a:spcPts val="0"/>
              </a:spcBef>
              <a:spcAft>
                <a:spcPts val="0"/>
              </a:spcAft>
              <a:buNone/>
            </a:pPr>
            <a:r>
              <a:rPr lang="en"/>
              <a:t>PeopleFirst’s Solution</a:t>
            </a:r>
            <a:endParaRPr/>
          </a:p>
        </p:txBody>
      </p:sp>
      <p:cxnSp>
        <p:nvCxnSpPr>
          <p:cNvPr id="1093" name="Google Shape;1093;p111"/>
          <p:cNvCxnSpPr>
            <a:stCxn id="1094" idx="3"/>
          </p:cNvCxnSpPr>
          <p:nvPr/>
        </p:nvCxnSpPr>
        <p:spPr>
          <a:xfrm>
            <a:off x="2492763" y="2196740"/>
            <a:ext cx="5112300" cy="0"/>
          </a:xfrm>
          <a:prstGeom prst="straightConnector1">
            <a:avLst/>
          </a:prstGeom>
          <a:noFill/>
          <a:ln w="9525" cap="flat" cmpd="sng">
            <a:solidFill>
              <a:schemeClr val="lt1"/>
            </a:solidFill>
            <a:prstDash val="solid"/>
            <a:round/>
            <a:headEnd type="none" w="med" len="med"/>
            <a:tailEnd type="none" w="med" len="med"/>
          </a:ln>
        </p:spPr>
      </p:cxnSp>
      <p:sp>
        <p:nvSpPr>
          <p:cNvPr id="1095" name="Google Shape;1095;p111"/>
          <p:cNvSpPr/>
          <p:nvPr/>
        </p:nvSpPr>
        <p:spPr>
          <a:xfrm>
            <a:off x="550525" y="1216366"/>
            <a:ext cx="1588675" cy="1234650"/>
          </a:xfrm>
          <a:custGeom>
            <a:avLst/>
            <a:gdLst/>
            <a:ahLst/>
            <a:cxnLst/>
            <a:rect l="l" t="t" r="r" b="b"/>
            <a:pathLst>
              <a:path w="63547" h="49386" extrusionOk="0">
                <a:moveTo>
                  <a:pt x="0" y="39744"/>
                </a:moveTo>
                <a:cubicBezTo>
                  <a:pt x="6378" y="39744"/>
                  <a:pt x="16859" y="42649"/>
                  <a:pt x="18875" y="36598"/>
                </a:cubicBezTo>
                <a:cubicBezTo>
                  <a:pt x="20462" y="31834"/>
                  <a:pt x="9776" y="28047"/>
                  <a:pt x="11640" y="23385"/>
                </a:cubicBezTo>
                <a:cubicBezTo>
                  <a:pt x="13651" y="18355"/>
                  <a:pt x="23986" y="23527"/>
                  <a:pt x="27369" y="19296"/>
                </a:cubicBezTo>
                <a:cubicBezTo>
                  <a:pt x="30516" y="15361"/>
                  <a:pt x="23394" y="9480"/>
                  <a:pt x="24223" y="4510"/>
                </a:cubicBezTo>
                <a:cubicBezTo>
                  <a:pt x="24717" y="1546"/>
                  <a:pt x="29114" y="-319"/>
                  <a:pt x="32088" y="106"/>
                </a:cubicBezTo>
                <a:cubicBezTo>
                  <a:pt x="35331" y="570"/>
                  <a:pt x="39099" y="3167"/>
                  <a:pt x="39638" y="6398"/>
                </a:cubicBezTo>
                <a:cubicBezTo>
                  <a:pt x="40218" y="9875"/>
                  <a:pt x="36859" y="12878"/>
                  <a:pt x="35548" y="16150"/>
                </a:cubicBezTo>
                <a:cubicBezTo>
                  <a:pt x="34672" y="18337"/>
                  <a:pt x="36852" y="20735"/>
                  <a:pt x="38065" y="22756"/>
                </a:cubicBezTo>
                <a:cubicBezTo>
                  <a:pt x="39903" y="25818"/>
                  <a:pt x="39280" y="29929"/>
                  <a:pt x="38694" y="33452"/>
                </a:cubicBezTo>
                <a:cubicBezTo>
                  <a:pt x="37921" y="38101"/>
                  <a:pt x="31236" y="42624"/>
                  <a:pt x="33661" y="46665"/>
                </a:cubicBezTo>
                <a:cubicBezTo>
                  <a:pt x="35288" y="49376"/>
                  <a:pt x="41923" y="50544"/>
                  <a:pt x="43099" y="47609"/>
                </a:cubicBezTo>
                <a:cubicBezTo>
                  <a:pt x="44714" y="43575"/>
                  <a:pt x="40864" y="36085"/>
                  <a:pt x="44986" y="34711"/>
                </a:cubicBezTo>
                <a:cubicBezTo>
                  <a:pt x="46820" y="34100"/>
                  <a:pt x="49654" y="34311"/>
                  <a:pt x="50649" y="35969"/>
                </a:cubicBezTo>
                <a:cubicBezTo>
                  <a:pt x="51663" y="37658"/>
                  <a:pt x="51336" y="40586"/>
                  <a:pt x="53165" y="41317"/>
                </a:cubicBezTo>
                <a:cubicBezTo>
                  <a:pt x="56384" y="42604"/>
                  <a:pt x="60080" y="41946"/>
                  <a:pt x="63547" y="41946"/>
                </a:cubicBezTo>
              </a:path>
            </a:pathLst>
          </a:custGeom>
          <a:noFill/>
          <a:ln w="9525" cap="flat" cmpd="sng">
            <a:solidFill>
              <a:schemeClr val="lt1"/>
            </a:solidFill>
            <a:prstDash val="solid"/>
            <a:round/>
            <a:headEnd type="none" w="med" len="med"/>
            <a:tailEnd type="none" w="med" len="med"/>
          </a:ln>
        </p:spPr>
        <p:txBody>
          <a:bodyPr/>
          <a:lstStyle/>
          <a:p>
            <a:endParaRPr lang="en-US"/>
          </a:p>
        </p:txBody>
      </p:sp>
      <p:sp>
        <p:nvSpPr>
          <p:cNvPr id="1096" name="Google Shape;1096;p111"/>
          <p:cNvSpPr/>
          <p:nvPr/>
        </p:nvSpPr>
        <p:spPr>
          <a:xfrm>
            <a:off x="228600" y="1895390"/>
            <a:ext cx="602700" cy="602700"/>
          </a:xfrm>
          <a:prstGeom prst="roundRect">
            <a:avLst>
              <a:gd name="adj" fmla="val 50000"/>
            </a:avLst>
          </a:prstGeom>
          <a:solidFill>
            <a:schemeClr val="accent3"/>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dk1"/>
              </a:solidFill>
              <a:latin typeface="Urbanist SemiBold"/>
              <a:ea typeface="Urbanist SemiBold"/>
              <a:cs typeface="Urbanist SemiBold"/>
              <a:sym typeface="Urbanist SemiBold"/>
            </a:endParaRPr>
          </a:p>
        </p:txBody>
      </p:sp>
      <p:sp>
        <p:nvSpPr>
          <p:cNvPr id="1097" name="Google Shape;1097;p111"/>
          <p:cNvSpPr/>
          <p:nvPr/>
        </p:nvSpPr>
        <p:spPr>
          <a:xfrm>
            <a:off x="2034363" y="1895390"/>
            <a:ext cx="602700" cy="602700"/>
          </a:xfrm>
          <a:prstGeom prst="roundRect">
            <a:avLst>
              <a:gd name="adj" fmla="val 28849"/>
            </a:avLst>
          </a:prstGeom>
          <a:solidFill>
            <a:srgbClr val="FFFF00"/>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098" name="Google Shape;1098;p111"/>
          <p:cNvSpPr/>
          <p:nvPr/>
        </p:nvSpPr>
        <p:spPr>
          <a:xfrm>
            <a:off x="3829950" y="1895390"/>
            <a:ext cx="602700" cy="602700"/>
          </a:xfrm>
          <a:prstGeom prst="roundRect">
            <a:avLst>
              <a:gd name="adj" fmla="val 28849"/>
            </a:avLst>
          </a:prstGeom>
          <a:solidFill>
            <a:srgbClr val="F1FF72"/>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099" name="Google Shape;1099;p111"/>
          <p:cNvSpPr/>
          <p:nvPr/>
        </p:nvSpPr>
        <p:spPr>
          <a:xfrm>
            <a:off x="5645375" y="1895390"/>
            <a:ext cx="602700" cy="602700"/>
          </a:xfrm>
          <a:prstGeom prst="roundRect">
            <a:avLst>
              <a:gd name="adj" fmla="val 28849"/>
            </a:avLst>
          </a:prstGeom>
          <a:solidFill>
            <a:srgbClr val="D1FF48"/>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100" name="Google Shape;1100;p111"/>
          <p:cNvSpPr/>
          <p:nvPr/>
        </p:nvSpPr>
        <p:spPr>
          <a:xfrm>
            <a:off x="7460789" y="1895390"/>
            <a:ext cx="602700" cy="602700"/>
          </a:xfrm>
          <a:prstGeom prst="roundRect">
            <a:avLst>
              <a:gd name="adj" fmla="val 28849"/>
            </a:avLst>
          </a:prstGeom>
          <a:solidFill>
            <a:srgbClr val="00FF00"/>
          </a:solidFill>
          <a:ln>
            <a:noFill/>
          </a:ln>
        </p:spPr>
        <p:txBody>
          <a:bodyPr spcFirstLastPara="1" wrap="square" lIns="164575" tIns="91425" rIns="91425" bIns="91425" anchor="ctr" anchorCtr="0">
            <a:noAutofit/>
          </a:bodyPr>
          <a:lstStyle/>
          <a:p>
            <a:pPr marL="0" lvl="0" indent="0" algn="ctr" rtl="0">
              <a:spcBef>
                <a:spcPts val="0"/>
              </a:spcBef>
              <a:spcAft>
                <a:spcPts val="0"/>
              </a:spcAft>
              <a:buNone/>
            </a:pPr>
            <a:endParaRPr sz="1600">
              <a:solidFill>
                <a:schemeClr val="accent3"/>
              </a:solidFill>
              <a:latin typeface="Urbanist SemiBold"/>
              <a:ea typeface="Urbanist SemiBold"/>
              <a:cs typeface="Urbanist SemiBold"/>
              <a:sym typeface="Urbanist SemiBold"/>
            </a:endParaRPr>
          </a:p>
        </p:txBody>
      </p:sp>
      <p:sp>
        <p:nvSpPr>
          <p:cNvPr id="1101" name="Google Shape;1101;p111"/>
          <p:cNvSpPr txBox="1">
            <a:spLocks noGrp="1"/>
          </p:cNvSpPr>
          <p:nvPr>
            <p:ph type="subTitle" idx="4294967295"/>
          </p:nvPr>
        </p:nvSpPr>
        <p:spPr>
          <a:xfrm>
            <a:off x="228600" y="2572225"/>
            <a:ext cx="1398600" cy="49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 a problem</a:t>
            </a:r>
            <a:endParaRPr/>
          </a:p>
        </p:txBody>
      </p:sp>
      <p:sp>
        <p:nvSpPr>
          <p:cNvPr id="1102" name="Google Shape;1102;p111"/>
          <p:cNvSpPr txBox="1">
            <a:spLocks noGrp="1"/>
          </p:cNvSpPr>
          <p:nvPr>
            <p:ph type="subTitle" idx="4294967295"/>
          </p:nvPr>
        </p:nvSpPr>
        <p:spPr>
          <a:xfrm>
            <a:off x="1961700" y="2558713"/>
            <a:ext cx="1339800" cy="49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Desire for Help</a:t>
            </a:r>
            <a:endParaRPr/>
          </a:p>
        </p:txBody>
      </p:sp>
      <p:sp>
        <p:nvSpPr>
          <p:cNvPr id="1103" name="Google Shape;1103;p111"/>
          <p:cNvSpPr txBox="1">
            <a:spLocks noGrp="1"/>
          </p:cNvSpPr>
          <p:nvPr>
            <p:ph type="subTitle" idx="4294967295"/>
          </p:nvPr>
        </p:nvSpPr>
        <p:spPr>
          <a:xfrm>
            <a:off x="372900" y="2029450"/>
            <a:ext cx="3141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1</a:t>
            </a:r>
            <a:endParaRPr/>
          </a:p>
        </p:txBody>
      </p:sp>
      <p:sp>
        <p:nvSpPr>
          <p:cNvPr id="1094" name="Google Shape;1094;p111"/>
          <p:cNvSpPr txBox="1">
            <a:spLocks noGrp="1"/>
          </p:cNvSpPr>
          <p:nvPr>
            <p:ph type="subTitle" idx="4294967295"/>
          </p:nvPr>
        </p:nvSpPr>
        <p:spPr>
          <a:xfrm>
            <a:off x="2178663" y="2027390"/>
            <a:ext cx="3141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2</a:t>
            </a:r>
            <a:endParaRPr/>
          </a:p>
        </p:txBody>
      </p:sp>
      <p:sp>
        <p:nvSpPr>
          <p:cNvPr id="1104" name="Google Shape;1104;p111"/>
          <p:cNvSpPr txBox="1">
            <a:spLocks noGrp="1"/>
          </p:cNvSpPr>
          <p:nvPr>
            <p:ph type="subTitle" idx="4294967295"/>
          </p:nvPr>
        </p:nvSpPr>
        <p:spPr>
          <a:xfrm>
            <a:off x="3974250" y="2027390"/>
            <a:ext cx="3141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3</a:t>
            </a:r>
            <a:endParaRPr/>
          </a:p>
        </p:txBody>
      </p:sp>
      <p:sp>
        <p:nvSpPr>
          <p:cNvPr id="1105" name="Google Shape;1105;p111"/>
          <p:cNvSpPr txBox="1">
            <a:spLocks noGrp="1"/>
          </p:cNvSpPr>
          <p:nvPr>
            <p:ph type="subTitle" idx="4294967295"/>
          </p:nvPr>
        </p:nvSpPr>
        <p:spPr>
          <a:xfrm>
            <a:off x="5789675" y="2027390"/>
            <a:ext cx="3141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4</a:t>
            </a:r>
            <a:endParaRPr/>
          </a:p>
        </p:txBody>
      </p:sp>
      <p:sp>
        <p:nvSpPr>
          <p:cNvPr id="1106" name="Google Shape;1106;p111"/>
          <p:cNvSpPr txBox="1">
            <a:spLocks noGrp="1"/>
          </p:cNvSpPr>
          <p:nvPr>
            <p:ph type="subTitle" idx="4294967295"/>
          </p:nvPr>
        </p:nvSpPr>
        <p:spPr>
          <a:xfrm>
            <a:off x="7605089" y="2027390"/>
            <a:ext cx="314100" cy="33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5</a:t>
            </a:r>
            <a:endParaRPr/>
          </a:p>
        </p:txBody>
      </p:sp>
      <p:sp>
        <p:nvSpPr>
          <p:cNvPr id="1107" name="Google Shape;1107;p111"/>
          <p:cNvSpPr txBox="1">
            <a:spLocks noGrp="1"/>
          </p:cNvSpPr>
          <p:nvPr>
            <p:ph type="subTitle" idx="4294967295"/>
          </p:nvPr>
        </p:nvSpPr>
        <p:spPr>
          <a:xfrm>
            <a:off x="3793613" y="2572225"/>
            <a:ext cx="1339800" cy="49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Help Availability</a:t>
            </a:r>
            <a:endParaRPr/>
          </a:p>
        </p:txBody>
      </p:sp>
      <p:sp>
        <p:nvSpPr>
          <p:cNvPr id="1108" name="Google Shape;1108;p111"/>
          <p:cNvSpPr txBox="1">
            <a:spLocks noGrp="1"/>
          </p:cNvSpPr>
          <p:nvPr>
            <p:ph type="subTitle" idx="4294967295"/>
          </p:nvPr>
        </p:nvSpPr>
        <p:spPr>
          <a:xfrm>
            <a:off x="5554750" y="2572225"/>
            <a:ext cx="1805100" cy="49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Mediating the problem</a:t>
            </a:r>
            <a:endParaRPr/>
          </a:p>
        </p:txBody>
      </p:sp>
      <p:sp>
        <p:nvSpPr>
          <p:cNvPr id="1109" name="Google Shape;1109;p111"/>
          <p:cNvSpPr txBox="1">
            <a:spLocks noGrp="1"/>
          </p:cNvSpPr>
          <p:nvPr>
            <p:ph type="subTitle" idx="4294967295"/>
          </p:nvPr>
        </p:nvSpPr>
        <p:spPr>
          <a:xfrm>
            <a:off x="7429325" y="2635225"/>
            <a:ext cx="1339800" cy="33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Follow-up</a:t>
            </a:r>
            <a:endParaRPr/>
          </a:p>
        </p:txBody>
      </p:sp>
      <p:sp>
        <p:nvSpPr>
          <p:cNvPr id="1110" name="Google Shape;1110;p111"/>
          <p:cNvSpPr txBox="1"/>
          <p:nvPr/>
        </p:nvSpPr>
        <p:spPr>
          <a:xfrm>
            <a:off x="228600" y="3115000"/>
            <a:ext cx="1210800" cy="204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lt1"/>
                </a:solidFill>
                <a:latin typeface="Urbanist"/>
                <a:ea typeface="Urbanist"/>
                <a:cs typeface="Urbanist"/>
                <a:sym typeface="Urbanist"/>
              </a:rPr>
              <a:t>Shawn recognizes he's struggling with grief after his grandfather's passing—he can't concentrate in class and his grades are slipping</a:t>
            </a:r>
            <a:endParaRPr sz="1100">
              <a:solidFill>
                <a:schemeClr val="lt1"/>
              </a:solidFill>
              <a:latin typeface="Urbanist"/>
              <a:ea typeface="Urbanist"/>
              <a:cs typeface="Urbanist"/>
              <a:sym typeface="Urbanist"/>
            </a:endParaRPr>
          </a:p>
        </p:txBody>
      </p:sp>
      <p:sp>
        <p:nvSpPr>
          <p:cNvPr id="1111" name="Google Shape;1111;p111"/>
          <p:cNvSpPr txBox="1"/>
          <p:nvPr/>
        </p:nvSpPr>
        <p:spPr>
          <a:xfrm>
            <a:off x="1961700" y="3111025"/>
            <a:ext cx="10956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commits to seeking help, overcoming his worries about judgment, whether his grief warrants counseling, and concerns about cost and privacy</a:t>
            </a:r>
            <a:endParaRPr sz="1000">
              <a:solidFill>
                <a:schemeClr val="lt1"/>
              </a:solidFill>
              <a:latin typeface="Urbanist"/>
              <a:ea typeface="Urbanist"/>
              <a:cs typeface="Urbanist"/>
              <a:sym typeface="Urbanist"/>
            </a:endParaRPr>
          </a:p>
        </p:txBody>
      </p:sp>
      <p:sp>
        <p:nvSpPr>
          <p:cNvPr id="1112" name="Google Shape;1112;p111"/>
          <p:cNvSpPr txBox="1"/>
          <p:nvPr/>
        </p:nvSpPr>
        <p:spPr>
          <a:xfrm>
            <a:off x="3793625" y="3063950"/>
            <a:ext cx="12108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Instead of a 3-week wait, Shawn downloads PeopleFirst and receives immediate support within minutes, available 24/7 whenever he needs it</a:t>
            </a:r>
            <a:endParaRPr sz="1000">
              <a:solidFill>
                <a:schemeClr val="lt1"/>
              </a:solidFill>
              <a:latin typeface="Urbanist"/>
              <a:ea typeface="Urbanist"/>
              <a:cs typeface="Urbanist"/>
              <a:sym typeface="Urbanist"/>
            </a:endParaRPr>
          </a:p>
        </p:txBody>
      </p:sp>
      <p:sp>
        <p:nvSpPr>
          <p:cNvPr id="1113" name="Google Shape;1113;p111"/>
          <p:cNvSpPr txBox="1"/>
          <p:nvPr/>
        </p:nvSpPr>
        <p:spPr>
          <a:xfrm>
            <a:off x="5536375" y="3063950"/>
            <a:ext cx="10956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engages at his comfort level—using anonymous peer support and mood tracking. </a:t>
            </a:r>
            <a:endParaRPr sz="1000">
              <a:solidFill>
                <a:schemeClr val="lt1"/>
              </a:solidFill>
              <a:latin typeface="Urbanist"/>
              <a:ea typeface="Urbanist"/>
              <a:cs typeface="Urbanist"/>
              <a:sym typeface="Urbanist"/>
            </a:endParaRPr>
          </a:p>
        </p:txBody>
      </p:sp>
      <p:pic>
        <p:nvPicPr>
          <p:cNvPr id="1114" name="Google Shape;1114;p111"/>
          <p:cNvPicPr preferRelativeResize="0"/>
          <p:nvPr/>
        </p:nvPicPr>
        <p:blipFill>
          <a:blip r:embed="rId3">
            <a:alphaModFix/>
          </a:blip>
          <a:stretch>
            <a:fillRect/>
          </a:stretch>
        </p:blipFill>
        <p:spPr>
          <a:xfrm>
            <a:off x="7825570" y="261750"/>
            <a:ext cx="975024" cy="1463825"/>
          </a:xfrm>
          <a:prstGeom prst="rect">
            <a:avLst/>
          </a:prstGeom>
          <a:noFill/>
          <a:ln>
            <a:noFill/>
          </a:ln>
        </p:spPr>
      </p:pic>
      <p:sp>
        <p:nvSpPr>
          <p:cNvPr id="1115" name="Google Shape;1115;p111"/>
          <p:cNvSpPr txBox="1"/>
          <p:nvPr/>
        </p:nvSpPr>
        <p:spPr>
          <a:xfrm>
            <a:off x="7431300" y="3036300"/>
            <a:ext cx="13398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Shawn maintains progress through mood tracking, peer chat between sessions, and flexible scheduling. The app provides check-in reminders and personalized self-care resources</a:t>
            </a:r>
            <a:endParaRPr sz="1100">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112"/>
          <p:cNvSpPr txBox="1">
            <a:spLocks noGrp="1"/>
          </p:cNvSpPr>
          <p:nvPr>
            <p:ph type="title"/>
          </p:nvPr>
        </p:nvSpPr>
        <p:spPr>
          <a:xfrm>
            <a:off x="291800" y="465200"/>
            <a:ext cx="5666400" cy="4449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3400">
                <a:latin typeface="Urbanist SemiBold"/>
                <a:ea typeface="Urbanist SemiBold"/>
                <a:cs typeface="Urbanist SemiBold"/>
                <a:sym typeface="Urbanist SemiBold"/>
              </a:rPr>
              <a:t>Features</a:t>
            </a:r>
            <a:endParaRPr sz="3400">
              <a:latin typeface="Urbanist SemiBold"/>
              <a:ea typeface="Urbanist SemiBold"/>
              <a:cs typeface="Urbanist SemiBold"/>
              <a:sym typeface="Urbanist SemiBold"/>
            </a:endParaRPr>
          </a:p>
        </p:txBody>
      </p:sp>
      <p:graphicFrame>
        <p:nvGraphicFramePr>
          <p:cNvPr id="1121" name="Google Shape;1121;p112"/>
          <p:cNvGraphicFramePr/>
          <p:nvPr/>
        </p:nvGraphicFramePr>
        <p:xfrm>
          <a:off x="378650" y="1187950"/>
          <a:ext cx="3000000" cy="3000000"/>
        </p:xfrm>
        <a:graphic>
          <a:graphicData uri="http://schemas.openxmlformats.org/drawingml/2006/table">
            <a:tbl>
              <a:tblPr>
                <a:noFill/>
                <a:tableStyleId>{39EBB834-6FB6-480E-8170-48CC61BC8D5D}</a:tableStyleId>
              </a:tblPr>
              <a:tblGrid>
                <a:gridCol w="1552850">
                  <a:extLst>
                    <a:ext uri="{9D8B030D-6E8A-4147-A177-3AD203B41FA5}">
                      <a16:colId xmlns:a16="http://schemas.microsoft.com/office/drawing/2014/main" val="20000"/>
                    </a:ext>
                  </a:extLst>
                </a:gridCol>
                <a:gridCol w="1250350">
                  <a:extLst>
                    <a:ext uri="{9D8B030D-6E8A-4147-A177-3AD203B41FA5}">
                      <a16:colId xmlns:a16="http://schemas.microsoft.com/office/drawing/2014/main" val="20001"/>
                    </a:ext>
                  </a:extLst>
                </a:gridCol>
                <a:gridCol w="1452025">
                  <a:extLst>
                    <a:ext uri="{9D8B030D-6E8A-4147-A177-3AD203B41FA5}">
                      <a16:colId xmlns:a16="http://schemas.microsoft.com/office/drawing/2014/main" val="20002"/>
                    </a:ext>
                  </a:extLst>
                </a:gridCol>
                <a:gridCol w="1008350">
                  <a:extLst>
                    <a:ext uri="{9D8B030D-6E8A-4147-A177-3AD203B41FA5}">
                      <a16:colId xmlns:a16="http://schemas.microsoft.com/office/drawing/2014/main" val="20003"/>
                    </a:ext>
                  </a:extLst>
                </a:gridCol>
                <a:gridCol w="2157850">
                  <a:extLst>
                    <a:ext uri="{9D8B030D-6E8A-4147-A177-3AD203B41FA5}">
                      <a16:colId xmlns:a16="http://schemas.microsoft.com/office/drawing/2014/main" val="20004"/>
                    </a:ext>
                  </a:extLst>
                </a:gridCol>
              </a:tblGrid>
              <a:tr h="227425">
                <a:tc>
                  <a:txBody>
                    <a:bodyPr/>
                    <a:lstStyle/>
                    <a:p>
                      <a:pPr marL="0" lvl="0" indent="0" algn="ctr" rtl="0">
                        <a:lnSpc>
                          <a:spcPct val="115000"/>
                        </a:lnSpc>
                        <a:spcBef>
                          <a:spcPts val="0"/>
                        </a:spcBef>
                        <a:spcAft>
                          <a:spcPts val="0"/>
                        </a:spcAft>
                        <a:buNone/>
                      </a:pPr>
                      <a:r>
                        <a:rPr lang="en" sz="1000" b="1"/>
                        <a:t>Feature</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D9D9D9"/>
                    </a:solidFill>
                  </a:tcPr>
                </a:tc>
                <a:tc>
                  <a:txBody>
                    <a:bodyPr/>
                    <a:lstStyle/>
                    <a:p>
                      <a:pPr marL="0" lvl="0" indent="0" algn="ctr" rtl="0">
                        <a:lnSpc>
                          <a:spcPct val="115000"/>
                        </a:lnSpc>
                        <a:spcBef>
                          <a:spcPts val="0"/>
                        </a:spcBef>
                        <a:spcAft>
                          <a:spcPts val="0"/>
                        </a:spcAft>
                        <a:buNone/>
                      </a:pPr>
                      <a:r>
                        <a:rPr lang="en" sz="1000" b="1"/>
                        <a:t>Student</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D9D9D9"/>
                    </a:solidFill>
                  </a:tcPr>
                </a:tc>
                <a:tc>
                  <a:txBody>
                    <a:bodyPr/>
                    <a:lstStyle/>
                    <a:p>
                      <a:pPr marL="0" lvl="0" indent="0" algn="ctr" rtl="0">
                        <a:lnSpc>
                          <a:spcPct val="115000"/>
                        </a:lnSpc>
                        <a:spcBef>
                          <a:spcPts val="0"/>
                        </a:spcBef>
                        <a:spcAft>
                          <a:spcPts val="0"/>
                        </a:spcAft>
                        <a:buNone/>
                      </a:pPr>
                      <a:r>
                        <a:rPr lang="en" sz="1000" b="1"/>
                        <a:t>Counselor</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D9D9D9"/>
                    </a:solidFill>
                  </a:tcPr>
                </a:tc>
                <a:tc>
                  <a:txBody>
                    <a:bodyPr/>
                    <a:lstStyle/>
                    <a:p>
                      <a:pPr marL="0" lvl="0" indent="0" algn="ctr" rtl="0">
                        <a:lnSpc>
                          <a:spcPct val="115000"/>
                        </a:lnSpc>
                        <a:spcBef>
                          <a:spcPts val="0"/>
                        </a:spcBef>
                        <a:spcAft>
                          <a:spcPts val="0"/>
                        </a:spcAft>
                        <a:buNone/>
                      </a:pPr>
                      <a:r>
                        <a:rPr lang="en" sz="1000" b="1"/>
                        <a:t>Admin</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D9D9D9"/>
                    </a:solidFill>
                  </a:tcPr>
                </a:tc>
                <a:tc>
                  <a:txBody>
                    <a:bodyPr/>
                    <a:lstStyle/>
                    <a:p>
                      <a:pPr marL="0" lvl="0" indent="0" algn="ctr" rtl="0">
                        <a:lnSpc>
                          <a:spcPct val="115000"/>
                        </a:lnSpc>
                        <a:spcBef>
                          <a:spcPts val="0"/>
                        </a:spcBef>
                        <a:spcAft>
                          <a:spcPts val="0"/>
                        </a:spcAft>
                        <a:buNone/>
                      </a:pPr>
                      <a:r>
                        <a:rPr lang="en" sz="1000" b="1"/>
                        <a:t>Notes</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val="10000"/>
                  </a:ext>
                </a:extLst>
              </a:tr>
              <a:tr h="227425">
                <a:tc gridSpan="5">
                  <a:txBody>
                    <a:bodyPr/>
                    <a:lstStyle/>
                    <a:p>
                      <a:pPr marL="0" lvl="0" indent="0" algn="l" rtl="0">
                        <a:lnSpc>
                          <a:spcPct val="115000"/>
                        </a:lnSpc>
                        <a:spcBef>
                          <a:spcPts val="0"/>
                        </a:spcBef>
                        <a:spcAft>
                          <a:spcPts val="0"/>
                        </a:spcAft>
                        <a:buNone/>
                      </a:pPr>
                      <a:r>
                        <a:rPr lang="en" sz="1000" b="1"/>
                        <a:t>Forums</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9FC5E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72900">
                <a:tc>
                  <a:txBody>
                    <a:bodyPr/>
                    <a:lstStyle/>
                    <a:p>
                      <a:pPr marL="0" lvl="0" indent="0" algn="l" rtl="0">
                        <a:lnSpc>
                          <a:spcPct val="115000"/>
                        </a:lnSpc>
                        <a:spcBef>
                          <a:spcPts val="0"/>
                        </a:spcBef>
                        <a:spcAft>
                          <a:spcPts val="0"/>
                        </a:spcAft>
                        <a:buNone/>
                      </a:pPr>
                      <a:r>
                        <a:rPr lang="en" sz="1000"/>
                        <a:t>Create Forum topics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lnT w="7625" cap="flat" cmpd="sng">
                      <a:solidFill>
                        <a:srgbClr val="000000"/>
                      </a:solidFill>
                      <a:prstDash val="solid"/>
                      <a:round/>
                      <a:headEnd type="none" w="sm" len="sm"/>
                      <a:tailEnd type="none" w="sm" len="sm"/>
                    </a:lnT>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9FC5E8"/>
                    </a:solidFill>
                  </a:tcPr>
                </a:tc>
                <a:tc>
                  <a:txBody>
                    <a:bodyPr/>
                    <a:lstStyle/>
                    <a:p>
                      <a:pPr marL="0" lvl="0" indent="0" algn="l" rtl="0">
                        <a:spcBef>
                          <a:spcPts val="0"/>
                        </a:spcBef>
                        <a:spcAft>
                          <a:spcPts val="0"/>
                        </a:spcAft>
                        <a:buNone/>
                      </a:pPr>
                      <a:endParaRPr/>
                    </a:p>
                  </a:txBody>
                  <a:tcPr marL="28575" marR="28575" marT="19050" marB="19050" anchor="b">
                    <a:lnT w="7625" cap="flat" cmpd="sng">
                      <a:solidFill>
                        <a:srgbClr val="000000"/>
                      </a:solidFill>
                      <a:prstDash val="solid"/>
                      <a:round/>
                      <a:headEnd type="none" w="sm" len="sm"/>
                      <a:tailEnd type="none" w="sm" len="sm"/>
                    </a:lnT>
                    <a:solidFill>
                      <a:srgbClr val="9FC5E8"/>
                    </a:solidFill>
                  </a:tcPr>
                </a:tc>
                <a:extLst>
                  <a:ext uri="{0D108BD9-81ED-4DB2-BD59-A6C34878D82A}">
                    <a16:rowId xmlns:a16="http://schemas.microsoft.com/office/drawing/2014/main" val="10002"/>
                  </a:ext>
                </a:extLst>
              </a:tr>
              <a:tr h="272900">
                <a:tc>
                  <a:txBody>
                    <a:bodyPr/>
                    <a:lstStyle/>
                    <a:p>
                      <a:pPr marL="0" lvl="0" indent="0" algn="l" rtl="0">
                        <a:lnSpc>
                          <a:spcPct val="115000"/>
                        </a:lnSpc>
                        <a:spcBef>
                          <a:spcPts val="0"/>
                        </a:spcBef>
                        <a:spcAft>
                          <a:spcPts val="0"/>
                        </a:spcAft>
                        <a:buNone/>
                      </a:pPr>
                      <a:r>
                        <a:rPr lang="en" sz="1000"/>
                        <a:t>Post in open Forums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solidFill>
                      <a:srgbClr val="9FC5E8"/>
                    </a:solidFill>
                  </a:tcPr>
                </a:tc>
                <a:tc>
                  <a:txBody>
                    <a:bodyPr/>
                    <a:lstStyle/>
                    <a:p>
                      <a:pPr marL="0" lvl="0" indent="0" algn="l" rtl="0">
                        <a:spcBef>
                          <a:spcPts val="0"/>
                        </a:spcBef>
                        <a:spcAft>
                          <a:spcPts val="0"/>
                        </a:spcAft>
                        <a:buNone/>
                      </a:pPr>
                      <a:endParaRPr/>
                    </a:p>
                  </a:txBody>
                  <a:tcPr marL="28575" marR="28575" marT="19050" marB="19050" anchor="b">
                    <a:solidFill>
                      <a:srgbClr val="9FC5E8"/>
                    </a:solidFill>
                  </a:tcPr>
                </a:tc>
                <a:extLst>
                  <a:ext uri="{0D108BD9-81ED-4DB2-BD59-A6C34878D82A}">
                    <a16:rowId xmlns:a16="http://schemas.microsoft.com/office/drawing/2014/main" val="10003"/>
                  </a:ext>
                </a:extLst>
              </a:tr>
              <a:tr h="272900">
                <a:tc>
                  <a:txBody>
                    <a:bodyPr/>
                    <a:lstStyle/>
                    <a:p>
                      <a:pPr marL="0" lvl="0" indent="0" algn="l" rtl="0">
                        <a:lnSpc>
                          <a:spcPct val="115000"/>
                        </a:lnSpc>
                        <a:spcBef>
                          <a:spcPts val="0"/>
                        </a:spcBef>
                        <a:spcAft>
                          <a:spcPts val="0"/>
                        </a:spcAft>
                        <a:buNone/>
                      </a:pPr>
                      <a:r>
                        <a:rPr lang="en" sz="1000"/>
                        <a:t>Flag negative comments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lnB w="7625" cap="flat" cmpd="sng">
                      <a:solidFill>
                        <a:srgbClr val="000000"/>
                      </a:solidFill>
                      <a:prstDash val="solid"/>
                      <a:round/>
                      <a:headEnd type="none" w="sm" len="sm"/>
                      <a:tailEnd type="none" w="sm" len="sm"/>
                    </a:lnB>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B w="7625" cap="flat" cmpd="sng">
                      <a:solidFill>
                        <a:srgbClr val="000000"/>
                      </a:solidFill>
                      <a:prstDash val="solid"/>
                      <a:round/>
                      <a:headEnd type="none" w="sm" len="sm"/>
                      <a:tailEnd type="none" w="sm" len="sm"/>
                    </a:lnB>
                    <a:solidFill>
                      <a:srgbClr val="9FC5E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B w="7625" cap="flat" cmpd="sng">
                      <a:solidFill>
                        <a:srgbClr val="000000"/>
                      </a:solidFill>
                      <a:prstDash val="solid"/>
                      <a:round/>
                      <a:headEnd type="none" w="sm" len="sm"/>
                      <a:tailEnd type="none" w="sm" len="sm"/>
                    </a:lnB>
                    <a:solidFill>
                      <a:srgbClr val="9FC5E8"/>
                    </a:solidFill>
                  </a:tcPr>
                </a:tc>
                <a:tc>
                  <a:txBody>
                    <a:bodyPr/>
                    <a:lstStyle/>
                    <a:p>
                      <a:pPr marL="0" lvl="0" indent="0" algn="l" rtl="0">
                        <a:spcBef>
                          <a:spcPts val="0"/>
                        </a:spcBef>
                        <a:spcAft>
                          <a:spcPts val="0"/>
                        </a:spcAft>
                        <a:buNone/>
                      </a:pPr>
                      <a:endParaRPr/>
                    </a:p>
                  </a:txBody>
                  <a:tcPr marL="28575" marR="28575" marT="19050" marB="19050" anchor="b">
                    <a:lnB w="7625" cap="flat" cmpd="sng">
                      <a:solidFill>
                        <a:srgbClr val="000000"/>
                      </a:solidFill>
                      <a:prstDash val="solid"/>
                      <a:round/>
                      <a:headEnd type="none" w="sm" len="sm"/>
                      <a:tailEnd type="none" w="sm" len="sm"/>
                    </a:lnB>
                    <a:solidFill>
                      <a:srgbClr val="9FC5E8"/>
                    </a:solidFill>
                  </a:tcPr>
                </a:tc>
                <a:extLst>
                  <a:ext uri="{0D108BD9-81ED-4DB2-BD59-A6C34878D82A}">
                    <a16:rowId xmlns:a16="http://schemas.microsoft.com/office/drawing/2014/main" val="10004"/>
                  </a:ext>
                </a:extLst>
              </a:tr>
              <a:tr h="227425">
                <a:tc gridSpan="5">
                  <a:txBody>
                    <a:bodyPr/>
                    <a:lstStyle/>
                    <a:p>
                      <a:pPr marL="0" lvl="0" indent="0" algn="l" rtl="0">
                        <a:lnSpc>
                          <a:spcPct val="115000"/>
                        </a:lnSpc>
                        <a:spcBef>
                          <a:spcPts val="0"/>
                        </a:spcBef>
                        <a:spcAft>
                          <a:spcPts val="0"/>
                        </a:spcAft>
                        <a:buNone/>
                      </a:pPr>
                      <a:r>
                        <a:rPr lang="en" sz="1000" b="1"/>
                        <a:t>Data Privacy</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FFE59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72900">
                <a:tc>
                  <a:txBody>
                    <a:bodyPr/>
                    <a:lstStyle/>
                    <a:p>
                      <a:pPr marL="0" lvl="0" indent="0" algn="l" rtl="0">
                        <a:lnSpc>
                          <a:spcPct val="115000"/>
                        </a:lnSpc>
                        <a:spcBef>
                          <a:spcPts val="0"/>
                        </a:spcBef>
                        <a:spcAft>
                          <a:spcPts val="0"/>
                        </a:spcAft>
                        <a:buNone/>
                      </a:pPr>
                      <a:r>
                        <a:rPr lang="en" sz="1000"/>
                        <a:t>Student Profile Access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FFE599"/>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lnT w="7625" cap="flat" cmpd="sng">
                      <a:solidFill>
                        <a:srgbClr val="000000"/>
                      </a:solidFill>
                      <a:prstDash val="solid"/>
                      <a:round/>
                      <a:headEnd type="none" w="sm" len="sm"/>
                      <a:tailEnd type="none" w="sm" len="sm"/>
                    </a:lnT>
                    <a:solidFill>
                      <a:srgbClr val="FFE599"/>
                    </a:solidFill>
                  </a:tcPr>
                </a:tc>
                <a:tc>
                  <a:txBody>
                    <a:bodyPr/>
                    <a:lstStyle/>
                    <a:p>
                      <a:pPr marL="0" lvl="0" indent="0" algn="l" rtl="0">
                        <a:spcBef>
                          <a:spcPts val="0"/>
                        </a:spcBef>
                        <a:spcAft>
                          <a:spcPts val="0"/>
                        </a:spcAft>
                        <a:buNone/>
                      </a:pPr>
                      <a:endParaRPr/>
                    </a:p>
                  </a:txBody>
                  <a:tcPr marL="28575" marR="28575" marT="19050" marB="19050" anchor="b">
                    <a:lnT w="7625" cap="flat" cmpd="sng">
                      <a:solidFill>
                        <a:srgbClr val="000000"/>
                      </a:solidFill>
                      <a:prstDash val="solid"/>
                      <a:round/>
                      <a:headEnd type="none" w="sm" len="sm"/>
                      <a:tailEnd type="none" w="sm" len="sm"/>
                    </a:lnT>
                    <a:solidFill>
                      <a:srgbClr val="FFE599"/>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FFE599"/>
                    </a:solidFill>
                  </a:tcPr>
                </a:tc>
                <a:tc>
                  <a:txBody>
                    <a:bodyPr/>
                    <a:lstStyle/>
                    <a:p>
                      <a:pPr marL="0" lvl="0" indent="0" algn="l" rtl="0">
                        <a:lnSpc>
                          <a:spcPct val="115000"/>
                        </a:lnSpc>
                        <a:spcBef>
                          <a:spcPts val="0"/>
                        </a:spcBef>
                        <a:spcAft>
                          <a:spcPts val="0"/>
                        </a:spcAft>
                        <a:buNone/>
                      </a:pPr>
                      <a:r>
                        <a:rPr lang="en" sz="1000"/>
                        <a:t>Admins have limited access</a:t>
                      </a:r>
                      <a:endParaRPr sz="1000"/>
                    </a:p>
                  </a:txBody>
                  <a:tcPr marL="28575" marR="28575" marT="19050" marB="19050" anchor="b">
                    <a:lnT w="7625" cap="flat" cmpd="sng">
                      <a:solidFill>
                        <a:srgbClr val="000000"/>
                      </a:solidFill>
                      <a:prstDash val="solid"/>
                      <a:round/>
                      <a:headEnd type="none" w="sm" len="sm"/>
                      <a:tailEnd type="none" w="sm" len="sm"/>
                    </a:lnT>
                    <a:solidFill>
                      <a:srgbClr val="FFE599"/>
                    </a:solidFill>
                  </a:tcPr>
                </a:tc>
                <a:extLst>
                  <a:ext uri="{0D108BD9-81ED-4DB2-BD59-A6C34878D82A}">
                    <a16:rowId xmlns:a16="http://schemas.microsoft.com/office/drawing/2014/main" val="10006"/>
                  </a:ext>
                </a:extLst>
              </a:tr>
              <a:tr h="272900">
                <a:tc>
                  <a:txBody>
                    <a:bodyPr/>
                    <a:lstStyle/>
                    <a:p>
                      <a:pPr marL="0" lvl="0" indent="0" algn="l" rtl="0">
                        <a:lnSpc>
                          <a:spcPct val="115000"/>
                        </a:lnSpc>
                        <a:spcBef>
                          <a:spcPts val="0"/>
                        </a:spcBef>
                        <a:spcAft>
                          <a:spcPts val="0"/>
                        </a:spcAft>
                        <a:buNone/>
                      </a:pPr>
                      <a:r>
                        <a:rPr lang="en" sz="1000"/>
                        <a:t>Anonymity</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FFE599"/>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lnB w="7625" cap="flat" cmpd="sng">
                      <a:solidFill>
                        <a:srgbClr val="000000"/>
                      </a:solidFill>
                      <a:prstDash val="solid"/>
                      <a:round/>
                      <a:headEnd type="none" w="sm" len="sm"/>
                      <a:tailEnd type="none" w="sm" len="sm"/>
                    </a:lnB>
                    <a:solidFill>
                      <a:srgbClr val="FFE599"/>
                    </a:solidFill>
                  </a:tcPr>
                </a:tc>
                <a:tc>
                  <a:txBody>
                    <a:bodyPr/>
                    <a:lstStyle/>
                    <a:p>
                      <a:pPr marL="0" lvl="0" indent="0" algn="l" rtl="0">
                        <a:spcBef>
                          <a:spcPts val="0"/>
                        </a:spcBef>
                        <a:spcAft>
                          <a:spcPts val="0"/>
                        </a:spcAft>
                        <a:buNone/>
                      </a:pPr>
                      <a:endParaRPr/>
                    </a:p>
                  </a:txBody>
                  <a:tcPr marL="28575" marR="28575" marT="19050" marB="19050" anchor="b">
                    <a:lnB w="7625" cap="flat" cmpd="sng">
                      <a:solidFill>
                        <a:srgbClr val="000000"/>
                      </a:solidFill>
                      <a:prstDash val="solid"/>
                      <a:round/>
                      <a:headEnd type="none" w="sm" len="sm"/>
                      <a:tailEnd type="none" w="sm" len="sm"/>
                    </a:lnB>
                    <a:solidFill>
                      <a:srgbClr val="FFE599"/>
                    </a:solidFill>
                  </a:tcPr>
                </a:tc>
                <a:tc>
                  <a:txBody>
                    <a:bodyPr/>
                    <a:lstStyle/>
                    <a:p>
                      <a:pPr marL="0" lvl="0" indent="0" algn="l" rtl="0">
                        <a:spcBef>
                          <a:spcPts val="0"/>
                        </a:spcBef>
                        <a:spcAft>
                          <a:spcPts val="0"/>
                        </a:spcAft>
                        <a:buNone/>
                      </a:pPr>
                      <a:endParaRPr/>
                    </a:p>
                  </a:txBody>
                  <a:tcPr marL="28575" marR="28575" marT="19050" marB="19050" anchor="b">
                    <a:lnB w="7625" cap="flat" cmpd="sng">
                      <a:solidFill>
                        <a:srgbClr val="000000"/>
                      </a:solidFill>
                      <a:prstDash val="solid"/>
                      <a:round/>
                      <a:headEnd type="none" w="sm" len="sm"/>
                      <a:tailEnd type="none" w="sm" len="sm"/>
                    </a:lnB>
                    <a:solidFill>
                      <a:srgbClr val="FFE599"/>
                    </a:solidFill>
                  </a:tcPr>
                </a:tc>
                <a:tc>
                  <a:txBody>
                    <a:bodyPr/>
                    <a:lstStyle/>
                    <a:p>
                      <a:pPr marL="0" lvl="0" indent="0" algn="l" rtl="0">
                        <a:spcBef>
                          <a:spcPts val="0"/>
                        </a:spcBef>
                        <a:spcAft>
                          <a:spcPts val="0"/>
                        </a:spcAft>
                        <a:buNone/>
                      </a:pPr>
                      <a:endParaRPr/>
                    </a:p>
                  </a:txBody>
                  <a:tcPr marL="28575" marR="28575" marT="19050" marB="19050" anchor="b">
                    <a:lnB w="7625" cap="flat" cmpd="sng">
                      <a:solidFill>
                        <a:srgbClr val="000000"/>
                      </a:solidFill>
                      <a:prstDash val="solid"/>
                      <a:round/>
                      <a:headEnd type="none" w="sm" len="sm"/>
                      <a:tailEnd type="none" w="sm" len="sm"/>
                    </a:lnB>
                    <a:solidFill>
                      <a:srgbClr val="FFE599"/>
                    </a:solidFill>
                  </a:tcPr>
                </a:tc>
                <a:extLst>
                  <a:ext uri="{0D108BD9-81ED-4DB2-BD59-A6C34878D82A}">
                    <a16:rowId xmlns:a16="http://schemas.microsoft.com/office/drawing/2014/main" val="10007"/>
                  </a:ext>
                </a:extLst>
              </a:tr>
              <a:tr h="227425">
                <a:tc gridSpan="5">
                  <a:txBody>
                    <a:bodyPr/>
                    <a:lstStyle/>
                    <a:p>
                      <a:pPr marL="0" lvl="0" indent="0" algn="l" rtl="0">
                        <a:lnSpc>
                          <a:spcPct val="115000"/>
                        </a:lnSpc>
                        <a:spcBef>
                          <a:spcPts val="0"/>
                        </a:spcBef>
                        <a:spcAft>
                          <a:spcPts val="0"/>
                        </a:spcAft>
                        <a:buNone/>
                      </a:pPr>
                      <a:r>
                        <a:rPr lang="en" sz="1000" b="1"/>
                        <a:t>Resources</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B6D7A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72900">
                <a:tc>
                  <a:txBody>
                    <a:bodyPr/>
                    <a:lstStyle/>
                    <a:p>
                      <a:pPr marL="0" lvl="0" indent="0" algn="l" rtl="0">
                        <a:lnSpc>
                          <a:spcPct val="115000"/>
                        </a:lnSpc>
                        <a:spcBef>
                          <a:spcPts val="0"/>
                        </a:spcBef>
                        <a:spcAft>
                          <a:spcPts val="0"/>
                        </a:spcAft>
                        <a:buNone/>
                      </a:pPr>
                      <a:r>
                        <a:rPr lang="en" sz="1000"/>
                        <a:t>Access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lnT w="7625" cap="flat" cmpd="sng">
                      <a:solidFill>
                        <a:srgbClr val="000000"/>
                      </a:solidFill>
                      <a:prstDash val="solid"/>
                      <a:round/>
                      <a:headEnd type="none" w="sm" len="sm"/>
                      <a:tailEnd type="none" w="sm" len="sm"/>
                    </a:lnT>
                    <a:solidFill>
                      <a:srgbClr val="B6D7A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B6D7A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B6D7A8"/>
                    </a:solidFill>
                  </a:tcPr>
                </a:tc>
                <a:tc>
                  <a:txBody>
                    <a:bodyPr/>
                    <a:lstStyle/>
                    <a:p>
                      <a:pPr marL="0" lvl="0" indent="0" algn="l" rtl="0">
                        <a:spcBef>
                          <a:spcPts val="0"/>
                        </a:spcBef>
                        <a:spcAft>
                          <a:spcPts val="0"/>
                        </a:spcAft>
                        <a:buNone/>
                      </a:pPr>
                      <a:endParaRPr/>
                    </a:p>
                  </a:txBody>
                  <a:tcPr marL="28575" marR="28575" marT="19050" marB="19050" anchor="b">
                    <a:lnT w="7625" cap="flat" cmpd="sng">
                      <a:solidFill>
                        <a:srgbClr val="000000"/>
                      </a:solidFill>
                      <a:prstDash val="solid"/>
                      <a:round/>
                      <a:headEnd type="none" w="sm" len="sm"/>
                      <a:tailEnd type="none" w="sm" len="sm"/>
                    </a:lnT>
                    <a:solidFill>
                      <a:srgbClr val="B6D7A8"/>
                    </a:solidFill>
                  </a:tcPr>
                </a:tc>
                <a:extLst>
                  <a:ext uri="{0D108BD9-81ED-4DB2-BD59-A6C34878D82A}">
                    <a16:rowId xmlns:a16="http://schemas.microsoft.com/office/drawing/2014/main" val="10009"/>
                  </a:ext>
                </a:extLst>
              </a:tr>
              <a:tr h="413500">
                <a:tc>
                  <a:txBody>
                    <a:bodyPr/>
                    <a:lstStyle/>
                    <a:p>
                      <a:pPr marL="0" lvl="0" indent="0" algn="l" rtl="0">
                        <a:lnSpc>
                          <a:spcPct val="115000"/>
                        </a:lnSpc>
                        <a:spcBef>
                          <a:spcPts val="0"/>
                        </a:spcBef>
                        <a:spcAft>
                          <a:spcPts val="0"/>
                        </a:spcAft>
                        <a:buNone/>
                      </a:pPr>
                      <a:r>
                        <a:rPr lang="en" sz="1000"/>
                        <a:t>Add Resources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B6D7A8"/>
                    </a:solidFill>
                  </a:tcPr>
                </a:tc>
                <a:tc>
                  <a:txBody>
                    <a:bodyPr/>
                    <a:lstStyle/>
                    <a:p>
                      <a:pPr marL="0" lvl="0" indent="0" algn="l" rtl="0">
                        <a:spcBef>
                          <a:spcPts val="0"/>
                        </a:spcBef>
                        <a:spcAft>
                          <a:spcPts val="0"/>
                        </a:spcAft>
                        <a:buNone/>
                      </a:pPr>
                      <a:endParaRPr/>
                    </a:p>
                  </a:txBody>
                  <a:tcPr marL="28575" marR="28575" marT="19050" marB="19050" anchor="b">
                    <a:lnL w="7625" cap="flat" cmpd="sng">
                      <a:solidFill>
                        <a:srgbClr val="000000"/>
                      </a:solidFill>
                      <a:prstDash val="solid"/>
                      <a:round/>
                      <a:headEnd type="none" w="sm" len="sm"/>
                      <a:tailEnd type="none" w="sm" len="sm"/>
                    </a:lnL>
                    <a:lnB w="76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B w="76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B w="7625" cap="flat" cmpd="sng">
                      <a:solidFill>
                        <a:srgbClr val="000000"/>
                      </a:solidFill>
                      <a:prstDash val="solid"/>
                      <a:round/>
                      <a:headEnd type="none" w="sm" len="sm"/>
                      <a:tailEnd type="none" w="sm" len="sm"/>
                    </a:lnB>
                    <a:solidFill>
                      <a:srgbClr val="B6D7A8"/>
                    </a:solidFill>
                  </a:tcPr>
                </a:tc>
                <a:tc>
                  <a:txBody>
                    <a:bodyPr/>
                    <a:lstStyle/>
                    <a:p>
                      <a:pPr marL="0" lvl="0" indent="0" algn="l" rtl="0">
                        <a:lnSpc>
                          <a:spcPct val="115000"/>
                        </a:lnSpc>
                        <a:spcBef>
                          <a:spcPts val="0"/>
                        </a:spcBef>
                        <a:spcAft>
                          <a:spcPts val="0"/>
                        </a:spcAft>
                        <a:buNone/>
                      </a:pPr>
                      <a:r>
                        <a:rPr lang="en" sz="1000"/>
                        <a:t>Counselors can request resources added</a:t>
                      </a:r>
                      <a:endParaRPr sz="1000"/>
                    </a:p>
                  </a:txBody>
                  <a:tcPr marL="28575" marR="28575" marT="19050" marB="19050" anchor="b">
                    <a:lnB w="76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10"/>
                  </a:ext>
                </a:extLst>
              </a:tr>
              <a:tr h="227425">
                <a:tc gridSpan="5">
                  <a:txBody>
                    <a:bodyPr/>
                    <a:lstStyle/>
                    <a:p>
                      <a:pPr marL="0" lvl="0" indent="0" algn="l" rtl="0">
                        <a:lnSpc>
                          <a:spcPct val="115000"/>
                        </a:lnSpc>
                        <a:spcBef>
                          <a:spcPts val="0"/>
                        </a:spcBef>
                        <a:spcAft>
                          <a:spcPts val="0"/>
                        </a:spcAft>
                        <a:buNone/>
                      </a:pPr>
                      <a:r>
                        <a:rPr lang="en" sz="1000" b="1"/>
                        <a:t>Echo</a:t>
                      </a:r>
                      <a:endParaRPr sz="1000" b="1"/>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B4A7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r h="272900">
                <a:tc>
                  <a:txBody>
                    <a:bodyPr/>
                    <a:lstStyle/>
                    <a:p>
                      <a:pPr marL="0" lvl="0" indent="0" algn="l" rtl="0">
                        <a:lnSpc>
                          <a:spcPct val="115000"/>
                        </a:lnSpc>
                        <a:spcBef>
                          <a:spcPts val="0"/>
                        </a:spcBef>
                        <a:spcAft>
                          <a:spcPts val="0"/>
                        </a:spcAft>
                        <a:buNone/>
                      </a:pPr>
                      <a:r>
                        <a:rPr lang="en" sz="1000"/>
                        <a:t>Chatbot Access</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L w="7625" cap="flat" cmpd="sng">
                      <a:solidFill>
                        <a:srgbClr val="000000"/>
                      </a:solidFill>
                      <a:prstDash val="solid"/>
                      <a:round/>
                      <a:headEnd type="none" w="sm" len="sm"/>
                      <a:tailEnd type="none" w="sm" len="sm"/>
                    </a:lnL>
                    <a:lnT w="7625" cap="flat" cmpd="sng">
                      <a:solidFill>
                        <a:srgbClr val="000000"/>
                      </a:solidFill>
                      <a:prstDash val="solid"/>
                      <a:round/>
                      <a:headEnd type="none" w="sm" len="sm"/>
                      <a:tailEnd type="none" w="sm" len="sm"/>
                    </a:lnT>
                    <a:solidFill>
                      <a:srgbClr val="B4A7D6"/>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B4A7D6"/>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lnT w="7625" cap="flat" cmpd="sng">
                      <a:solidFill>
                        <a:srgbClr val="000000"/>
                      </a:solidFill>
                      <a:prstDash val="solid"/>
                      <a:round/>
                      <a:headEnd type="none" w="sm" len="sm"/>
                      <a:tailEnd type="none" w="sm" len="sm"/>
                    </a:lnT>
                    <a:solidFill>
                      <a:srgbClr val="B4A7D6"/>
                    </a:solidFill>
                  </a:tcPr>
                </a:tc>
                <a:tc>
                  <a:txBody>
                    <a:bodyPr/>
                    <a:lstStyle/>
                    <a:p>
                      <a:pPr marL="0" lvl="0" indent="0" algn="l" rtl="0">
                        <a:spcBef>
                          <a:spcPts val="0"/>
                        </a:spcBef>
                        <a:spcAft>
                          <a:spcPts val="0"/>
                        </a:spcAft>
                        <a:buNone/>
                      </a:pPr>
                      <a:endParaRPr/>
                    </a:p>
                  </a:txBody>
                  <a:tcPr marL="28575" marR="28575" marT="19050" marB="19050" anchor="b">
                    <a:lnT w="7625" cap="flat" cmpd="sng">
                      <a:solidFill>
                        <a:srgbClr val="000000"/>
                      </a:solidFill>
                      <a:prstDash val="solid"/>
                      <a:round/>
                      <a:headEnd type="none" w="sm" len="sm"/>
                      <a:tailEnd type="none" w="sm" len="sm"/>
                    </a:lnT>
                    <a:solidFill>
                      <a:srgbClr val="B4A7D6"/>
                    </a:solidFill>
                  </a:tcPr>
                </a:tc>
                <a:extLst>
                  <a:ext uri="{0D108BD9-81ED-4DB2-BD59-A6C34878D82A}">
                    <a16:rowId xmlns:a16="http://schemas.microsoft.com/office/drawing/2014/main" val="10012"/>
                  </a:ext>
                </a:extLst>
              </a:tr>
              <a:tr h="272900">
                <a:tc>
                  <a:txBody>
                    <a:bodyPr/>
                    <a:lstStyle/>
                    <a:p>
                      <a:pPr marL="0" lvl="0" indent="0" algn="l" rtl="0">
                        <a:lnSpc>
                          <a:spcPct val="115000"/>
                        </a:lnSpc>
                        <a:spcBef>
                          <a:spcPts val="0"/>
                        </a:spcBef>
                        <a:spcAft>
                          <a:spcPts val="0"/>
                        </a:spcAft>
                        <a:buNone/>
                      </a:pPr>
                      <a:r>
                        <a:rPr lang="en" sz="1000"/>
                        <a:t>Rating</a:t>
                      </a:r>
                      <a:endParaRPr sz="1000"/>
                    </a:p>
                  </a:txBody>
                  <a:tcPr marL="28575" marR="28575" marT="19050" marB="19050" anchor="b">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solidFill>
                      <a:srgbClr val="B4A7D6"/>
                    </a:solidFill>
                  </a:tcPr>
                </a:tc>
                <a:tc>
                  <a:txBody>
                    <a:bodyPr/>
                    <a:lstStyle/>
                    <a:p>
                      <a:pPr marL="0" lvl="0" indent="0" algn="l" rtl="0">
                        <a:spcBef>
                          <a:spcPts val="0"/>
                        </a:spcBef>
                        <a:spcAft>
                          <a:spcPts val="0"/>
                        </a:spcAft>
                        <a:buNone/>
                      </a:pPr>
                      <a:endParaRPr/>
                    </a:p>
                  </a:txBody>
                  <a:tcPr marL="28575" marR="28575" marT="19050" marB="19050" anchor="b">
                    <a:lnL w="7625" cap="flat" cmpd="sng">
                      <a:solidFill>
                        <a:srgbClr val="000000"/>
                      </a:solidFill>
                      <a:prstDash val="solid"/>
                      <a:round/>
                      <a:headEnd type="none" w="sm" len="sm"/>
                      <a:tailEnd type="none" w="sm" len="sm"/>
                    </a:lnL>
                    <a:solidFill>
                      <a:srgbClr val="B4A7D6"/>
                    </a:solidFill>
                  </a:tcPr>
                </a:tc>
                <a:tc>
                  <a:txBody>
                    <a:bodyPr/>
                    <a:lstStyle/>
                    <a:p>
                      <a:pPr marL="0" lvl="0" indent="0" algn="ctr" rtl="0">
                        <a:lnSpc>
                          <a:spcPct val="115000"/>
                        </a:lnSpc>
                        <a:spcBef>
                          <a:spcPts val="0"/>
                        </a:spcBef>
                        <a:spcAft>
                          <a:spcPts val="0"/>
                        </a:spcAft>
                        <a:buNone/>
                      </a:pPr>
                      <a:r>
                        <a:rPr lang="en" sz="1000"/>
                        <a:t>X</a:t>
                      </a:r>
                      <a:endParaRPr sz="1000"/>
                    </a:p>
                  </a:txBody>
                  <a:tcPr marL="28575" marR="28575" marT="19050" marB="19050" anchor="b">
                    <a:solidFill>
                      <a:srgbClr val="B4A7D6"/>
                    </a:solidFill>
                  </a:tcPr>
                </a:tc>
                <a:tc>
                  <a:txBody>
                    <a:bodyPr/>
                    <a:lstStyle/>
                    <a:p>
                      <a:pPr marL="0" lvl="0" indent="0" algn="l" rtl="0">
                        <a:spcBef>
                          <a:spcPts val="0"/>
                        </a:spcBef>
                        <a:spcAft>
                          <a:spcPts val="0"/>
                        </a:spcAft>
                        <a:buNone/>
                      </a:pPr>
                      <a:endParaRPr/>
                    </a:p>
                  </a:txBody>
                  <a:tcPr marL="28575" marR="28575" marT="19050" marB="19050" anchor="b">
                    <a:solidFill>
                      <a:srgbClr val="B4A7D6"/>
                    </a:solidFill>
                  </a:tcPr>
                </a:tc>
                <a:tc>
                  <a:txBody>
                    <a:bodyPr/>
                    <a:lstStyle/>
                    <a:p>
                      <a:pPr marL="0" lvl="0" indent="0" algn="l" rtl="0">
                        <a:spcBef>
                          <a:spcPts val="0"/>
                        </a:spcBef>
                        <a:spcAft>
                          <a:spcPts val="0"/>
                        </a:spcAft>
                        <a:buNone/>
                      </a:pPr>
                      <a:endParaRPr/>
                    </a:p>
                  </a:txBody>
                  <a:tcPr marL="28575" marR="28575" marT="19050" marB="19050" anchor="b">
                    <a:solidFill>
                      <a:srgbClr val="B4A7D6"/>
                    </a:solidFill>
                  </a:tcPr>
                </a:tc>
                <a:extLst>
                  <a:ext uri="{0D108BD9-81ED-4DB2-BD59-A6C34878D82A}">
                    <a16:rowId xmlns:a16="http://schemas.microsoft.com/office/drawing/2014/main" val="10013"/>
                  </a:ext>
                </a:extLst>
              </a:tr>
            </a:tbl>
          </a:graphicData>
        </a:graphic>
      </p:graphicFrame>
      <p:pic>
        <p:nvPicPr>
          <p:cNvPr id="1122" name="Google Shape;1122;p112"/>
          <p:cNvPicPr preferRelativeResize="0"/>
          <p:nvPr/>
        </p:nvPicPr>
        <p:blipFill>
          <a:blip r:embed="rId3">
            <a:alphaModFix/>
          </a:blip>
          <a:stretch>
            <a:fillRect/>
          </a:stretch>
        </p:blipFill>
        <p:spPr>
          <a:xfrm>
            <a:off x="8010299" y="154225"/>
            <a:ext cx="934701" cy="14033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113"/>
          <p:cNvSpPr txBox="1">
            <a:spLocks noGrp="1"/>
          </p:cNvSpPr>
          <p:nvPr>
            <p:ph type="title"/>
          </p:nvPr>
        </p:nvSpPr>
        <p:spPr>
          <a:xfrm>
            <a:off x="281050" y="168025"/>
            <a:ext cx="6390300" cy="965400"/>
          </a:xfrm>
          <a:prstGeom prst="rect">
            <a:avLst/>
          </a:prstGeom>
        </p:spPr>
        <p:txBody>
          <a:bodyPr spcFirstLastPara="1" wrap="square" lIns="0" tIns="0" rIns="0" bIns="0" anchor="b" anchorCtr="0">
            <a:noAutofit/>
          </a:bodyPr>
          <a:lstStyle/>
          <a:p>
            <a:pPr marL="0" lvl="0" indent="0" algn="l" rtl="0">
              <a:lnSpc>
                <a:spcPct val="85000"/>
              </a:lnSpc>
              <a:spcBef>
                <a:spcPts val="0"/>
              </a:spcBef>
              <a:spcAft>
                <a:spcPts val="0"/>
              </a:spcAft>
              <a:buNone/>
            </a:pPr>
            <a:r>
              <a:rPr lang="en" sz="3400">
                <a:latin typeface="Urbanist Medium"/>
                <a:ea typeface="Urbanist Medium"/>
                <a:cs typeface="Urbanist Medium"/>
                <a:sym typeface="Urbanist Medium"/>
              </a:rPr>
              <a:t>Competition Matrix</a:t>
            </a:r>
            <a:endParaRPr sz="3400">
              <a:latin typeface="Urbanist Medium"/>
              <a:ea typeface="Urbanist Medium"/>
              <a:cs typeface="Urbanist Medium"/>
              <a:sym typeface="Urbanist Medium"/>
            </a:endParaRPr>
          </a:p>
          <a:p>
            <a:pPr marL="0" lvl="0" indent="0" algn="l" rtl="0">
              <a:lnSpc>
                <a:spcPct val="85000"/>
              </a:lnSpc>
              <a:spcBef>
                <a:spcPts val="0"/>
              </a:spcBef>
              <a:spcAft>
                <a:spcPts val="0"/>
              </a:spcAft>
              <a:buNone/>
            </a:pPr>
            <a:endParaRPr/>
          </a:p>
        </p:txBody>
      </p:sp>
      <p:graphicFrame>
        <p:nvGraphicFramePr>
          <p:cNvPr id="1128" name="Google Shape;1128;p113"/>
          <p:cNvGraphicFramePr/>
          <p:nvPr/>
        </p:nvGraphicFramePr>
        <p:xfrm>
          <a:off x="267200" y="1056900"/>
          <a:ext cx="3000000" cy="3000000"/>
        </p:xfrm>
        <a:graphic>
          <a:graphicData uri="http://schemas.openxmlformats.org/drawingml/2006/table">
            <a:tbl>
              <a:tblPr>
                <a:noFill/>
                <a:tableStyleId>{B5E673AC-FE77-469F-A28B-C940286D2299}</a:tableStyleId>
              </a:tblPr>
              <a:tblGrid>
                <a:gridCol w="1268625">
                  <a:extLst>
                    <a:ext uri="{9D8B030D-6E8A-4147-A177-3AD203B41FA5}">
                      <a16:colId xmlns:a16="http://schemas.microsoft.com/office/drawing/2014/main" val="20000"/>
                    </a:ext>
                  </a:extLst>
                </a:gridCol>
                <a:gridCol w="1089300">
                  <a:extLst>
                    <a:ext uri="{9D8B030D-6E8A-4147-A177-3AD203B41FA5}">
                      <a16:colId xmlns:a16="http://schemas.microsoft.com/office/drawing/2014/main" val="20001"/>
                    </a:ext>
                  </a:extLst>
                </a:gridCol>
                <a:gridCol w="1178975">
                  <a:extLst>
                    <a:ext uri="{9D8B030D-6E8A-4147-A177-3AD203B41FA5}">
                      <a16:colId xmlns:a16="http://schemas.microsoft.com/office/drawing/2014/main" val="20002"/>
                    </a:ext>
                  </a:extLst>
                </a:gridCol>
                <a:gridCol w="1178975">
                  <a:extLst>
                    <a:ext uri="{9D8B030D-6E8A-4147-A177-3AD203B41FA5}">
                      <a16:colId xmlns:a16="http://schemas.microsoft.com/office/drawing/2014/main" val="20003"/>
                    </a:ext>
                  </a:extLst>
                </a:gridCol>
                <a:gridCol w="1178975">
                  <a:extLst>
                    <a:ext uri="{9D8B030D-6E8A-4147-A177-3AD203B41FA5}">
                      <a16:colId xmlns:a16="http://schemas.microsoft.com/office/drawing/2014/main" val="20004"/>
                    </a:ext>
                  </a:extLst>
                </a:gridCol>
                <a:gridCol w="1178975">
                  <a:extLst>
                    <a:ext uri="{9D8B030D-6E8A-4147-A177-3AD203B41FA5}">
                      <a16:colId xmlns:a16="http://schemas.microsoft.com/office/drawing/2014/main" val="20005"/>
                    </a:ext>
                  </a:extLst>
                </a:gridCol>
              </a:tblGrid>
              <a:tr h="741875">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PeopleFirst</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RecWell</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BetterHelp</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Jed Foundation</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Student Health Services</a:t>
                      </a:r>
                      <a:endParaRPr>
                        <a:solidFill>
                          <a:schemeClr val="lt1"/>
                        </a:solidFill>
                      </a:endParaRPr>
                    </a:p>
                  </a:txBody>
                  <a:tcPr marL="91425" marR="91425" marT="91425" marB="91425"/>
                </a:tc>
                <a:extLst>
                  <a:ext uri="{0D108BD9-81ED-4DB2-BD59-A6C34878D82A}">
                    <a16:rowId xmlns:a16="http://schemas.microsoft.com/office/drawing/2014/main" val="10000"/>
                  </a:ext>
                </a:extLst>
              </a:tr>
              <a:tr h="357175">
                <a:tc>
                  <a:txBody>
                    <a:bodyPr/>
                    <a:lstStyle/>
                    <a:p>
                      <a:pPr marL="0" lvl="0" indent="0" algn="ctr" rtl="0">
                        <a:spcBef>
                          <a:spcPts val="0"/>
                        </a:spcBef>
                        <a:spcAft>
                          <a:spcPts val="0"/>
                        </a:spcAft>
                        <a:buNone/>
                      </a:pPr>
                      <a:r>
                        <a:rPr lang="en">
                          <a:solidFill>
                            <a:schemeClr val="lt1"/>
                          </a:solidFill>
                        </a:rPr>
                        <a:t>Forums</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extLst>
                  <a:ext uri="{0D108BD9-81ED-4DB2-BD59-A6C34878D82A}">
                    <a16:rowId xmlns:a16="http://schemas.microsoft.com/office/drawing/2014/main" val="10001"/>
                  </a:ext>
                </a:extLst>
              </a:tr>
              <a:tr h="549525">
                <a:tc>
                  <a:txBody>
                    <a:bodyPr/>
                    <a:lstStyle/>
                    <a:p>
                      <a:pPr marL="0" lvl="0" indent="0" algn="ctr" rtl="0">
                        <a:spcBef>
                          <a:spcPts val="0"/>
                        </a:spcBef>
                        <a:spcAft>
                          <a:spcPts val="0"/>
                        </a:spcAft>
                        <a:buNone/>
                      </a:pPr>
                      <a:r>
                        <a:rPr lang="en">
                          <a:solidFill>
                            <a:schemeClr val="lt1"/>
                          </a:solidFill>
                        </a:rPr>
                        <a:t>Resources Provided</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extLst>
                  <a:ext uri="{0D108BD9-81ED-4DB2-BD59-A6C34878D82A}">
                    <a16:rowId xmlns:a16="http://schemas.microsoft.com/office/drawing/2014/main" val="10002"/>
                  </a:ext>
                </a:extLst>
              </a:tr>
              <a:tr h="357175">
                <a:tc>
                  <a:txBody>
                    <a:bodyPr/>
                    <a:lstStyle/>
                    <a:p>
                      <a:pPr marL="0" lvl="0" indent="0" algn="ctr" rtl="0">
                        <a:spcBef>
                          <a:spcPts val="0"/>
                        </a:spcBef>
                        <a:spcAft>
                          <a:spcPts val="0"/>
                        </a:spcAft>
                        <a:buNone/>
                      </a:pPr>
                      <a:r>
                        <a:rPr lang="en">
                          <a:solidFill>
                            <a:schemeClr val="lt1"/>
                          </a:solidFill>
                        </a:rPr>
                        <a:t>Chat Bot</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extLst>
                  <a:ext uri="{0D108BD9-81ED-4DB2-BD59-A6C34878D82A}">
                    <a16:rowId xmlns:a16="http://schemas.microsoft.com/office/drawing/2014/main" val="10003"/>
                  </a:ext>
                </a:extLst>
              </a:tr>
              <a:tr h="549525">
                <a:tc>
                  <a:txBody>
                    <a:bodyPr/>
                    <a:lstStyle/>
                    <a:p>
                      <a:pPr marL="0" lvl="0" indent="0" algn="ctr" rtl="0">
                        <a:spcBef>
                          <a:spcPts val="0"/>
                        </a:spcBef>
                        <a:spcAft>
                          <a:spcPts val="0"/>
                        </a:spcAft>
                        <a:buNone/>
                      </a:pPr>
                      <a:r>
                        <a:rPr lang="en">
                          <a:solidFill>
                            <a:schemeClr val="lt1"/>
                          </a:solidFill>
                        </a:rPr>
                        <a:t>Activities/ Events</a:t>
                      </a: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extLst>
                  <a:ext uri="{0D108BD9-81ED-4DB2-BD59-A6C34878D82A}">
                    <a16:rowId xmlns:a16="http://schemas.microsoft.com/office/drawing/2014/main" val="10004"/>
                  </a:ext>
                </a:extLst>
              </a:tr>
              <a:tr h="357175">
                <a:tc>
                  <a:txBody>
                    <a:bodyPr/>
                    <a:lstStyle/>
                    <a:p>
                      <a:pPr marL="0" lvl="0" indent="0" algn="ctr" rtl="0">
                        <a:spcBef>
                          <a:spcPts val="0"/>
                        </a:spcBef>
                        <a:spcAft>
                          <a:spcPts val="0"/>
                        </a:spcAft>
                        <a:buNone/>
                      </a:pPr>
                      <a:r>
                        <a:rPr lang="en">
                          <a:solidFill>
                            <a:schemeClr val="lt1"/>
                          </a:solidFill>
                        </a:rPr>
                        <a:t>24/7 Help</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extLst>
                  <a:ext uri="{0D108BD9-81ED-4DB2-BD59-A6C34878D82A}">
                    <a16:rowId xmlns:a16="http://schemas.microsoft.com/office/drawing/2014/main" val="10005"/>
                  </a:ext>
                </a:extLst>
              </a:tr>
              <a:tr h="357175">
                <a:tc>
                  <a:txBody>
                    <a:bodyPr/>
                    <a:lstStyle/>
                    <a:p>
                      <a:pPr marL="0" lvl="0" indent="0" algn="ctr" rtl="0">
                        <a:spcBef>
                          <a:spcPts val="0"/>
                        </a:spcBef>
                        <a:spcAft>
                          <a:spcPts val="0"/>
                        </a:spcAft>
                        <a:buNone/>
                      </a:pPr>
                      <a:r>
                        <a:rPr lang="en">
                          <a:solidFill>
                            <a:schemeClr val="lt1"/>
                          </a:solidFill>
                        </a:rPr>
                        <a:t>Free to Users</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X</a:t>
                      </a:r>
                      <a:endParaRPr>
                        <a:solidFill>
                          <a:schemeClr val="lt1"/>
                        </a:solidFill>
                      </a:endParaRPr>
                    </a:p>
                  </a:txBody>
                  <a:tcPr marL="91425" marR="91425" marT="91425" marB="91425"/>
                </a:tc>
                <a:extLst>
                  <a:ext uri="{0D108BD9-81ED-4DB2-BD59-A6C34878D82A}">
                    <a16:rowId xmlns:a16="http://schemas.microsoft.com/office/drawing/2014/main" val="10006"/>
                  </a:ext>
                </a:extLst>
              </a:tr>
            </a:tbl>
          </a:graphicData>
        </a:graphic>
      </p:graphicFrame>
      <p:pic>
        <p:nvPicPr>
          <p:cNvPr id="1129" name="Google Shape;1129;p113" title="RecWell.png"/>
          <p:cNvPicPr preferRelativeResize="0"/>
          <p:nvPr/>
        </p:nvPicPr>
        <p:blipFill>
          <a:blip r:embed="rId3">
            <a:alphaModFix/>
          </a:blip>
          <a:stretch>
            <a:fillRect/>
          </a:stretch>
        </p:blipFill>
        <p:spPr>
          <a:xfrm>
            <a:off x="6318250" y="114925"/>
            <a:ext cx="857600" cy="857600"/>
          </a:xfrm>
          <a:prstGeom prst="rect">
            <a:avLst/>
          </a:prstGeom>
          <a:noFill/>
          <a:ln>
            <a:noFill/>
          </a:ln>
        </p:spPr>
      </p:pic>
      <p:pic>
        <p:nvPicPr>
          <p:cNvPr id="1130" name="Google Shape;1130;p113"/>
          <p:cNvPicPr preferRelativeResize="0"/>
          <p:nvPr/>
        </p:nvPicPr>
        <p:blipFill>
          <a:blip r:embed="rId4">
            <a:alphaModFix/>
          </a:blip>
          <a:stretch>
            <a:fillRect/>
          </a:stretch>
        </p:blipFill>
        <p:spPr>
          <a:xfrm>
            <a:off x="7845707" y="114925"/>
            <a:ext cx="975024" cy="1463825"/>
          </a:xfrm>
          <a:prstGeom prst="rect">
            <a:avLst/>
          </a:prstGeom>
          <a:noFill/>
          <a:ln>
            <a:noFill/>
          </a:ln>
        </p:spPr>
      </p:pic>
      <p:pic>
        <p:nvPicPr>
          <p:cNvPr id="1131" name="Google Shape;1131;p113" title="BetterHelp.png"/>
          <p:cNvPicPr preferRelativeResize="0"/>
          <p:nvPr/>
        </p:nvPicPr>
        <p:blipFill>
          <a:blip r:embed="rId5">
            <a:alphaModFix/>
          </a:blip>
          <a:stretch>
            <a:fillRect/>
          </a:stretch>
        </p:blipFill>
        <p:spPr>
          <a:xfrm>
            <a:off x="7782700" y="3208925"/>
            <a:ext cx="1101051" cy="1101051"/>
          </a:xfrm>
          <a:prstGeom prst="rect">
            <a:avLst/>
          </a:prstGeom>
          <a:noFill/>
          <a:ln>
            <a:noFill/>
          </a:ln>
        </p:spPr>
      </p:pic>
      <p:pic>
        <p:nvPicPr>
          <p:cNvPr id="1132" name="Google Shape;1132;p113" title="JED.png"/>
          <p:cNvPicPr preferRelativeResize="0"/>
          <p:nvPr/>
        </p:nvPicPr>
        <p:blipFill>
          <a:blip r:embed="rId6">
            <a:alphaModFix/>
          </a:blip>
          <a:stretch>
            <a:fillRect/>
          </a:stretch>
        </p:blipFill>
        <p:spPr>
          <a:xfrm>
            <a:off x="7341014" y="1884950"/>
            <a:ext cx="1708412" cy="1138950"/>
          </a:xfrm>
          <a:prstGeom prst="rect">
            <a:avLst/>
          </a:prstGeom>
          <a:noFill/>
          <a:ln>
            <a:noFill/>
          </a:ln>
        </p:spPr>
      </p:pic>
      <p:graphicFrame>
        <p:nvGraphicFramePr>
          <p:cNvPr id="1133" name="Google Shape;1133;p113"/>
          <p:cNvGraphicFramePr/>
          <p:nvPr/>
        </p:nvGraphicFramePr>
        <p:xfrm>
          <a:off x="231338" y="1056913"/>
          <a:ext cx="3000000" cy="3000000"/>
        </p:xfrm>
        <a:graphic>
          <a:graphicData uri="http://schemas.openxmlformats.org/drawingml/2006/table">
            <a:tbl>
              <a:tblPr>
                <a:noFill/>
                <a:tableStyleId>{39EBB834-6FB6-480E-8170-48CC61BC8D5D}</a:tableStyleId>
              </a:tblPr>
              <a:tblGrid>
                <a:gridCol w="956550">
                  <a:extLst>
                    <a:ext uri="{9D8B030D-6E8A-4147-A177-3AD203B41FA5}">
                      <a16:colId xmlns:a16="http://schemas.microsoft.com/office/drawing/2014/main" val="20000"/>
                    </a:ext>
                  </a:extLst>
                </a:gridCol>
                <a:gridCol w="994825">
                  <a:extLst>
                    <a:ext uri="{9D8B030D-6E8A-4147-A177-3AD203B41FA5}">
                      <a16:colId xmlns:a16="http://schemas.microsoft.com/office/drawing/2014/main" val="20001"/>
                    </a:ext>
                  </a:extLst>
                </a:gridCol>
                <a:gridCol w="956550">
                  <a:extLst>
                    <a:ext uri="{9D8B030D-6E8A-4147-A177-3AD203B41FA5}">
                      <a16:colId xmlns:a16="http://schemas.microsoft.com/office/drawing/2014/main" val="20002"/>
                    </a:ext>
                  </a:extLst>
                </a:gridCol>
                <a:gridCol w="1157300">
                  <a:extLst>
                    <a:ext uri="{9D8B030D-6E8A-4147-A177-3AD203B41FA5}">
                      <a16:colId xmlns:a16="http://schemas.microsoft.com/office/drawing/2014/main" val="20003"/>
                    </a:ext>
                  </a:extLst>
                </a:gridCol>
                <a:gridCol w="1328900">
                  <a:extLst>
                    <a:ext uri="{9D8B030D-6E8A-4147-A177-3AD203B41FA5}">
                      <a16:colId xmlns:a16="http://schemas.microsoft.com/office/drawing/2014/main" val="20004"/>
                    </a:ext>
                  </a:extLst>
                </a:gridCol>
                <a:gridCol w="1751400">
                  <a:extLst>
                    <a:ext uri="{9D8B030D-6E8A-4147-A177-3AD203B41FA5}">
                      <a16:colId xmlns:a16="http://schemas.microsoft.com/office/drawing/2014/main" val="20005"/>
                    </a:ext>
                  </a:extLst>
                </a:gridCol>
              </a:tblGrid>
              <a:tr h="477225">
                <a:tc>
                  <a:txBody>
                    <a:bodyPr/>
                    <a:lstStyle/>
                    <a:p>
                      <a:pPr marL="0" lvl="0" indent="0" algn="ctr" rtl="0">
                        <a:lnSpc>
                          <a:spcPct val="115000"/>
                        </a:lnSpc>
                        <a:spcBef>
                          <a:spcPts val="0"/>
                        </a:spcBef>
                        <a:spcAft>
                          <a:spcPts val="0"/>
                        </a:spcAft>
                        <a:buNone/>
                      </a:pP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PeopleFirst</a:t>
                      </a:r>
                      <a:endParaRPr sz="1100">
                        <a:latin typeface="Roboto"/>
                        <a:ea typeface="Roboto"/>
                        <a:cs typeface="Roboto"/>
                        <a:sym typeface="Roboto"/>
                      </a:endParaRPr>
                    </a:p>
                  </a:txBody>
                  <a:tcPr marL="76200" marR="76200"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RecWell</a:t>
                      </a:r>
                      <a:endParaRPr sz="1100">
                        <a:latin typeface="Roboto"/>
                        <a:ea typeface="Roboto"/>
                        <a:cs typeface="Roboto"/>
                        <a:sym typeface="Roboto"/>
                      </a:endParaRPr>
                    </a:p>
                  </a:txBody>
                  <a:tcPr marL="76200" marR="76200"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BetterHelp</a:t>
                      </a:r>
                      <a:endParaRPr sz="1100">
                        <a:latin typeface="Roboto"/>
                        <a:ea typeface="Roboto"/>
                        <a:cs typeface="Roboto"/>
                        <a:sym typeface="Roboto"/>
                      </a:endParaRPr>
                    </a:p>
                  </a:txBody>
                  <a:tcPr marL="76200" marR="76200"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Jed Foundation</a:t>
                      </a:r>
                      <a:endParaRPr sz="1100">
                        <a:latin typeface="Roboto"/>
                        <a:ea typeface="Roboto"/>
                        <a:cs typeface="Roboto"/>
                        <a:sym typeface="Roboto"/>
                      </a:endParaRPr>
                    </a:p>
                  </a:txBody>
                  <a:tcPr marL="76200" marR="76200"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Student Health Services</a:t>
                      </a:r>
                      <a:endParaRPr sz="1100">
                        <a:latin typeface="Roboto"/>
                        <a:ea typeface="Roboto"/>
                        <a:cs typeface="Roboto"/>
                        <a:sym typeface="Roboto"/>
                      </a:endParaRPr>
                    </a:p>
                  </a:txBody>
                  <a:tcPr marL="76200" marR="76200"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5249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Forums</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5249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Resources Provided</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extLst>
                  <a:ext uri="{0D108BD9-81ED-4DB2-BD59-A6C34878D82A}">
                    <a16:rowId xmlns:a16="http://schemas.microsoft.com/office/drawing/2014/main" val="10002"/>
                  </a:ext>
                </a:extLst>
              </a:tr>
              <a:tr h="5249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Chat Bot</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extLst>
                  <a:ext uri="{0D108BD9-81ED-4DB2-BD59-A6C34878D82A}">
                    <a16:rowId xmlns:a16="http://schemas.microsoft.com/office/drawing/2014/main" val="10003"/>
                  </a:ext>
                </a:extLst>
              </a:tr>
              <a:tr h="5249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Activities/ Events</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extLst>
                  <a:ext uri="{0D108BD9-81ED-4DB2-BD59-A6C34878D82A}">
                    <a16:rowId xmlns:a16="http://schemas.microsoft.com/office/drawing/2014/main" val="10004"/>
                  </a:ext>
                </a:extLst>
              </a:tr>
              <a:tr h="5249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24/7 Help</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2"/>
                    </a:solidFill>
                  </a:tcPr>
                </a:tc>
                <a:extLst>
                  <a:ext uri="{0D108BD9-81ED-4DB2-BD59-A6C34878D82A}">
                    <a16:rowId xmlns:a16="http://schemas.microsoft.com/office/drawing/2014/main" val="10005"/>
                  </a:ext>
                </a:extLst>
              </a:tr>
              <a:tr h="5249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Free to Users</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rgbClr val="000000"/>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t>X</a:t>
                      </a:r>
                      <a:endParaRPr/>
                    </a:p>
                  </a:txBody>
                  <a:tcPr marL="76200" marR="76200" marT="19050" marB="19050" anchor="ctr">
                    <a:lnL w="9525" cap="flat" cmpd="sng">
                      <a:solidFill>
                        <a:schemeClr val="accent2"/>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lt1"/>
                      </a:solidFill>
                      <a:prstDash val="solid"/>
                      <a:round/>
                      <a:headEnd type="none" w="sm" len="sm"/>
                      <a:tailEnd type="none" w="sm" len="sm"/>
                    </a:lnB>
                    <a:solidFill>
                      <a:schemeClr val="accent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graphicFrame>
        <p:nvGraphicFramePr>
          <p:cNvPr id="1138" name="Google Shape;1138;p114"/>
          <p:cNvGraphicFramePr/>
          <p:nvPr/>
        </p:nvGraphicFramePr>
        <p:xfrm>
          <a:off x="926788" y="636900"/>
          <a:ext cx="3000000" cy="3000000"/>
        </p:xfrm>
        <a:graphic>
          <a:graphicData uri="http://schemas.openxmlformats.org/drawingml/2006/table">
            <a:tbl>
              <a:tblPr>
                <a:noFill/>
                <a:tableStyleId>{39EBB834-6FB6-480E-8170-48CC61BC8D5D}</a:tableStyleId>
              </a:tblPr>
              <a:tblGrid>
                <a:gridCol w="975950">
                  <a:extLst>
                    <a:ext uri="{9D8B030D-6E8A-4147-A177-3AD203B41FA5}">
                      <a16:colId xmlns:a16="http://schemas.microsoft.com/office/drawing/2014/main" val="20000"/>
                    </a:ext>
                  </a:extLst>
                </a:gridCol>
                <a:gridCol w="1015000">
                  <a:extLst>
                    <a:ext uri="{9D8B030D-6E8A-4147-A177-3AD203B41FA5}">
                      <a16:colId xmlns:a16="http://schemas.microsoft.com/office/drawing/2014/main" val="20001"/>
                    </a:ext>
                  </a:extLst>
                </a:gridCol>
                <a:gridCol w="975950">
                  <a:extLst>
                    <a:ext uri="{9D8B030D-6E8A-4147-A177-3AD203B41FA5}">
                      <a16:colId xmlns:a16="http://schemas.microsoft.com/office/drawing/2014/main" val="20002"/>
                    </a:ext>
                  </a:extLst>
                </a:gridCol>
                <a:gridCol w="1493200">
                  <a:extLst>
                    <a:ext uri="{9D8B030D-6E8A-4147-A177-3AD203B41FA5}">
                      <a16:colId xmlns:a16="http://schemas.microsoft.com/office/drawing/2014/main" val="20003"/>
                    </a:ext>
                  </a:extLst>
                </a:gridCol>
                <a:gridCol w="1504750">
                  <a:extLst>
                    <a:ext uri="{9D8B030D-6E8A-4147-A177-3AD203B41FA5}">
                      <a16:colId xmlns:a16="http://schemas.microsoft.com/office/drawing/2014/main" val="20004"/>
                    </a:ext>
                  </a:extLst>
                </a:gridCol>
                <a:gridCol w="1325575">
                  <a:extLst>
                    <a:ext uri="{9D8B030D-6E8A-4147-A177-3AD203B41FA5}">
                      <a16:colId xmlns:a16="http://schemas.microsoft.com/office/drawing/2014/main" val="20005"/>
                    </a:ext>
                  </a:extLst>
                </a:gridCol>
              </a:tblGrid>
              <a:tr h="6907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Severity →</a:t>
                      </a:r>
                      <a:endParaRPr sz="1100">
                        <a:latin typeface="Roboto"/>
                        <a:ea typeface="Roboto"/>
                        <a:cs typeface="Roboto"/>
                        <a:sym typeface="Roboto"/>
                      </a:endParaRPr>
                    </a:p>
                    <a:p>
                      <a:pPr marL="0" lvl="0" indent="0" algn="ctr" rtl="0">
                        <a:lnSpc>
                          <a:spcPct val="115000"/>
                        </a:lnSpc>
                        <a:spcBef>
                          <a:spcPts val="0"/>
                        </a:spcBef>
                        <a:spcAft>
                          <a:spcPts val="0"/>
                        </a:spcAft>
                        <a:buNone/>
                      </a:pPr>
                      <a:r>
                        <a:rPr lang="en" sz="1100">
                          <a:latin typeface="Roboto"/>
                          <a:ea typeface="Roboto"/>
                          <a:cs typeface="Roboto"/>
                          <a:sym typeface="Roboto"/>
                        </a:rPr>
                        <a:t>Probability</a:t>
                      </a:r>
                      <a:endParaRPr sz="1100">
                        <a:latin typeface="Roboto"/>
                        <a:ea typeface="Roboto"/>
                        <a:cs typeface="Roboto"/>
                        <a:sym typeface="Roboto"/>
                      </a:endParaRPr>
                    </a:p>
                    <a:p>
                      <a:pPr marL="0" lvl="0" indent="0" algn="ctr" rtl="0">
                        <a:lnSpc>
                          <a:spcPct val="115000"/>
                        </a:lnSpc>
                        <a:spcBef>
                          <a:spcPts val="0"/>
                        </a:spcBef>
                        <a:spcAft>
                          <a:spcPts val="0"/>
                        </a:spcAft>
                        <a:buNone/>
                      </a:pPr>
                      <a:r>
                        <a:rPr lang="en" sz="1100">
                          <a:latin typeface="Roboto"/>
                          <a:ea typeface="Roboto"/>
                          <a:cs typeface="Roboto"/>
                          <a:sym typeface="Roboto"/>
                        </a:rPr>
                        <a:t>↓</a:t>
                      </a:r>
                      <a:endParaRPr sz="1100">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154A4B"/>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1</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154A4B"/>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2</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154A4B"/>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3</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154A4B"/>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4</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154A4B"/>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5</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154A4B"/>
                      </a:solidFill>
                      <a:prstDash val="solid"/>
                      <a:round/>
                      <a:headEnd type="none" w="sm" len="sm"/>
                      <a:tailEnd type="none" w="sm" len="sm"/>
                    </a:lnR>
                    <a:lnT w="9525" cap="flat" cmpd="sng">
                      <a:solidFill>
                        <a:srgbClr val="154A4B"/>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0"/>
                  </a:ext>
                </a:extLst>
              </a:tr>
              <a:tr h="551425">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Very Rare</a:t>
                      </a:r>
                      <a:endParaRPr sz="1100">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Data Privacy</a:t>
                      </a:r>
                      <a:endParaRPr sz="1100">
                        <a:latin typeface="Roboto"/>
                        <a:ea typeface="Roboto"/>
                        <a:cs typeface="Roboto"/>
                        <a:sym typeface="Roboto"/>
                      </a:endParaRPr>
                    </a:p>
                    <a:p>
                      <a:pPr marL="0" lvl="0" indent="0" algn="ctr" rtl="0">
                        <a:lnSpc>
                          <a:spcPct val="115000"/>
                        </a:lnSpc>
                        <a:spcBef>
                          <a:spcPts val="0"/>
                        </a:spcBef>
                        <a:spcAft>
                          <a:spcPts val="0"/>
                        </a:spcAft>
                        <a:buNone/>
                      </a:pPr>
                      <a:r>
                        <a:rPr lang="en" sz="1100">
                          <a:latin typeface="Roboto"/>
                          <a:ea typeface="Roboto"/>
                          <a:cs typeface="Roboto"/>
                          <a:sym typeface="Roboto"/>
                        </a:rPr>
                        <a:t>Resource Security</a:t>
                      </a: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1"/>
                  </a:ext>
                </a:extLst>
              </a:tr>
              <a:tr h="565000">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Rare</a:t>
                      </a:r>
                      <a:endParaRPr sz="1100">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lnSpc>
                          <a:spcPct val="115000"/>
                        </a:lnSpc>
                        <a:spcBef>
                          <a:spcPts val="0"/>
                        </a:spcBef>
                        <a:spcAft>
                          <a:spcPts val="0"/>
                        </a:spcAft>
                        <a:buNone/>
                      </a:pP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2"/>
                  </a:ext>
                </a:extLst>
              </a:tr>
              <a:tr h="565000">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Unlikely</a:t>
                      </a:r>
                      <a:endParaRPr sz="1100">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Liability</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extLst>
                  <a:ext uri="{0D108BD9-81ED-4DB2-BD59-A6C34878D82A}">
                    <a16:rowId xmlns:a16="http://schemas.microsoft.com/office/drawing/2014/main" val="10003"/>
                  </a:ext>
                </a:extLst>
              </a:tr>
              <a:tr h="565000">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Medium</a:t>
                      </a:r>
                      <a:endParaRPr sz="1100">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Bias in AI Responses</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Regulation</a:t>
                      </a:r>
                      <a:endParaRPr sz="1100">
                        <a:latin typeface="Roboto"/>
                        <a:ea typeface="Roboto"/>
                        <a:cs typeface="Roboto"/>
                        <a:sym typeface="Roboto"/>
                      </a:endParaRPr>
                    </a:p>
                    <a:p>
                      <a:pPr marL="0" lvl="0" indent="0" algn="ctr" rtl="0">
                        <a:lnSpc>
                          <a:spcPct val="115000"/>
                        </a:lnSpc>
                        <a:spcBef>
                          <a:spcPts val="0"/>
                        </a:spcBef>
                        <a:spcAft>
                          <a:spcPts val="0"/>
                        </a:spcAft>
                        <a:buNone/>
                      </a:pP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06666"/>
                    </a:solidFill>
                  </a:tcPr>
                </a:tc>
                <a:extLst>
                  <a:ext uri="{0D108BD9-81ED-4DB2-BD59-A6C34878D82A}">
                    <a16:rowId xmlns:a16="http://schemas.microsoft.com/office/drawing/2014/main" val="10004"/>
                  </a:ext>
                </a:extLst>
              </a:tr>
              <a:tr h="565000">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Possible</a:t>
                      </a:r>
                      <a:endParaRPr sz="1100">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Help Unavailability</a:t>
                      </a:r>
                      <a:endParaRPr sz="1100">
                        <a:latin typeface="Roboto"/>
                        <a:ea typeface="Roboto"/>
                        <a:cs typeface="Roboto"/>
                        <a:sym typeface="Roboto"/>
                      </a:endParaRPr>
                    </a:p>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De-identification</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06666"/>
                    </a:solidFill>
                  </a:tcPr>
                </a:tc>
                <a:extLst>
                  <a:ext uri="{0D108BD9-81ED-4DB2-BD59-A6C34878D82A}">
                    <a16:rowId xmlns:a16="http://schemas.microsoft.com/office/drawing/2014/main" val="10005"/>
                  </a:ext>
                </a:extLst>
              </a:tr>
              <a:tr h="565000">
                <a:tc>
                  <a:txBody>
                    <a:bodyPr/>
                    <a:lstStyle/>
                    <a:p>
                      <a:pPr marL="0" lvl="0" indent="0" algn="ctr" rtl="0">
                        <a:lnSpc>
                          <a:spcPct val="115000"/>
                        </a:lnSpc>
                        <a:spcBef>
                          <a:spcPts val="0"/>
                        </a:spcBef>
                        <a:spcAft>
                          <a:spcPts val="0"/>
                        </a:spcAft>
                        <a:buNone/>
                      </a:pPr>
                      <a:r>
                        <a:rPr lang="en" sz="1100" i="1">
                          <a:latin typeface="Roboto"/>
                          <a:ea typeface="Roboto"/>
                          <a:cs typeface="Roboto"/>
                          <a:sym typeface="Roboto"/>
                        </a:rPr>
                        <a:t>High</a:t>
                      </a:r>
                      <a:endParaRPr sz="1100" i="1">
                        <a:latin typeface="Roboto"/>
                        <a:ea typeface="Roboto"/>
                        <a:cs typeface="Roboto"/>
                        <a:sym typeface="Roboto"/>
                      </a:endParaRPr>
                    </a:p>
                  </a:txBody>
                  <a:tcPr marL="76200" marR="76200" marT="19050" marB="19050" anchor="ctr">
                    <a:lnL w="9525" cap="flat" cmpd="sng">
                      <a:solidFill>
                        <a:srgbClr val="154A4B"/>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154A4B"/>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lvl="0" indent="0" algn="ctr" rtl="0">
                        <a:spcBef>
                          <a:spcPts val="0"/>
                        </a:spcBef>
                        <a:spcAft>
                          <a:spcPts val="0"/>
                        </a:spcAft>
                        <a:buNone/>
                      </a:pP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06666"/>
                    </a:solidFill>
                  </a:tcPr>
                </a:tc>
                <a:tc>
                  <a:txBody>
                    <a:bodyPr/>
                    <a:lstStyle/>
                    <a:p>
                      <a:pPr marL="0" lvl="0" indent="0" algn="ctr" rtl="0">
                        <a:lnSpc>
                          <a:spcPct val="115000"/>
                        </a:lnSpc>
                        <a:spcBef>
                          <a:spcPts val="0"/>
                        </a:spcBef>
                        <a:spcAft>
                          <a:spcPts val="0"/>
                        </a:spcAft>
                        <a:buNone/>
                      </a:pPr>
                      <a:r>
                        <a:rPr lang="en" sz="1100">
                          <a:latin typeface="Roboto"/>
                          <a:ea typeface="Roboto"/>
                          <a:cs typeface="Roboto"/>
                          <a:sym typeface="Roboto"/>
                        </a:rPr>
                        <a:t>Misinformation</a:t>
                      </a:r>
                      <a:endParaRPr sz="1100">
                        <a:latin typeface="Roboto"/>
                        <a:ea typeface="Roboto"/>
                        <a:cs typeface="Roboto"/>
                        <a:sym typeface="Roboto"/>
                      </a:endParaRPr>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06666"/>
                    </a:solidFill>
                  </a:tcPr>
                </a:tc>
                <a:tc>
                  <a:txBody>
                    <a:bodyPr/>
                    <a:lstStyle/>
                    <a:p>
                      <a:pPr marL="0" lvl="0" indent="0" algn="ctr" rtl="0">
                        <a:spcBef>
                          <a:spcPts val="0"/>
                        </a:spcBef>
                        <a:spcAft>
                          <a:spcPts val="0"/>
                        </a:spcAft>
                        <a:buNone/>
                      </a:pPr>
                      <a:r>
                        <a:rPr lang="en" sz="1100"/>
                        <a:t>HIPAA Compliance</a:t>
                      </a:r>
                      <a:endParaRPr sz="1100"/>
                    </a:p>
                  </a:txBody>
                  <a:tcPr marL="76200" marR="76200"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06666"/>
                    </a:solidFill>
                  </a:tcPr>
                </a:tc>
                <a:extLst>
                  <a:ext uri="{0D108BD9-81ED-4DB2-BD59-A6C34878D82A}">
                    <a16:rowId xmlns:a16="http://schemas.microsoft.com/office/drawing/2014/main" val="10006"/>
                  </a:ext>
                </a:extLst>
              </a:tr>
            </a:tbl>
          </a:graphicData>
        </a:graphic>
      </p:graphicFrame>
      <p:sp>
        <p:nvSpPr>
          <p:cNvPr id="1139" name="Google Shape;1139;p114"/>
          <p:cNvSpPr txBox="1"/>
          <p:nvPr/>
        </p:nvSpPr>
        <p:spPr>
          <a:xfrm>
            <a:off x="73575" y="-64500"/>
            <a:ext cx="8877000" cy="70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Instrument Sans"/>
                <a:ea typeface="Instrument Sans"/>
                <a:cs typeface="Instrument Sans"/>
                <a:sym typeface="Instrument Sans"/>
              </a:rPr>
              <a:t>Risk Matrix</a:t>
            </a:r>
            <a:endParaRPr sz="3000">
              <a:solidFill>
                <a:schemeClr val="lt1"/>
              </a:solidFill>
              <a:latin typeface="Instrument Sans"/>
              <a:ea typeface="Instrument Sans"/>
              <a:cs typeface="Instrument Sans"/>
              <a:sym typeface="Instrument Sans"/>
            </a:endParaRPr>
          </a:p>
        </p:txBody>
      </p:sp>
      <p:cxnSp>
        <p:nvCxnSpPr>
          <p:cNvPr id="1140" name="Google Shape;1140;p114"/>
          <p:cNvCxnSpPr/>
          <p:nvPr/>
        </p:nvCxnSpPr>
        <p:spPr>
          <a:xfrm>
            <a:off x="10447675" y="-771175"/>
            <a:ext cx="1762800" cy="1762800"/>
          </a:xfrm>
          <a:prstGeom prst="straightConnector1">
            <a:avLst/>
          </a:prstGeom>
          <a:noFill/>
          <a:ln w="9525" cap="flat" cmpd="sng">
            <a:solidFill>
              <a:schemeClr val="dk2"/>
            </a:solidFill>
            <a:prstDash val="solid"/>
            <a:round/>
            <a:headEnd type="none" w="med" len="med"/>
            <a:tailEnd type="none" w="med" len="med"/>
          </a:ln>
        </p:spPr>
      </p:cxnSp>
      <p:pic>
        <p:nvPicPr>
          <p:cNvPr id="1141" name="Google Shape;1141;p114"/>
          <p:cNvPicPr preferRelativeResize="0"/>
          <p:nvPr/>
        </p:nvPicPr>
        <p:blipFill>
          <a:blip r:embed="rId3">
            <a:alphaModFix/>
          </a:blip>
          <a:stretch>
            <a:fillRect/>
          </a:stretch>
        </p:blipFill>
        <p:spPr>
          <a:xfrm>
            <a:off x="0" y="63550"/>
            <a:ext cx="841951" cy="12640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sp>
        <p:nvSpPr>
          <p:cNvPr id="1146" name="Google Shape;1146;p115"/>
          <p:cNvSpPr/>
          <p:nvPr/>
        </p:nvSpPr>
        <p:spPr>
          <a:xfrm>
            <a:off x="6080700" y="228600"/>
            <a:ext cx="2835000" cy="2062800"/>
          </a:xfrm>
          <a:prstGeom prst="roundRect">
            <a:avLst>
              <a:gd name="adj" fmla="val 1185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u="sng">
              <a:solidFill>
                <a:schemeClr val="dk1"/>
              </a:solidFill>
              <a:latin typeface="Urbanist"/>
              <a:ea typeface="Urbanist"/>
              <a:cs typeface="Urbanist"/>
              <a:sym typeface="Urbanist"/>
            </a:endParaRPr>
          </a:p>
        </p:txBody>
      </p:sp>
      <p:sp>
        <p:nvSpPr>
          <p:cNvPr id="1147" name="Google Shape;1147;p115"/>
          <p:cNvSpPr/>
          <p:nvPr/>
        </p:nvSpPr>
        <p:spPr>
          <a:xfrm>
            <a:off x="3154500" y="228600"/>
            <a:ext cx="2835000" cy="2062800"/>
          </a:xfrm>
          <a:prstGeom prst="roundRect">
            <a:avLst>
              <a:gd name="adj" fmla="val 12302"/>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48" name="Google Shape;1148;p115"/>
          <p:cNvSpPr/>
          <p:nvPr/>
        </p:nvSpPr>
        <p:spPr>
          <a:xfrm>
            <a:off x="6080700" y="2389841"/>
            <a:ext cx="2835000" cy="2062800"/>
          </a:xfrm>
          <a:prstGeom prst="roundRect">
            <a:avLst>
              <a:gd name="adj" fmla="val 11609"/>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49" name="Google Shape;1149;p115"/>
          <p:cNvSpPr/>
          <p:nvPr/>
        </p:nvSpPr>
        <p:spPr>
          <a:xfrm>
            <a:off x="3154500" y="2389841"/>
            <a:ext cx="2835000" cy="2062800"/>
          </a:xfrm>
          <a:prstGeom prst="roundRect">
            <a:avLst>
              <a:gd name="adj" fmla="val 1087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50" name="Google Shape;1150;p115"/>
          <p:cNvSpPr txBox="1">
            <a:spLocks noGrp="1"/>
          </p:cNvSpPr>
          <p:nvPr>
            <p:ph type="title" idx="6"/>
          </p:nvPr>
        </p:nvSpPr>
        <p:spPr>
          <a:xfrm>
            <a:off x="233850" y="228600"/>
            <a:ext cx="2190000" cy="511800"/>
          </a:xfrm>
          <a:prstGeom prst="rect">
            <a:avLst/>
          </a:prstGeom>
        </p:spPr>
        <p:txBody>
          <a:bodyPr spcFirstLastPara="1" wrap="square" lIns="182875" tIns="0" rIns="182875" bIns="0" anchor="t" anchorCtr="0">
            <a:noAutofit/>
          </a:bodyPr>
          <a:lstStyle/>
          <a:p>
            <a:pPr marL="0" lvl="0" indent="0" algn="l" rtl="0">
              <a:spcBef>
                <a:spcPts val="0"/>
              </a:spcBef>
              <a:spcAft>
                <a:spcPts val="0"/>
              </a:spcAft>
              <a:buNone/>
            </a:pPr>
            <a:r>
              <a:rPr lang="en" sz="3400">
                <a:latin typeface="Urbanist Medium"/>
                <a:ea typeface="Urbanist Medium"/>
                <a:cs typeface="Urbanist Medium"/>
                <a:sym typeface="Urbanist Medium"/>
              </a:rPr>
              <a:t>Risks</a:t>
            </a:r>
            <a:endParaRPr sz="3400">
              <a:latin typeface="Urbanist Medium"/>
              <a:ea typeface="Urbanist Medium"/>
              <a:cs typeface="Urbanist Medium"/>
              <a:sym typeface="Urbanist Medium"/>
            </a:endParaRPr>
          </a:p>
        </p:txBody>
      </p:sp>
      <p:sp>
        <p:nvSpPr>
          <p:cNvPr id="1151" name="Google Shape;1151;p115"/>
          <p:cNvSpPr txBox="1">
            <a:spLocks noGrp="1"/>
          </p:cNvSpPr>
          <p:nvPr>
            <p:ph type="title"/>
          </p:nvPr>
        </p:nvSpPr>
        <p:spPr>
          <a:xfrm>
            <a:off x="3379125" y="398475"/>
            <a:ext cx="2444700" cy="293100"/>
          </a:xfrm>
          <a:prstGeom prst="rect">
            <a:avLst/>
          </a:prstGeom>
        </p:spPr>
        <p:txBody>
          <a:bodyPr spcFirstLastPara="1" wrap="square" lIns="0" tIns="0" rIns="0" bIns="0" anchor="b" anchorCtr="0">
            <a:noAutofit/>
          </a:bodyPr>
          <a:lstStyle/>
          <a:p>
            <a:pPr marL="0" lvl="0" indent="0" algn="l" rtl="0">
              <a:lnSpc>
                <a:spcPct val="85000"/>
              </a:lnSpc>
              <a:spcBef>
                <a:spcPts val="0"/>
              </a:spcBef>
              <a:spcAft>
                <a:spcPts val="0"/>
              </a:spcAft>
              <a:buNone/>
            </a:pPr>
            <a:r>
              <a:rPr lang="en" sz="1800">
                <a:latin typeface="Urbanist Medium"/>
                <a:ea typeface="Urbanist Medium"/>
                <a:cs typeface="Urbanist Medium"/>
                <a:sym typeface="Urbanist Medium"/>
              </a:rPr>
              <a:t>Data Privacy/Security</a:t>
            </a:r>
            <a:endParaRPr sz="1800">
              <a:latin typeface="Urbanist Medium"/>
              <a:ea typeface="Urbanist Medium"/>
              <a:cs typeface="Urbanist Medium"/>
              <a:sym typeface="Urbanist Medium"/>
            </a:endParaRPr>
          </a:p>
        </p:txBody>
      </p:sp>
      <p:sp>
        <p:nvSpPr>
          <p:cNvPr id="1152" name="Google Shape;1152;p115"/>
          <p:cNvSpPr txBox="1">
            <a:spLocks noGrp="1"/>
          </p:cNvSpPr>
          <p:nvPr>
            <p:ph type="subTitle" idx="4294967295"/>
          </p:nvPr>
        </p:nvSpPr>
        <p:spPr>
          <a:xfrm>
            <a:off x="3379125" y="1072074"/>
            <a:ext cx="2444700" cy="11235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000">
                <a:solidFill>
                  <a:schemeClr val="lt1"/>
                </a:solidFill>
                <a:latin typeface="Urbanist"/>
                <a:ea typeface="Urbanist"/>
                <a:cs typeface="Urbanist"/>
                <a:sym typeface="Urbanist"/>
              </a:rPr>
              <a:t>Ensuring user data remains private and anonymous is the selling point of the app. A breach of this feature could lead to legal implications for not abiding by Terms of Service.</a:t>
            </a:r>
            <a:endParaRPr sz="1000">
              <a:solidFill>
                <a:schemeClr val="lt1"/>
              </a:solidFill>
              <a:latin typeface="Urbanist"/>
              <a:ea typeface="Urbanist"/>
              <a:cs typeface="Urbanist"/>
              <a:sym typeface="Urbanist"/>
            </a:endParaRPr>
          </a:p>
        </p:txBody>
      </p:sp>
      <p:sp>
        <p:nvSpPr>
          <p:cNvPr id="1153" name="Google Shape;1153;p115"/>
          <p:cNvSpPr txBox="1">
            <a:spLocks noGrp="1"/>
          </p:cNvSpPr>
          <p:nvPr>
            <p:ph type="title" idx="5"/>
          </p:nvPr>
        </p:nvSpPr>
        <p:spPr>
          <a:xfrm>
            <a:off x="6145025" y="398475"/>
            <a:ext cx="1507200" cy="293100"/>
          </a:xfrm>
          <a:prstGeom prst="rect">
            <a:avLst/>
          </a:prstGeom>
        </p:spPr>
        <p:txBody>
          <a:bodyPr spcFirstLastPara="1" wrap="square" lIns="182875" tIns="0" rIns="182875" bIns="0" anchor="ctr" anchorCtr="0">
            <a:noAutofit/>
          </a:bodyPr>
          <a:lstStyle/>
          <a:p>
            <a:pPr marL="0" lvl="0" indent="0" algn="l" rtl="0">
              <a:lnSpc>
                <a:spcPct val="85000"/>
              </a:lnSpc>
              <a:spcBef>
                <a:spcPts val="0"/>
              </a:spcBef>
              <a:spcAft>
                <a:spcPts val="0"/>
              </a:spcAft>
              <a:buNone/>
            </a:pPr>
            <a:r>
              <a:rPr lang="en" sz="1800">
                <a:latin typeface="Urbanist Medium"/>
                <a:ea typeface="Urbanist Medium"/>
                <a:cs typeface="Urbanist Medium"/>
                <a:sym typeface="Urbanist Medium"/>
              </a:rPr>
              <a:t>Regulation</a:t>
            </a:r>
            <a:endParaRPr sz="1800">
              <a:latin typeface="Urbanist Medium"/>
              <a:ea typeface="Urbanist Medium"/>
              <a:cs typeface="Urbanist Medium"/>
              <a:sym typeface="Urbanist Medium"/>
            </a:endParaRPr>
          </a:p>
        </p:txBody>
      </p:sp>
      <p:sp>
        <p:nvSpPr>
          <p:cNvPr id="1154" name="Google Shape;1154;p115"/>
          <p:cNvSpPr txBox="1">
            <a:spLocks noGrp="1"/>
          </p:cNvSpPr>
          <p:nvPr>
            <p:ph type="subTitle" idx="4294967295"/>
          </p:nvPr>
        </p:nvSpPr>
        <p:spPr>
          <a:xfrm>
            <a:off x="6318050" y="1072074"/>
            <a:ext cx="2444700" cy="10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Student Chat forums risk students that have ill-intention and can give poor advice that is detrimental to struggling students. There are also cases in which trolls enter the chat giving negative perception  to an individual's case. </a:t>
            </a:r>
            <a:endParaRPr sz="1000">
              <a:solidFill>
                <a:schemeClr val="lt1"/>
              </a:solidFill>
              <a:latin typeface="Urbanist"/>
              <a:ea typeface="Urbanist"/>
              <a:cs typeface="Urbanist"/>
              <a:sym typeface="Urbanist"/>
            </a:endParaRPr>
          </a:p>
        </p:txBody>
      </p:sp>
      <p:sp>
        <p:nvSpPr>
          <p:cNvPr id="1155" name="Google Shape;1155;p115"/>
          <p:cNvSpPr txBox="1">
            <a:spLocks noGrp="1"/>
          </p:cNvSpPr>
          <p:nvPr>
            <p:ph type="title" idx="8"/>
          </p:nvPr>
        </p:nvSpPr>
        <p:spPr>
          <a:xfrm>
            <a:off x="6141157" y="2529538"/>
            <a:ext cx="2380200" cy="293100"/>
          </a:xfrm>
          <a:prstGeom prst="rect">
            <a:avLst/>
          </a:prstGeom>
        </p:spPr>
        <p:txBody>
          <a:bodyPr spcFirstLastPara="1" wrap="square" lIns="182875" tIns="0" rIns="182875" bIns="0" anchor="ctr" anchorCtr="0">
            <a:noAutofit/>
          </a:bodyPr>
          <a:lstStyle/>
          <a:p>
            <a:pPr marL="0" lvl="0" indent="0" algn="l" rtl="0">
              <a:lnSpc>
                <a:spcPct val="85000"/>
              </a:lnSpc>
              <a:spcBef>
                <a:spcPts val="0"/>
              </a:spcBef>
              <a:spcAft>
                <a:spcPts val="0"/>
              </a:spcAft>
              <a:buNone/>
            </a:pPr>
            <a:r>
              <a:rPr lang="en" sz="1800">
                <a:latin typeface="Urbanist Medium"/>
                <a:ea typeface="Urbanist Medium"/>
                <a:cs typeface="Urbanist Medium"/>
                <a:sym typeface="Urbanist Medium"/>
              </a:rPr>
              <a:t>De-identification</a:t>
            </a:r>
            <a:endParaRPr sz="1800">
              <a:latin typeface="Urbanist Medium"/>
              <a:ea typeface="Urbanist Medium"/>
              <a:cs typeface="Urbanist Medium"/>
              <a:sym typeface="Urbanist Medium"/>
            </a:endParaRPr>
          </a:p>
        </p:txBody>
      </p:sp>
      <p:sp>
        <p:nvSpPr>
          <p:cNvPr id="1156" name="Google Shape;1156;p115"/>
          <p:cNvSpPr txBox="1">
            <a:spLocks noGrp="1"/>
          </p:cNvSpPr>
          <p:nvPr>
            <p:ph type="subTitle" idx="4294967295"/>
          </p:nvPr>
        </p:nvSpPr>
        <p:spPr>
          <a:xfrm>
            <a:off x="6318025" y="2757225"/>
            <a:ext cx="2444700" cy="46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t>Severity: 4/5</a:t>
            </a:r>
            <a:endParaRPr sz="1200"/>
          </a:p>
          <a:p>
            <a:pPr marL="0" lvl="0" indent="0" algn="l" rtl="0">
              <a:spcBef>
                <a:spcPts val="0"/>
              </a:spcBef>
              <a:spcAft>
                <a:spcPts val="0"/>
              </a:spcAft>
              <a:buClr>
                <a:schemeClr val="dk1"/>
              </a:buClr>
              <a:buSzPts val="1100"/>
              <a:buFont typeface="Arial"/>
              <a:buNone/>
            </a:pPr>
            <a:r>
              <a:rPr lang="en" sz="1200"/>
              <a:t>Probability: Medium/High</a:t>
            </a:r>
            <a:endParaRPr sz="1200"/>
          </a:p>
          <a:p>
            <a:pPr marL="0" lvl="0" indent="0" algn="l" rtl="0">
              <a:spcBef>
                <a:spcPts val="0"/>
              </a:spcBef>
              <a:spcAft>
                <a:spcPts val="0"/>
              </a:spcAft>
              <a:buNone/>
            </a:pPr>
            <a:endParaRPr sz="1200"/>
          </a:p>
        </p:txBody>
      </p:sp>
      <p:sp>
        <p:nvSpPr>
          <p:cNvPr id="1157" name="Google Shape;1157;p115"/>
          <p:cNvSpPr txBox="1">
            <a:spLocks noGrp="1"/>
          </p:cNvSpPr>
          <p:nvPr>
            <p:ph type="subTitle" idx="4294967295"/>
          </p:nvPr>
        </p:nvSpPr>
        <p:spPr>
          <a:xfrm>
            <a:off x="6318025" y="3236729"/>
            <a:ext cx="2444700" cy="117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Urbanist"/>
                <a:ea typeface="Urbanist"/>
                <a:cs typeface="Urbanist"/>
                <a:sym typeface="Urbanist"/>
              </a:rPr>
              <a:t>The more a student shares about the problems they’re going through on forums, the more at risk they are of being identified by someone online. Mitigation: </a:t>
            </a:r>
            <a:r>
              <a:rPr lang="en" sz="1000">
                <a:latin typeface="Urbanist"/>
                <a:ea typeface="Urbanist"/>
                <a:cs typeface="Urbanist"/>
                <a:sym typeface="Urbanist"/>
              </a:rPr>
              <a:t>Students names not allowed in username and they’re encouraged not to over-share.</a:t>
            </a:r>
            <a:endParaRPr sz="1000">
              <a:solidFill>
                <a:schemeClr val="lt1"/>
              </a:solidFill>
              <a:latin typeface="Urbanist"/>
              <a:ea typeface="Urbanist"/>
              <a:cs typeface="Urbanist"/>
              <a:sym typeface="Urbanist"/>
            </a:endParaRPr>
          </a:p>
        </p:txBody>
      </p:sp>
      <p:sp>
        <p:nvSpPr>
          <p:cNvPr id="1158" name="Google Shape;1158;p115"/>
          <p:cNvSpPr txBox="1">
            <a:spLocks noGrp="1"/>
          </p:cNvSpPr>
          <p:nvPr>
            <p:ph type="title" idx="9"/>
          </p:nvPr>
        </p:nvSpPr>
        <p:spPr>
          <a:xfrm>
            <a:off x="3185700" y="2569600"/>
            <a:ext cx="2638200" cy="293100"/>
          </a:xfrm>
          <a:prstGeom prst="rect">
            <a:avLst/>
          </a:prstGeom>
        </p:spPr>
        <p:txBody>
          <a:bodyPr spcFirstLastPara="1" wrap="square" lIns="182875" tIns="0" rIns="182875" bIns="0" anchor="t" anchorCtr="0">
            <a:noAutofit/>
          </a:bodyPr>
          <a:lstStyle/>
          <a:p>
            <a:pPr marL="0" lvl="0" indent="0" algn="l" rtl="0">
              <a:lnSpc>
                <a:spcPct val="85000"/>
              </a:lnSpc>
              <a:spcBef>
                <a:spcPts val="0"/>
              </a:spcBef>
              <a:spcAft>
                <a:spcPts val="0"/>
              </a:spcAft>
              <a:buNone/>
            </a:pPr>
            <a:r>
              <a:rPr lang="en" sz="1800">
                <a:latin typeface="Urbanist Medium"/>
                <a:ea typeface="Urbanist Medium"/>
                <a:cs typeface="Urbanist Medium"/>
                <a:sym typeface="Urbanist Medium"/>
              </a:rPr>
              <a:t>HIPAA Compliance</a:t>
            </a:r>
            <a:endParaRPr sz="1800">
              <a:latin typeface="Urbanist Medium"/>
              <a:ea typeface="Urbanist Medium"/>
              <a:cs typeface="Urbanist Medium"/>
              <a:sym typeface="Urbanist Medium"/>
            </a:endParaRPr>
          </a:p>
        </p:txBody>
      </p:sp>
      <p:sp>
        <p:nvSpPr>
          <p:cNvPr id="1159" name="Google Shape;1159;p115"/>
          <p:cNvSpPr txBox="1">
            <a:spLocks noGrp="1"/>
          </p:cNvSpPr>
          <p:nvPr>
            <p:ph type="subTitle" idx="4294967295"/>
          </p:nvPr>
        </p:nvSpPr>
        <p:spPr>
          <a:xfrm>
            <a:off x="3379125" y="2757225"/>
            <a:ext cx="1976700" cy="46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t>Severity: 5/5</a:t>
            </a:r>
            <a:endParaRPr sz="1200"/>
          </a:p>
          <a:p>
            <a:pPr marL="0" lvl="0" indent="0" algn="l" rtl="0">
              <a:spcBef>
                <a:spcPts val="0"/>
              </a:spcBef>
              <a:spcAft>
                <a:spcPts val="0"/>
              </a:spcAft>
              <a:buClr>
                <a:schemeClr val="dk1"/>
              </a:buClr>
              <a:buSzPts val="1100"/>
              <a:buFont typeface="Arial"/>
              <a:buNone/>
            </a:pPr>
            <a:r>
              <a:rPr lang="en" sz="1200"/>
              <a:t>Probability: High</a:t>
            </a:r>
            <a:endParaRPr sz="1200"/>
          </a:p>
          <a:p>
            <a:pPr marL="0" lvl="0" indent="0" algn="l" rtl="0">
              <a:spcBef>
                <a:spcPts val="0"/>
              </a:spcBef>
              <a:spcAft>
                <a:spcPts val="0"/>
              </a:spcAft>
              <a:buNone/>
            </a:pPr>
            <a:endParaRPr sz="1200"/>
          </a:p>
        </p:txBody>
      </p:sp>
      <p:sp>
        <p:nvSpPr>
          <p:cNvPr id="1160" name="Google Shape;1160;p115"/>
          <p:cNvSpPr txBox="1">
            <a:spLocks noGrp="1"/>
          </p:cNvSpPr>
          <p:nvPr>
            <p:ph type="subTitle" idx="4294967295"/>
          </p:nvPr>
        </p:nvSpPr>
        <p:spPr>
          <a:xfrm>
            <a:off x="3379123" y="3236717"/>
            <a:ext cx="2444700" cy="81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latin typeface="Urbanist"/>
                <a:ea typeface="Urbanist"/>
                <a:cs typeface="Urbanist"/>
                <a:sym typeface="Urbanist"/>
              </a:rPr>
              <a:t>Students and counselor conversations require confidentiality from other students and developers to comply with HIPAA</a:t>
            </a:r>
            <a:endParaRPr sz="1000">
              <a:solidFill>
                <a:schemeClr val="lt1"/>
              </a:solidFill>
              <a:latin typeface="Urbanist"/>
              <a:ea typeface="Urbanist"/>
              <a:cs typeface="Urbanist"/>
              <a:sym typeface="Urbanist"/>
            </a:endParaRPr>
          </a:p>
        </p:txBody>
      </p:sp>
      <p:sp>
        <p:nvSpPr>
          <p:cNvPr id="1161" name="Google Shape;1161;p115"/>
          <p:cNvSpPr txBox="1">
            <a:spLocks noGrp="1"/>
          </p:cNvSpPr>
          <p:nvPr>
            <p:ph type="subTitle" idx="3"/>
          </p:nvPr>
        </p:nvSpPr>
        <p:spPr>
          <a:xfrm>
            <a:off x="6420300" y="691575"/>
            <a:ext cx="1821900" cy="380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Severity: 5/5</a:t>
            </a:r>
            <a:endParaRPr sz="1200">
              <a:solidFill>
                <a:schemeClr val="lt1"/>
              </a:solidFill>
              <a:latin typeface="Urbanist"/>
              <a:ea typeface="Urbanist"/>
              <a:cs typeface="Urbanist"/>
              <a:sym typeface="Urbanist"/>
            </a:endParaRPr>
          </a:p>
          <a:p>
            <a:pPr marL="0" lvl="0" indent="0" algn="l" rtl="0">
              <a:spcBef>
                <a:spcPts val="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Probability: Medium</a:t>
            </a:r>
            <a:endParaRPr sz="1200">
              <a:solidFill>
                <a:schemeClr val="lt1"/>
              </a:solidFill>
              <a:latin typeface="Urbanist"/>
              <a:ea typeface="Urbanist"/>
              <a:cs typeface="Urbanist"/>
              <a:sym typeface="Urbanist"/>
            </a:endParaRPr>
          </a:p>
          <a:p>
            <a:pPr marL="0" lvl="0" indent="0" algn="r" rtl="0">
              <a:spcBef>
                <a:spcPts val="0"/>
              </a:spcBef>
              <a:spcAft>
                <a:spcPts val="0"/>
              </a:spcAft>
              <a:buNone/>
            </a:pPr>
            <a:endParaRPr sz="1200">
              <a:latin typeface="Urbanist"/>
              <a:ea typeface="Urbanist"/>
              <a:cs typeface="Urbanist"/>
              <a:sym typeface="Urbanist"/>
            </a:endParaRPr>
          </a:p>
        </p:txBody>
      </p:sp>
      <p:sp>
        <p:nvSpPr>
          <p:cNvPr id="1162" name="Google Shape;1162;p115"/>
          <p:cNvSpPr txBox="1">
            <a:spLocks noGrp="1"/>
          </p:cNvSpPr>
          <p:nvPr>
            <p:ph type="subTitle" idx="4294967295"/>
          </p:nvPr>
        </p:nvSpPr>
        <p:spPr>
          <a:xfrm>
            <a:off x="3379125" y="625875"/>
            <a:ext cx="1549500" cy="51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Urbanist"/>
                <a:ea typeface="Urbanist"/>
                <a:cs typeface="Urbanist"/>
                <a:sym typeface="Urbanist"/>
              </a:rPr>
              <a:t>Severity: 5/5 Probability: Low</a:t>
            </a:r>
            <a:endParaRPr sz="1200">
              <a:latin typeface="Urbanist"/>
              <a:ea typeface="Urbanist"/>
              <a:cs typeface="Urbanist"/>
              <a:sym typeface="Urbanist"/>
            </a:endParaRPr>
          </a:p>
        </p:txBody>
      </p:sp>
      <p:pic>
        <p:nvPicPr>
          <p:cNvPr id="1163" name="Google Shape;1163;p115"/>
          <p:cNvPicPr preferRelativeResize="0"/>
          <p:nvPr/>
        </p:nvPicPr>
        <p:blipFill>
          <a:blip r:embed="rId3">
            <a:alphaModFix/>
          </a:blip>
          <a:stretch>
            <a:fillRect/>
          </a:stretch>
        </p:blipFill>
        <p:spPr>
          <a:xfrm>
            <a:off x="228595" y="3219900"/>
            <a:ext cx="975024" cy="1463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pic>
        <p:nvPicPr>
          <p:cNvPr id="1168" name="Google Shape;1168;p116"/>
          <p:cNvPicPr preferRelativeResize="0"/>
          <p:nvPr/>
        </p:nvPicPr>
        <p:blipFill>
          <a:blip r:embed="rId3">
            <a:alphaModFix/>
          </a:blip>
          <a:stretch>
            <a:fillRect/>
          </a:stretch>
        </p:blipFill>
        <p:spPr>
          <a:xfrm>
            <a:off x="-5" y="3679675"/>
            <a:ext cx="975024" cy="1463825"/>
          </a:xfrm>
          <a:prstGeom prst="rect">
            <a:avLst/>
          </a:prstGeom>
          <a:noFill/>
          <a:ln>
            <a:noFill/>
          </a:ln>
        </p:spPr>
      </p:pic>
      <p:sp>
        <p:nvSpPr>
          <p:cNvPr id="1169" name="Google Shape;1169;p116"/>
          <p:cNvSpPr txBox="1"/>
          <p:nvPr/>
        </p:nvSpPr>
        <p:spPr>
          <a:xfrm>
            <a:off x="284700" y="134350"/>
            <a:ext cx="3525300" cy="119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400">
                <a:solidFill>
                  <a:schemeClr val="lt1"/>
                </a:solidFill>
                <a:latin typeface="Urbanist Medium"/>
                <a:ea typeface="Urbanist Medium"/>
                <a:cs typeface="Urbanist Medium"/>
                <a:sym typeface="Urbanist Medium"/>
              </a:rPr>
              <a:t>Risks </a:t>
            </a:r>
            <a:endParaRPr sz="3400">
              <a:solidFill>
                <a:schemeClr val="lt1"/>
              </a:solidFill>
              <a:latin typeface="Urbanist Medium"/>
              <a:ea typeface="Urbanist Medium"/>
              <a:cs typeface="Urbanist Medium"/>
              <a:sym typeface="Urbanist Medium"/>
            </a:endParaRPr>
          </a:p>
          <a:p>
            <a:pPr marL="0" lvl="0" indent="0" algn="l" rtl="0">
              <a:spcBef>
                <a:spcPts val="0"/>
              </a:spcBef>
              <a:spcAft>
                <a:spcPts val="0"/>
              </a:spcAft>
              <a:buNone/>
            </a:pPr>
            <a:r>
              <a:rPr lang="en" sz="3400">
                <a:solidFill>
                  <a:schemeClr val="lt1"/>
                </a:solidFill>
                <a:latin typeface="Urbanist Medium"/>
                <a:ea typeface="Urbanist Medium"/>
                <a:cs typeface="Urbanist Medium"/>
                <a:sym typeface="Urbanist Medium"/>
              </a:rPr>
              <a:t>(continued)</a:t>
            </a:r>
            <a:endParaRPr sz="1000">
              <a:solidFill>
                <a:schemeClr val="lt1"/>
              </a:solidFill>
              <a:latin typeface="Instrument Sans"/>
              <a:ea typeface="Instrument Sans"/>
              <a:cs typeface="Instrument Sans"/>
              <a:sym typeface="Instrument Sans"/>
            </a:endParaRPr>
          </a:p>
        </p:txBody>
      </p:sp>
      <p:sp>
        <p:nvSpPr>
          <p:cNvPr id="1170" name="Google Shape;1170;p116"/>
          <p:cNvSpPr/>
          <p:nvPr/>
        </p:nvSpPr>
        <p:spPr>
          <a:xfrm>
            <a:off x="6023075" y="286191"/>
            <a:ext cx="2835000" cy="2062800"/>
          </a:xfrm>
          <a:prstGeom prst="roundRect">
            <a:avLst>
              <a:gd name="adj" fmla="val 1087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1" name="Google Shape;1171;p116"/>
          <p:cNvSpPr/>
          <p:nvPr/>
        </p:nvSpPr>
        <p:spPr>
          <a:xfrm>
            <a:off x="3058525" y="286191"/>
            <a:ext cx="2835000" cy="2062800"/>
          </a:xfrm>
          <a:prstGeom prst="roundRect">
            <a:avLst>
              <a:gd name="adj" fmla="val 1087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2" name="Google Shape;1172;p116"/>
          <p:cNvSpPr/>
          <p:nvPr/>
        </p:nvSpPr>
        <p:spPr>
          <a:xfrm>
            <a:off x="3058525" y="2515816"/>
            <a:ext cx="2835000" cy="2062800"/>
          </a:xfrm>
          <a:prstGeom prst="roundRect">
            <a:avLst>
              <a:gd name="adj" fmla="val 1087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3" name="Google Shape;1173;p116"/>
          <p:cNvSpPr txBox="1"/>
          <p:nvPr/>
        </p:nvSpPr>
        <p:spPr>
          <a:xfrm>
            <a:off x="3246775" y="355250"/>
            <a:ext cx="2458500" cy="69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latin typeface="Instrument Sans"/>
                <a:ea typeface="Instrument Sans"/>
                <a:cs typeface="Instrument Sans"/>
                <a:sym typeface="Instrument Sans"/>
              </a:rPr>
              <a:t>Liability</a:t>
            </a:r>
            <a:endParaRPr sz="1800">
              <a:solidFill>
                <a:schemeClr val="lt1"/>
              </a:solidFill>
              <a:latin typeface="Instrument Sans"/>
              <a:ea typeface="Instrument Sans"/>
              <a:cs typeface="Instrument Sans"/>
              <a:sym typeface="Instrument Sans"/>
            </a:endParaRPr>
          </a:p>
        </p:txBody>
      </p:sp>
      <p:sp>
        <p:nvSpPr>
          <p:cNvPr id="1174" name="Google Shape;1174;p116"/>
          <p:cNvSpPr txBox="1"/>
          <p:nvPr/>
        </p:nvSpPr>
        <p:spPr>
          <a:xfrm>
            <a:off x="3282825" y="2571750"/>
            <a:ext cx="2458500" cy="5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latin typeface="Instrument Sans"/>
                <a:ea typeface="Instrument Sans"/>
                <a:cs typeface="Instrument Sans"/>
                <a:sym typeface="Instrument Sans"/>
              </a:rPr>
              <a:t>Misinformation Risk (AI + Peer Forums)</a:t>
            </a:r>
            <a:endParaRPr sz="1800">
              <a:solidFill>
                <a:schemeClr val="lt1"/>
              </a:solidFill>
              <a:latin typeface="Instrument Sans"/>
              <a:ea typeface="Instrument Sans"/>
              <a:cs typeface="Instrument Sans"/>
              <a:sym typeface="Instrument Sans"/>
            </a:endParaRPr>
          </a:p>
        </p:txBody>
      </p:sp>
      <p:sp>
        <p:nvSpPr>
          <p:cNvPr id="1175" name="Google Shape;1175;p116"/>
          <p:cNvSpPr txBox="1"/>
          <p:nvPr/>
        </p:nvSpPr>
        <p:spPr>
          <a:xfrm>
            <a:off x="6151650" y="355250"/>
            <a:ext cx="2458500" cy="5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latin typeface="Instrument Sans"/>
                <a:ea typeface="Instrument Sans"/>
                <a:cs typeface="Instrument Sans"/>
                <a:sym typeface="Instrument Sans"/>
              </a:rPr>
              <a:t>Resource Security</a:t>
            </a:r>
            <a:endParaRPr sz="1800">
              <a:solidFill>
                <a:schemeClr val="lt1"/>
              </a:solidFill>
              <a:latin typeface="Instrument Sans"/>
              <a:ea typeface="Instrument Sans"/>
              <a:cs typeface="Instrument Sans"/>
              <a:sym typeface="Instrument Sans"/>
            </a:endParaRPr>
          </a:p>
        </p:txBody>
      </p:sp>
      <p:sp>
        <p:nvSpPr>
          <p:cNvPr id="1176" name="Google Shape;1176;p116"/>
          <p:cNvSpPr txBox="1"/>
          <p:nvPr/>
        </p:nvSpPr>
        <p:spPr>
          <a:xfrm>
            <a:off x="3342750" y="944700"/>
            <a:ext cx="2059500" cy="5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Severity: 5/5</a:t>
            </a:r>
            <a:endParaRPr sz="12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Probability: Low/Medium</a:t>
            </a:r>
            <a:endParaRPr sz="1200">
              <a:solidFill>
                <a:schemeClr val="lt1"/>
              </a:solidFill>
              <a:latin typeface="Instrument Sans"/>
              <a:ea typeface="Instrument Sans"/>
              <a:cs typeface="Instrument Sans"/>
              <a:sym typeface="Instrument Sans"/>
            </a:endParaRPr>
          </a:p>
        </p:txBody>
      </p:sp>
      <p:sp>
        <p:nvSpPr>
          <p:cNvPr id="1177" name="Google Shape;1177;p116"/>
          <p:cNvSpPr txBox="1"/>
          <p:nvPr/>
        </p:nvSpPr>
        <p:spPr>
          <a:xfrm>
            <a:off x="3342750" y="3162813"/>
            <a:ext cx="2059500" cy="5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Severity: 4/5</a:t>
            </a:r>
            <a:endParaRPr sz="12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Probability: High</a:t>
            </a:r>
            <a:endParaRPr sz="1200">
              <a:solidFill>
                <a:schemeClr val="lt1"/>
              </a:solidFill>
              <a:latin typeface="Instrument Sans"/>
              <a:ea typeface="Instrument Sans"/>
              <a:cs typeface="Instrument Sans"/>
              <a:sym typeface="Instrument Sans"/>
            </a:endParaRPr>
          </a:p>
        </p:txBody>
      </p:sp>
      <p:sp>
        <p:nvSpPr>
          <p:cNvPr id="1178" name="Google Shape;1178;p116"/>
          <p:cNvSpPr txBox="1"/>
          <p:nvPr/>
        </p:nvSpPr>
        <p:spPr>
          <a:xfrm>
            <a:off x="6240425" y="944700"/>
            <a:ext cx="2059500" cy="54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Severity: 5/5</a:t>
            </a:r>
            <a:endParaRPr sz="12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Probability: Low</a:t>
            </a:r>
            <a:endParaRPr sz="1200">
              <a:solidFill>
                <a:schemeClr val="lt1"/>
              </a:solidFill>
              <a:latin typeface="Instrument Sans"/>
              <a:ea typeface="Instrument Sans"/>
              <a:cs typeface="Instrument Sans"/>
              <a:sym typeface="Instrument Sans"/>
            </a:endParaRPr>
          </a:p>
        </p:txBody>
      </p:sp>
      <p:sp>
        <p:nvSpPr>
          <p:cNvPr id="1179" name="Google Shape;1179;p116"/>
          <p:cNvSpPr txBox="1"/>
          <p:nvPr/>
        </p:nvSpPr>
        <p:spPr>
          <a:xfrm>
            <a:off x="3342750" y="1440225"/>
            <a:ext cx="2059500" cy="7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Instrument Sans"/>
                <a:ea typeface="Instrument Sans"/>
                <a:cs typeface="Instrument Sans"/>
                <a:sym typeface="Instrument Sans"/>
              </a:rPr>
              <a:t>There is a risk of becoming liable for conversations or posts that illicit self-harm within the app</a:t>
            </a:r>
            <a:endParaRPr sz="1000">
              <a:solidFill>
                <a:schemeClr val="lt1"/>
              </a:solidFill>
              <a:latin typeface="Instrument Sans"/>
              <a:ea typeface="Instrument Sans"/>
              <a:cs typeface="Instrument Sans"/>
              <a:sym typeface="Instrument Sans"/>
            </a:endParaRPr>
          </a:p>
        </p:txBody>
      </p:sp>
      <p:sp>
        <p:nvSpPr>
          <p:cNvPr id="1180" name="Google Shape;1180;p116"/>
          <p:cNvSpPr txBox="1"/>
          <p:nvPr/>
        </p:nvSpPr>
        <p:spPr>
          <a:xfrm>
            <a:off x="3342750" y="3629650"/>
            <a:ext cx="2369700" cy="86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Instrument Sans"/>
                <a:ea typeface="Instrument Sans"/>
                <a:cs typeface="Instrument Sans"/>
                <a:sym typeface="Instrument Sans"/>
              </a:rPr>
              <a:t>Both AI and students can easily spread incorrect advice. This is extremely likely in a mental-health context. Mitigation: Reporting of posts/replies</a:t>
            </a:r>
            <a:endParaRPr sz="1000">
              <a:solidFill>
                <a:schemeClr val="lt1"/>
              </a:solidFill>
              <a:latin typeface="Instrument Sans"/>
              <a:ea typeface="Instrument Sans"/>
              <a:cs typeface="Instrument Sans"/>
              <a:sym typeface="Instrument Sans"/>
            </a:endParaRPr>
          </a:p>
        </p:txBody>
      </p:sp>
      <p:sp>
        <p:nvSpPr>
          <p:cNvPr id="1181" name="Google Shape;1181;p116"/>
          <p:cNvSpPr txBox="1"/>
          <p:nvPr/>
        </p:nvSpPr>
        <p:spPr>
          <a:xfrm>
            <a:off x="6240425" y="1373150"/>
            <a:ext cx="2369700" cy="90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lt1"/>
                </a:solidFill>
                <a:latin typeface="Instrument Sans"/>
                <a:ea typeface="Instrument Sans"/>
                <a:cs typeface="Instrument Sans"/>
                <a:sym typeface="Instrument Sans"/>
              </a:rPr>
              <a:t>Since resources are in a database, hackers could attempt to gain access and post harmful resources for students. Mitigation: Server-managed requests</a:t>
            </a:r>
            <a:endParaRPr sz="1000">
              <a:solidFill>
                <a:schemeClr val="lt1"/>
              </a:solidFill>
              <a:latin typeface="Instrument Sans"/>
              <a:ea typeface="Instrument Sans"/>
              <a:cs typeface="Instrument Sans"/>
              <a:sym typeface="Instrument Sans"/>
            </a:endParaRPr>
          </a:p>
        </p:txBody>
      </p:sp>
      <p:sp>
        <p:nvSpPr>
          <p:cNvPr id="1182" name="Google Shape;1182;p116"/>
          <p:cNvSpPr/>
          <p:nvPr/>
        </p:nvSpPr>
        <p:spPr>
          <a:xfrm>
            <a:off x="6007775" y="2515816"/>
            <a:ext cx="2835000" cy="2062800"/>
          </a:xfrm>
          <a:prstGeom prst="roundRect">
            <a:avLst>
              <a:gd name="adj" fmla="val 1087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lt1"/>
                </a:solidFill>
                <a:latin typeface="Instrument Sans"/>
                <a:ea typeface="Instrument Sans"/>
                <a:cs typeface="Instrument Sans"/>
                <a:sym typeface="Instrument Sans"/>
              </a:rPr>
              <a:t>Help Unavailability</a:t>
            </a:r>
            <a:endParaRPr sz="18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endParaRPr sz="18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Severity: 3/5</a:t>
            </a:r>
            <a:endParaRPr sz="12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r>
              <a:rPr lang="en" sz="1200">
                <a:solidFill>
                  <a:schemeClr val="lt1"/>
                </a:solidFill>
                <a:latin typeface="Instrument Sans"/>
                <a:ea typeface="Instrument Sans"/>
                <a:cs typeface="Instrument Sans"/>
                <a:sym typeface="Instrument Sans"/>
              </a:rPr>
              <a:t>Probability: Rare</a:t>
            </a:r>
            <a:endParaRPr sz="12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endParaRPr sz="1200">
              <a:solidFill>
                <a:schemeClr val="lt1"/>
              </a:solidFill>
              <a:latin typeface="Instrument Sans"/>
              <a:ea typeface="Instrument Sans"/>
              <a:cs typeface="Instrument Sans"/>
              <a:sym typeface="Instrument Sans"/>
            </a:endParaRPr>
          </a:p>
          <a:p>
            <a:pPr marL="0" lvl="0" indent="0" algn="l" rtl="0">
              <a:spcBef>
                <a:spcPts val="0"/>
              </a:spcBef>
              <a:spcAft>
                <a:spcPts val="0"/>
              </a:spcAft>
              <a:buNone/>
            </a:pPr>
            <a:r>
              <a:rPr lang="en" sz="1000">
                <a:solidFill>
                  <a:schemeClr val="lt1"/>
                </a:solidFill>
                <a:latin typeface="Instrument Sans"/>
                <a:ea typeface="Instrument Sans"/>
                <a:cs typeface="Instrument Sans"/>
                <a:sym typeface="Instrument Sans"/>
              </a:rPr>
              <a:t>The possibility that no mediums are available for someone that needs help is mitigated by abundance of resources.</a:t>
            </a:r>
            <a:endParaRPr sz="1800">
              <a:solidFill>
                <a:schemeClr val="lt1"/>
              </a:solidFill>
              <a:latin typeface="Instrument Sans"/>
              <a:ea typeface="Instrument Sans"/>
              <a:cs typeface="Instrument Sans"/>
              <a:sym typeface="Instrumen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117"/>
          <p:cNvSpPr txBox="1">
            <a:spLocks noGrp="1"/>
          </p:cNvSpPr>
          <p:nvPr>
            <p:ph type="title"/>
          </p:nvPr>
        </p:nvSpPr>
        <p:spPr>
          <a:xfrm>
            <a:off x="284700" y="474750"/>
            <a:ext cx="4227300" cy="965400"/>
          </a:xfrm>
          <a:prstGeom prst="rect">
            <a:avLst/>
          </a:prstGeom>
        </p:spPr>
        <p:txBody>
          <a:bodyPr spcFirstLastPara="1" wrap="square" lIns="0" tIns="0" rIns="91425" bIns="0" anchor="b" anchorCtr="0">
            <a:noAutofit/>
          </a:bodyPr>
          <a:lstStyle/>
          <a:p>
            <a:pPr marL="0" lvl="0" indent="0" algn="l" rtl="0">
              <a:lnSpc>
                <a:spcPct val="85000"/>
              </a:lnSpc>
              <a:spcBef>
                <a:spcPts val="0"/>
              </a:spcBef>
              <a:spcAft>
                <a:spcPts val="0"/>
              </a:spcAft>
              <a:buNone/>
            </a:pPr>
            <a:r>
              <a:rPr lang="en" sz="3400">
                <a:latin typeface="Urbanist Medium"/>
                <a:ea typeface="Urbanist Medium"/>
                <a:cs typeface="Urbanist Medium"/>
                <a:sym typeface="Urbanist Medium"/>
              </a:rPr>
              <a:t>Monetization</a:t>
            </a:r>
            <a:endParaRPr sz="3400">
              <a:latin typeface="Urbanist Medium"/>
              <a:ea typeface="Urbanist Medium"/>
              <a:cs typeface="Urbanist Medium"/>
              <a:sym typeface="Urbanist Medium"/>
            </a:endParaRPr>
          </a:p>
          <a:p>
            <a:pPr marL="0" lvl="0" indent="0" algn="l" rtl="0">
              <a:lnSpc>
                <a:spcPct val="85000"/>
              </a:lnSpc>
              <a:spcBef>
                <a:spcPts val="0"/>
              </a:spcBef>
              <a:spcAft>
                <a:spcPts val="0"/>
              </a:spcAft>
              <a:buNone/>
            </a:pPr>
            <a:endParaRPr sz="3600"/>
          </a:p>
        </p:txBody>
      </p:sp>
      <p:sp>
        <p:nvSpPr>
          <p:cNvPr id="1188" name="Google Shape;1188;p117"/>
          <p:cNvSpPr txBox="1">
            <a:spLocks noGrp="1"/>
          </p:cNvSpPr>
          <p:nvPr>
            <p:ph type="sldNum" idx="12"/>
          </p:nvPr>
        </p:nvSpPr>
        <p:spPr>
          <a:xfrm>
            <a:off x="8556779" y="4668600"/>
            <a:ext cx="300000" cy="1968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15</a:t>
            </a:fld>
            <a:endParaRPr/>
          </a:p>
        </p:txBody>
      </p:sp>
      <p:sp>
        <p:nvSpPr>
          <p:cNvPr id="1189" name="Google Shape;1189;p117"/>
          <p:cNvSpPr txBox="1"/>
          <p:nvPr/>
        </p:nvSpPr>
        <p:spPr>
          <a:xfrm>
            <a:off x="180900" y="974400"/>
            <a:ext cx="4227300" cy="369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Urbanist"/>
                <a:ea typeface="Urbanist"/>
                <a:cs typeface="Urbanist"/>
                <a:sym typeface="Urbanist"/>
              </a:rPr>
              <a:t>PeopleFirst will </a:t>
            </a:r>
            <a:r>
              <a:rPr lang="en" sz="1200" b="1" i="1">
                <a:solidFill>
                  <a:schemeClr val="lt1"/>
                </a:solidFill>
                <a:latin typeface="Urbanist"/>
                <a:ea typeface="Urbanist"/>
                <a:cs typeface="Urbanist"/>
                <a:sym typeface="Urbanist"/>
              </a:rPr>
              <a:t>not</a:t>
            </a:r>
            <a:r>
              <a:rPr lang="en" sz="1200" b="1">
                <a:solidFill>
                  <a:schemeClr val="lt1"/>
                </a:solidFill>
                <a:latin typeface="Urbanist"/>
                <a:ea typeface="Urbanist"/>
                <a:cs typeface="Urbanist"/>
                <a:sym typeface="Urbanist"/>
              </a:rPr>
              <a:t> charge students,</a:t>
            </a:r>
            <a:r>
              <a:rPr lang="en" sz="1200">
                <a:solidFill>
                  <a:schemeClr val="lt1"/>
                </a:solidFill>
                <a:latin typeface="Urbanist"/>
                <a:ea typeface="Urbanist"/>
                <a:cs typeface="Urbanist"/>
                <a:sym typeface="Urbanist"/>
              </a:rPr>
              <a:t> as adding financial pressure would undermine our mission of reducing mental stress. Instead, we offer a</a:t>
            </a:r>
            <a:r>
              <a:rPr lang="en" sz="1200" b="1">
                <a:solidFill>
                  <a:schemeClr val="lt1"/>
                </a:solidFill>
                <a:latin typeface="Urbanist"/>
                <a:ea typeface="Urbanist"/>
                <a:cs typeface="Urbanist"/>
                <a:sym typeface="Urbanist"/>
              </a:rPr>
              <a:t> B2B subscription model</a:t>
            </a:r>
            <a:r>
              <a:rPr lang="en" sz="1200">
                <a:solidFill>
                  <a:schemeClr val="lt1"/>
                </a:solidFill>
                <a:latin typeface="Urbanist"/>
                <a:ea typeface="Urbanist"/>
                <a:cs typeface="Urbanist"/>
                <a:sym typeface="Urbanist"/>
              </a:rPr>
              <a:t> targeting colleges and universities.</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Institutions purchase an annual </a:t>
            </a:r>
            <a:r>
              <a:rPr lang="en" sz="1200" b="1">
                <a:solidFill>
                  <a:schemeClr val="lt1"/>
                </a:solidFill>
                <a:latin typeface="Urbanist"/>
                <a:ea typeface="Urbanist"/>
                <a:cs typeface="Urbanist"/>
                <a:sym typeface="Urbanist"/>
              </a:rPr>
              <a:t>PeopleFirst Campus Subscription</a:t>
            </a:r>
            <a:r>
              <a:rPr lang="en" sz="1200">
                <a:solidFill>
                  <a:schemeClr val="lt1"/>
                </a:solidFill>
                <a:latin typeface="Urbanist"/>
                <a:ea typeface="Urbanist"/>
                <a:cs typeface="Urbanist"/>
                <a:sym typeface="Urbanist"/>
              </a:rPr>
              <a:t> and provide the service to the students </a:t>
            </a:r>
            <a:r>
              <a:rPr lang="en" sz="1200" b="1">
                <a:solidFill>
                  <a:schemeClr val="lt1"/>
                </a:solidFill>
                <a:latin typeface="Urbanist"/>
                <a:ea typeface="Urbanist"/>
                <a:cs typeface="Urbanist"/>
                <a:sym typeface="Urbanist"/>
              </a:rPr>
              <a:t>at no cost.</a:t>
            </a:r>
            <a:endParaRPr sz="1200" b="1">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Our sales team will emphasize that adopting PeopleFirst allows universities to:</a:t>
            </a:r>
            <a:endParaRPr sz="1200">
              <a:solidFill>
                <a:schemeClr val="lt1"/>
              </a:solidFill>
              <a:latin typeface="Urbanist"/>
              <a:ea typeface="Urbanist"/>
              <a:cs typeface="Urbanist"/>
              <a:sym typeface="Urbanist"/>
            </a:endParaRPr>
          </a:p>
          <a:p>
            <a:pPr marL="914400" lvl="0" indent="-304800" algn="l" rtl="0">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Demonstrate commitment to student mental health.</a:t>
            </a:r>
            <a:endParaRPr sz="1200">
              <a:solidFill>
                <a:schemeClr val="lt1"/>
              </a:solidFill>
              <a:latin typeface="Urbanist"/>
              <a:ea typeface="Urbanist"/>
              <a:cs typeface="Urbanist"/>
              <a:sym typeface="Urbanist"/>
            </a:endParaRPr>
          </a:p>
          <a:p>
            <a:pPr marL="914400" lvl="0" indent="-304800" algn="l" rtl="0">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Strengthen recruitment by offering modern mental-wellness support.</a:t>
            </a:r>
            <a:endParaRPr sz="1200">
              <a:solidFill>
                <a:schemeClr val="lt1"/>
              </a:solidFill>
              <a:latin typeface="Urbanist"/>
              <a:ea typeface="Urbanist"/>
              <a:cs typeface="Urbanist"/>
              <a:sym typeface="Urbanist"/>
            </a:endParaRPr>
          </a:p>
          <a:p>
            <a:pPr marL="914400" lvl="0" indent="-304800" algn="l" rtl="0">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Enhance student retention through improved well-being.</a:t>
            </a:r>
            <a:endParaRPr sz="1200">
              <a:solidFill>
                <a:schemeClr val="lt1"/>
              </a:solidFill>
              <a:latin typeface="Urbanist"/>
              <a:ea typeface="Urbanist"/>
              <a:cs typeface="Urbanist"/>
              <a:sym typeface="Urbanist"/>
            </a:endParaRPr>
          </a:p>
          <a:p>
            <a:pPr marL="0" lvl="0" indent="0" algn="l" rtl="0">
              <a:spcBef>
                <a:spcPts val="0"/>
              </a:spcBef>
              <a:spcAft>
                <a:spcPts val="0"/>
              </a:spcAft>
              <a:buNone/>
            </a:pPr>
            <a:r>
              <a:rPr lang="en" sz="1200">
                <a:solidFill>
                  <a:schemeClr val="lt1"/>
                </a:solidFill>
                <a:latin typeface="Urbanist"/>
                <a:ea typeface="Urbanist"/>
                <a:cs typeface="Urbanist"/>
                <a:sym typeface="Urbanist"/>
              </a:rPr>
              <a:t>This model aligns with our core values while creating a sustainable revenue stream.</a:t>
            </a: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a:p>
            <a:pPr marL="457200" lvl="0" indent="0" algn="l" rtl="0">
              <a:spcBef>
                <a:spcPts val="0"/>
              </a:spcBef>
              <a:spcAft>
                <a:spcPts val="0"/>
              </a:spcAft>
              <a:buNone/>
            </a:pPr>
            <a:endParaRPr sz="1200">
              <a:solidFill>
                <a:schemeClr val="lt1"/>
              </a:solidFill>
              <a:latin typeface="Urbanist"/>
              <a:ea typeface="Urbanist"/>
              <a:cs typeface="Urbanist"/>
              <a:sym typeface="Urbanist"/>
            </a:endParaRPr>
          </a:p>
        </p:txBody>
      </p:sp>
      <p:pic>
        <p:nvPicPr>
          <p:cNvPr id="1190" name="Google Shape;1190;p117"/>
          <p:cNvPicPr preferRelativeResize="0"/>
          <p:nvPr/>
        </p:nvPicPr>
        <p:blipFill>
          <a:blip r:embed="rId3">
            <a:alphaModFix/>
          </a:blip>
          <a:stretch>
            <a:fillRect/>
          </a:stretch>
        </p:blipFill>
        <p:spPr>
          <a:xfrm>
            <a:off x="4733237" y="347425"/>
            <a:ext cx="1099925" cy="1651324"/>
          </a:xfrm>
          <a:prstGeom prst="rect">
            <a:avLst/>
          </a:prstGeom>
          <a:noFill/>
          <a:ln>
            <a:noFill/>
          </a:ln>
        </p:spPr>
      </p:pic>
      <p:pic>
        <p:nvPicPr>
          <p:cNvPr id="1191" name="Google Shape;1191;p117" title="5596775.png"/>
          <p:cNvPicPr preferRelativeResize="0"/>
          <p:nvPr/>
        </p:nvPicPr>
        <p:blipFill>
          <a:blip r:embed="rId4">
            <a:alphaModFix/>
          </a:blip>
          <a:stretch>
            <a:fillRect/>
          </a:stretch>
        </p:blipFill>
        <p:spPr>
          <a:xfrm>
            <a:off x="7495650" y="250862"/>
            <a:ext cx="1500275" cy="1500275"/>
          </a:xfrm>
          <a:prstGeom prst="rect">
            <a:avLst/>
          </a:prstGeom>
          <a:noFill/>
          <a:ln>
            <a:noFill/>
          </a:ln>
        </p:spPr>
      </p:pic>
      <p:pic>
        <p:nvPicPr>
          <p:cNvPr id="1192" name="Google Shape;1192;p117" title="Red-Arrow-Transparent-File.png"/>
          <p:cNvPicPr preferRelativeResize="0"/>
          <p:nvPr/>
        </p:nvPicPr>
        <p:blipFill>
          <a:blip r:embed="rId5">
            <a:alphaModFix/>
          </a:blip>
          <a:stretch>
            <a:fillRect/>
          </a:stretch>
        </p:blipFill>
        <p:spPr>
          <a:xfrm rot="-8099977">
            <a:off x="6027200" y="1025934"/>
            <a:ext cx="1416399" cy="1414806"/>
          </a:xfrm>
          <a:prstGeom prst="rect">
            <a:avLst/>
          </a:prstGeom>
          <a:noFill/>
          <a:ln>
            <a:noFill/>
          </a:ln>
        </p:spPr>
      </p:pic>
      <p:pic>
        <p:nvPicPr>
          <p:cNvPr id="1193" name="Google Shape;1193;p117" title="Red-Arrow-Transparent-File.png"/>
          <p:cNvPicPr preferRelativeResize="0"/>
          <p:nvPr/>
        </p:nvPicPr>
        <p:blipFill>
          <a:blip r:embed="rId5">
            <a:alphaModFix/>
          </a:blip>
          <a:stretch>
            <a:fillRect/>
          </a:stretch>
        </p:blipFill>
        <p:spPr>
          <a:xfrm rot="2700046">
            <a:off x="6027200" y="293595"/>
            <a:ext cx="1416396" cy="1414809"/>
          </a:xfrm>
          <a:prstGeom prst="rect">
            <a:avLst/>
          </a:prstGeom>
          <a:noFill/>
          <a:ln>
            <a:noFill/>
          </a:ln>
        </p:spPr>
      </p:pic>
      <p:pic>
        <p:nvPicPr>
          <p:cNvPr id="1194" name="Google Shape;1194;p117" title="gold-dollar-sign-png-5.png"/>
          <p:cNvPicPr preferRelativeResize="0"/>
          <p:nvPr/>
        </p:nvPicPr>
        <p:blipFill>
          <a:blip r:embed="rId6">
            <a:alphaModFix/>
          </a:blip>
          <a:stretch>
            <a:fillRect/>
          </a:stretch>
        </p:blipFill>
        <p:spPr>
          <a:xfrm>
            <a:off x="6444563" y="347419"/>
            <a:ext cx="439676" cy="611308"/>
          </a:xfrm>
          <a:prstGeom prst="rect">
            <a:avLst/>
          </a:prstGeom>
          <a:noFill/>
          <a:ln>
            <a:noFill/>
          </a:ln>
        </p:spPr>
      </p:pic>
      <p:pic>
        <p:nvPicPr>
          <p:cNvPr id="1195" name="Google Shape;1195;p117" title="Red-Arrow-Transparent-File.png"/>
          <p:cNvPicPr preferRelativeResize="0"/>
          <p:nvPr/>
        </p:nvPicPr>
        <p:blipFill>
          <a:blip r:embed="rId5">
            <a:alphaModFix/>
          </a:blip>
          <a:stretch>
            <a:fillRect/>
          </a:stretch>
        </p:blipFill>
        <p:spPr>
          <a:xfrm rot="4046605" flipH="1">
            <a:off x="7005909" y="1910113"/>
            <a:ext cx="1386679" cy="1714875"/>
          </a:xfrm>
          <a:prstGeom prst="rect">
            <a:avLst/>
          </a:prstGeom>
          <a:noFill/>
          <a:ln>
            <a:noFill/>
          </a:ln>
        </p:spPr>
      </p:pic>
      <p:pic>
        <p:nvPicPr>
          <p:cNvPr id="1196" name="Google Shape;1196;p117" title="student-holding-phone-illustration-png.png"/>
          <p:cNvPicPr preferRelativeResize="0"/>
          <p:nvPr/>
        </p:nvPicPr>
        <p:blipFill>
          <a:blip r:embed="rId7">
            <a:alphaModFix/>
          </a:blip>
          <a:stretch>
            <a:fillRect/>
          </a:stretch>
        </p:blipFill>
        <p:spPr>
          <a:xfrm>
            <a:off x="5300150" y="3216127"/>
            <a:ext cx="1584101" cy="1415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0"/>
        <p:cNvGrpSpPr/>
        <p:nvPr/>
      </p:nvGrpSpPr>
      <p:grpSpPr>
        <a:xfrm>
          <a:off x="0" y="0"/>
          <a:ext cx="0" cy="0"/>
          <a:chOff x="0" y="0"/>
          <a:chExt cx="0" cy="0"/>
        </a:xfrm>
      </p:grpSpPr>
      <p:sp>
        <p:nvSpPr>
          <p:cNvPr id="1201" name="Google Shape;1201;p118"/>
          <p:cNvSpPr txBox="1">
            <a:spLocks noGrp="1"/>
          </p:cNvSpPr>
          <p:nvPr>
            <p:ph type="title"/>
          </p:nvPr>
        </p:nvSpPr>
        <p:spPr>
          <a:xfrm>
            <a:off x="284700" y="474750"/>
            <a:ext cx="4227300" cy="965400"/>
          </a:xfrm>
          <a:prstGeom prst="rect">
            <a:avLst/>
          </a:prstGeom>
        </p:spPr>
        <p:txBody>
          <a:bodyPr spcFirstLastPara="1" wrap="square" lIns="0" tIns="0" rIns="91425" bIns="0" anchor="b" anchorCtr="0">
            <a:noAutofit/>
          </a:bodyPr>
          <a:lstStyle/>
          <a:p>
            <a:pPr marL="0" lvl="0" indent="0" algn="l" rtl="0">
              <a:spcBef>
                <a:spcPts val="0"/>
              </a:spcBef>
              <a:spcAft>
                <a:spcPts val="0"/>
              </a:spcAft>
              <a:buNone/>
            </a:pPr>
            <a:r>
              <a:rPr lang="en"/>
              <a:t>Monetization</a:t>
            </a:r>
            <a:endParaRPr/>
          </a:p>
          <a:p>
            <a:pPr marL="0" lvl="0" indent="0" algn="l" rtl="0">
              <a:spcBef>
                <a:spcPts val="0"/>
              </a:spcBef>
              <a:spcAft>
                <a:spcPts val="0"/>
              </a:spcAft>
              <a:buNone/>
            </a:pPr>
            <a:r>
              <a:rPr lang="en"/>
              <a:t>(continued) </a:t>
            </a:r>
            <a:endParaRPr/>
          </a:p>
        </p:txBody>
      </p:sp>
      <p:sp>
        <p:nvSpPr>
          <p:cNvPr id="1202" name="Google Shape;1202;p118"/>
          <p:cNvSpPr txBox="1">
            <a:spLocks noGrp="1"/>
          </p:cNvSpPr>
          <p:nvPr>
            <p:ph type="body" idx="1"/>
          </p:nvPr>
        </p:nvSpPr>
        <p:spPr>
          <a:xfrm>
            <a:off x="177550" y="2388075"/>
            <a:ext cx="4001400" cy="1487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Targeted Universities:  Four-year institutions</a:t>
            </a:r>
            <a:endParaRPr/>
          </a:p>
          <a:p>
            <a:pPr marL="0" lvl="0" indent="0" algn="l" rtl="0">
              <a:spcBef>
                <a:spcPts val="800"/>
              </a:spcBef>
              <a:spcAft>
                <a:spcPts val="0"/>
              </a:spcAft>
              <a:buNone/>
            </a:pPr>
            <a:r>
              <a:rPr lang="en"/>
              <a:t>Startup Advertisement: presentation  and demo</a:t>
            </a:r>
            <a:endParaRPr/>
          </a:p>
          <a:p>
            <a:pPr marL="0" lvl="0" indent="0" algn="l" rtl="0">
              <a:spcBef>
                <a:spcPts val="800"/>
              </a:spcBef>
              <a:spcAft>
                <a:spcPts val="0"/>
              </a:spcAft>
              <a:buNone/>
            </a:pPr>
            <a:r>
              <a:rPr lang="en"/>
              <a:t>Location: Strictly Virginia </a:t>
            </a:r>
            <a:endParaRPr/>
          </a:p>
          <a:p>
            <a:pPr marL="0" lvl="0" indent="0" algn="l" rtl="0">
              <a:spcBef>
                <a:spcPts val="800"/>
              </a:spcBef>
              <a:spcAft>
                <a:spcPts val="0"/>
              </a:spcAft>
              <a:buNone/>
            </a:pPr>
            <a:r>
              <a:rPr lang="en"/>
              <a:t>Annual Subscription Rate:</a:t>
            </a:r>
            <a:endParaRPr/>
          </a:p>
          <a:p>
            <a:pPr marL="0" lvl="0" indent="0" algn="l" rtl="0">
              <a:spcBef>
                <a:spcPts val="800"/>
              </a:spcBef>
              <a:spcAft>
                <a:spcPts val="0"/>
              </a:spcAft>
              <a:buNone/>
            </a:pPr>
            <a:r>
              <a:rPr lang="en"/>
              <a:t>	Under 5000 students: $18,000</a:t>
            </a:r>
            <a:endParaRPr/>
          </a:p>
          <a:p>
            <a:pPr marL="0" lvl="0" indent="0" algn="l" rtl="0">
              <a:spcBef>
                <a:spcPts val="800"/>
              </a:spcBef>
              <a:spcAft>
                <a:spcPts val="0"/>
              </a:spcAft>
              <a:buNone/>
            </a:pPr>
            <a:r>
              <a:rPr lang="en"/>
              <a:t>	Between 5000 and 15000 students: $30,000</a:t>
            </a:r>
            <a:endParaRPr/>
          </a:p>
          <a:p>
            <a:pPr marL="0" lvl="0" indent="0" algn="l" rtl="0">
              <a:spcBef>
                <a:spcPts val="800"/>
              </a:spcBef>
              <a:spcAft>
                <a:spcPts val="800"/>
              </a:spcAft>
              <a:buNone/>
            </a:pPr>
            <a:r>
              <a:rPr lang="en"/>
              <a:t>	Over 15000 Students:  $42,000</a:t>
            </a:r>
            <a:endParaRPr/>
          </a:p>
        </p:txBody>
      </p:sp>
      <p:sp>
        <p:nvSpPr>
          <p:cNvPr id="1203" name="Google Shape;1203;p118"/>
          <p:cNvSpPr txBox="1">
            <a:spLocks noGrp="1"/>
          </p:cNvSpPr>
          <p:nvPr>
            <p:ph type="subTitle" idx="3"/>
          </p:nvPr>
        </p:nvSpPr>
        <p:spPr>
          <a:xfrm>
            <a:off x="284700" y="284400"/>
            <a:ext cx="1965900" cy="1920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04" name="Google Shape;1204;p118"/>
          <p:cNvSpPr txBox="1">
            <a:spLocks noGrp="1"/>
          </p:cNvSpPr>
          <p:nvPr>
            <p:ph type="subTitle" idx="4"/>
          </p:nvPr>
        </p:nvSpPr>
        <p:spPr>
          <a:xfrm>
            <a:off x="6890875" y="284400"/>
            <a:ext cx="1965900" cy="192000"/>
          </a:xfrm>
          <a:prstGeom prst="rect">
            <a:avLst/>
          </a:prstGeom>
        </p:spPr>
        <p:txBody>
          <a:bodyPr spcFirstLastPara="1" wrap="square" lIns="0" tIns="0" rIns="0" bIns="0" anchor="t" anchorCtr="0">
            <a:noAutofit/>
          </a:bodyPr>
          <a:lstStyle/>
          <a:p>
            <a:pPr marL="0" lvl="0" indent="0" algn="r" rtl="0">
              <a:spcBef>
                <a:spcPts val="0"/>
              </a:spcBef>
              <a:spcAft>
                <a:spcPts val="0"/>
              </a:spcAft>
              <a:buNone/>
            </a:pPr>
            <a:endParaRPr/>
          </a:p>
        </p:txBody>
      </p:sp>
      <p:pic>
        <p:nvPicPr>
          <p:cNvPr id="1205" name="Google Shape;1205;p118" title="images.jpg"/>
          <p:cNvPicPr preferRelativeResize="0"/>
          <p:nvPr/>
        </p:nvPicPr>
        <p:blipFill>
          <a:blip r:embed="rId3">
            <a:alphaModFix/>
          </a:blip>
          <a:stretch>
            <a:fillRect/>
          </a:stretch>
        </p:blipFill>
        <p:spPr>
          <a:xfrm>
            <a:off x="4629475" y="2728225"/>
            <a:ext cx="3761325" cy="1715800"/>
          </a:xfrm>
          <a:prstGeom prst="rect">
            <a:avLst/>
          </a:prstGeom>
          <a:noFill/>
          <a:ln>
            <a:noFill/>
          </a:ln>
        </p:spPr>
      </p:pic>
      <p:pic>
        <p:nvPicPr>
          <p:cNvPr id="1206" name="Google Shape;1206;p118" title="virginia.png"/>
          <p:cNvPicPr preferRelativeResize="0"/>
          <p:nvPr/>
        </p:nvPicPr>
        <p:blipFill rotWithShape="1">
          <a:blip r:embed="rId4">
            <a:alphaModFix/>
          </a:blip>
          <a:srcRect l="-9981" t="-9981" r="-9981" b="-9981"/>
          <a:stretch/>
        </p:blipFill>
        <p:spPr>
          <a:xfrm>
            <a:off x="5168147" y="542500"/>
            <a:ext cx="2683999" cy="1795450"/>
          </a:xfrm>
          <a:prstGeom prst="rect">
            <a:avLst/>
          </a:prstGeom>
          <a:noFill/>
          <a:ln>
            <a:noFill/>
          </a:ln>
        </p:spPr>
      </p:pic>
      <p:pic>
        <p:nvPicPr>
          <p:cNvPr id="1207" name="Google Shape;1207;p118"/>
          <p:cNvPicPr preferRelativeResize="0"/>
          <p:nvPr/>
        </p:nvPicPr>
        <p:blipFill>
          <a:blip r:embed="rId5">
            <a:alphaModFix/>
          </a:blip>
          <a:stretch>
            <a:fillRect/>
          </a:stretch>
        </p:blipFill>
        <p:spPr>
          <a:xfrm>
            <a:off x="8035922" y="111300"/>
            <a:ext cx="885150" cy="1328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pic>
        <p:nvPicPr>
          <p:cNvPr id="1212" name="Google Shape;1212;p119" descr="A panoramic shot of billowing clouds in the horizon. "/>
          <p:cNvPicPr preferRelativeResize="0">
            <a:picLocks noGrp="1"/>
          </p:cNvPicPr>
          <p:nvPr>
            <p:ph type="pic" idx="2"/>
          </p:nvPr>
        </p:nvPicPr>
        <p:blipFill rotWithShape="1">
          <a:blip r:embed="rId3">
            <a:alphaModFix/>
          </a:blip>
          <a:srcRect t="24002" r="29229" b="53306"/>
          <a:stretch/>
        </p:blipFill>
        <p:spPr>
          <a:xfrm>
            <a:off x="-7800" y="5625"/>
            <a:ext cx="9144000" cy="5143500"/>
          </a:xfrm>
          <a:prstGeom prst="roundRect">
            <a:avLst>
              <a:gd name="adj" fmla="val 9982"/>
            </a:avLst>
          </a:prstGeom>
          <a:noFill/>
        </p:spPr>
      </p:pic>
      <p:sp>
        <p:nvSpPr>
          <p:cNvPr id="1213" name="Google Shape;1213;p119"/>
          <p:cNvSpPr txBox="1">
            <a:spLocks noGrp="1"/>
          </p:cNvSpPr>
          <p:nvPr>
            <p:ph type="title" idx="6"/>
          </p:nvPr>
        </p:nvSpPr>
        <p:spPr>
          <a:xfrm>
            <a:off x="92300" y="228600"/>
            <a:ext cx="7953900" cy="1556700"/>
          </a:xfrm>
          <a:prstGeom prst="rect">
            <a:avLst/>
          </a:prstGeom>
        </p:spPr>
        <p:txBody>
          <a:bodyPr spcFirstLastPara="1" wrap="square" lIns="182875" tIns="0" rIns="182875" bIns="0" anchor="t" anchorCtr="0">
            <a:noAutofit/>
          </a:bodyPr>
          <a:lstStyle/>
          <a:p>
            <a:pPr marL="0" lvl="0" indent="0" algn="l" rtl="0">
              <a:spcBef>
                <a:spcPts val="0"/>
              </a:spcBef>
              <a:spcAft>
                <a:spcPts val="0"/>
              </a:spcAft>
              <a:buNone/>
            </a:pPr>
            <a:r>
              <a:rPr lang="en" sz="4800">
                <a:latin typeface="Urbanist Medium"/>
                <a:ea typeface="Urbanist Medium"/>
                <a:cs typeface="Urbanist Medium"/>
                <a:sym typeface="Urbanist Medium"/>
              </a:rPr>
              <a:t>Changes from Prior Design</a:t>
            </a:r>
            <a:endParaRPr sz="4800">
              <a:latin typeface="Urbanist Medium"/>
              <a:ea typeface="Urbanist Medium"/>
              <a:cs typeface="Urbanist Medium"/>
              <a:sym typeface="Urbanist Medium"/>
            </a:endParaRPr>
          </a:p>
        </p:txBody>
      </p:sp>
      <p:pic>
        <p:nvPicPr>
          <p:cNvPr id="1214" name="Google Shape;1214;p119"/>
          <p:cNvPicPr preferRelativeResize="0"/>
          <p:nvPr/>
        </p:nvPicPr>
        <p:blipFill>
          <a:blip r:embed="rId4">
            <a:alphaModFix/>
          </a:blip>
          <a:stretch>
            <a:fillRect/>
          </a:stretch>
        </p:blipFill>
        <p:spPr>
          <a:xfrm>
            <a:off x="8168970" y="3703425"/>
            <a:ext cx="975024" cy="1463825"/>
          </a:xfrm>
          <a:prstGeom prst="rect">
            <a:avLst/>
          </a:prstGeom>
          <a:noFill/>
          <a:ln>
            <a:noFill/>
          </a:ln>
        </p:spPr>
      </p:pic>
      <p:sp>
        <p:nvSpPr>
          <p:cNvPr id="1215" name="Google Shape;1215;p119"/>
          <p:cNvSpPr txBox="1"/>
          <p:nvPr/>
        </p:nvSpPr>
        <p:spPr>
          <a:xfrm>
            <a:off x="383250" y="1440225"/>
            <a:ext cx="5348100" cy="32325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lt1"/>
              </a:buClr>
              <a:buSzPts val="1800"/>
              <a:buFont typeface="Urbanist"/>
              <a:buChar char="●"/>
            </a:pPr>
            <a:r>
              <a:rPr lang="en" sz="1800">
                <a:solidFill>
                  <a:schemeClr val="lt1"/>
                </a:solidFill>
                <a:latin typeface="Urbanist"/>
                <a:ea typeface="Urbanist"/>
                <a:cs typeface="Urbanist"/>
                <a:sym typeface="Urbanist"/>
              </a:rPr>
              <a:t>No referral rating system</a:t>
            </a: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457200" lvl="0" indent="-342900" algn="l" rtl="0">
              <a:spcBef>
                <a:spcPts val="0"/>
              </a:spcBef>
              <a:spcAft>
                <a:spcPts val="0"/>
              </a:spcAft>
              <a:buClr>
                <a:schemeClr val="lt1"/>
              </a:buClr>
              <a:buSzPts val="1800"/>
              <a:buFont typeface="Urbanist"/>
              <a:buChar char="●"/>
            </a:pPr>
            <a:r>
              <a:rPr lang="en" sz="1800">
                <a:solidFill>
                  <a:schemeClr val="lt1"/>
                </a:solidFill>
                <a:latin typeface="Urbanist"/>
                <a:ea typeface="Urbanist"/>
                <a:cs typeface="Urbanist"/>
                <a:sym typeface="Urbanist"/>
              </a:rPr>
              <a:t>Referral system</a:t>
            </a: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457200" lvl="0" indent="0" algn="l" rtl="0">
              <a:spcBef>
                <a:spcPts val="0"/>
              </a:spcBef>
              <a:spcAft>
                <a:spcPts val="0"/>
              </a:spcAft>
              <a:buNone/>
            </a:pPr>
            <a:endParaRPr sz="1800">
              <a:solidFill>
                <a:schemeClr val="lt1"/>
              </a:solidFill>
              <a:latin typeface="Urbanist"/>
              <a:ea typeface="Urbanist"/>
              <a:cs typeface="Urbanist"/>
              <a:sym typeface="Urbanist"/>
            </a:endParaRPr>
          </a:p>
          <a:p>
            <a:pPr marL="457200" lvl="0" indent="-342900" algn="l" rtl="0">
              <a:spcBef>
                <a:spcPts val="0"/>
              </a:spcBef>
              <a:spcAft>
                <a:spcPts val="0"/>
              </a:spcAft>
              <a:buClr>
                <a:schemeClr val="lt1"/>
              </a:buClr>
              <a:buSzPts val="1800"/>
              <a:buFont typeface="Urbanist"/>
              <a:buChar char="●"/>
            </a:pPr>
            <a:r>
              <a:rPr lang="en" sz="1800">
                <a:solidFill>
                  <a:schemeClr val="lt1"/>
                </a:solidFill>
                <a:latin typeface="Urbanist"/>
                <a:ea typeface="Urbanist"/>
                <a:cs typeface="Urbanist"/>
                <a:sym typeface="Urbanist"/>
              </a:rPr>
              <a:t>NoSQL over MySQL</a:t>
            </a: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457200" lvl="0" indent="-342900" algn="l" rtl="0">
              <a:spcBef>
                <a:spcPts val="0"/>
              </a:spcBef>
              <a:spcAft>
                <a:spcPts val="0"/>
              </a:spcAft>
              <a:buClr>
                <a:schemeClr val="lt1"/>
              </a:buClr>
              <a:buSzPts val="1800"/>
              <a:buFont typeface="Urbanist"/>
              <a:buChar char="●"/>
            </a:pPr>
            <a:r>
              <a:rPr lang="en" sz="1800">
                <a:solidFill>
                  <a:schemeClr val="lt1"/>
                </a:solidFill>
                <a:latin typeface="Urbanist"/>
                <a:ea typeface="Urbanist"/>
                <a:cs typeface="Urbanist"/>
                <a:sym typeface="Urbanist"/>
              </a:rPr>
              <a:t>No local counselors</a:t>
            </a: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
        <p:nvSpPr>
          <p:cNvPr id="1220" name="Google Shape;1220;p120"/>
          <p:cNvSpPr txBox="1">
            <a:spLocks noGrp="1"/>
          </p:cNvSpPr>
          <p:nvPr>
            <p:ph type="title" idx="5"/>
          </p:nvPr>
        </p:nvSpPr>
        <p:spPr>
          <a:xfrm>
            <a:off x="67325" y="58850"/>
            <a:ext cx="3904500" cy="720300"/>
          </a:xfrm>
          <a:prstGeom prst="rect">
            <a:avLst/>
          </a:prstGeom>
        </p:spPr>
        <p:txBody>
          <a:bodyPr spcFirstLastPara="1" wrap="square" lIns="182875" tIns="0" rIns="182875" bIns="0" anchor="ctr" anchorCtr="0">
            <a:noAutofit/>
          </a:bodyPr>
          <a:lstStyle/>
          <a:p>
            <a:pPr marL="0" lvl="0" indent="0" algn="l" rtl="0">
              <a:spcBef>
                <a:spcPts val="0"/>
              </a:spcBef>
              <a:spcAft>
                <a:spcPts val="0"/>
              </a:spcAft>
              <a:buNone/>
            </a:pPr>
            <a:r>
              <a:rPr lang="en" sz="2400">
                <a:latin typeface="Urbanist Medium"/>
                <a:ea typeface="Urbanist Medium"/>
                <a:cs typeface="Urbanist Medium"/>
                <a:sym typeface="Urbanist Medium"/>
              </a:rPr>
              <a:t>Tech Stack</a:t>
            </a:r>
            <a:endParaRPr sz="2400">
              <a:latin typeface="Urbanist Medium"/>
              <a:ea typeface="Urbanist Medium"/>
              <a:cs typeface="Urbanist Medium"/>
              <a:sym typeface="Urbanist Medium"/>
            </a:endParaRPr>
          </a:p>
        </p:txBody>
      </p:sp>
      <p:pic>
        <p:nvPicPr>
          <p:cNvPr id="1221" name="Google Shape;1221;p120"/>
          <p:cNvPicPr preferRelativeResize="0"/>
          <p:nvPr/>
        </p:nvPicPr>
        <p:blipFill>
          <a:blip r:embed="rId3">
            <a:alphaModFix/>
          </a:blip>
          <a:stretch>
            <a:fillRect/>
          </a:stretch>
        </p:blipFill>
        <p:spPr>
          <a:xfrm>
            <a:off x="8375901" y="3990334"/>
            <a:ext cx="768101" cy="1153178"/>
          </a:xfrm>
          <a:prstGeom prst="rect">
            <a:avLst/>
          </a:prstGeom>
          <a:noFill/>
          <a:ln>
            <a:noFill/>
          </a:ln>
        </p:spPr>
      </p:pic>
      <p:pic>
        <p:nvPicPr>
          <p:cNvPr id="1222" name="Google Shape;1222;p120"/>
          <p:cNvPicPr preferRelativeResize="0"/>
          <p:nvPr/>
        </p:nvPicPr>
        <p:blipFill>
          <a:blip r:embed="rId4">
            <a:alphaModFix/>
          </a:blip>
          <a:stretch>
            <a:fillRect/>
          </a:stretch>
        </p:blipFill>
        <p:spPr>
          <a:xfrm>
            <a:off x="3539600" y="-43700"/>
            <a:ext cx="5731702" cy="3932149"/>
          </a:xfrm>
          <a:prstGeom prst="rect">
            <a:avLst/>
          </a:prstGeom>
          <a:noFill/>
          <a:ln>
            <a:noFill/>
          </a:ln>
        </p:spPr>
      </p:pic>
      <p:sp>
        <p:nvSpPr>
          <p:cNvPr id="1223" name="Google Shape;1223;p120"/>
          <p:cNvSpPr txBox="1"/>
          <p:nvPr/>
        </p:nvSpPr>
        <p:spPr>
          <a:xfrm>
            <a:off x="110375" y="940425"/>
            <a:ext cx="3675000" cy="398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1"/>
                </a:solidFill>
                <a:latin typeface="Urbanist"/>
                <a:ea typeface="Urbanist"/>
                <a:cs typeface="Urbanist"/>
                <a:sym typeface="Urbanist"/>
              </a:rPr>
              <a:t>Front-end - Python with Kivy graphical interface</a:t>
            </a: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0" lvl="0" indent="0" algn="l" rtl="0">
              <a:spcBef>
                <a:spcPts val="0"/>
              </a:spcBef>
              <a:spcAft>
                <a:spcPts val="0"/>
              </a:spcAft>
              <a:buNone/>
            </a:pPr>
            <a:r>
              <a:rPr lang="en" sz="1800">
                <a:solidFill>
                  <a:schemeClr val="lt1"/>
                </a:solidFill>
                <a:latin typeface="Urbanist"/>
                <a:ea typeface="Urbanist"/>
                <a:cs typeface="Urbanist"/>
                <a:sym typeface="Urbanist"/>
              </a:rPr>
              <a:t>Middle-tier - Flask developmental web server with RESTful API calls between Front-end, Database, and Echo chatbot</a:t>
            </a:r>
            <a:endParaRPr sz="1800">
              <a:solidFill>
                <a:schemeClr val="lt1"/>
              </a:solidFill>
              <a:latin typeface="Urbanist"/>
              <a:ea typeface="Urbanist"/>
              <a:cs typeface="Urbanist"/>
              <a:sym typeface="Urbanist"/>
            </a:endParaRPr>
          </a:p>
          <a:p>
            <a:pPr marL="0" lvl="0" indent="0" algn="l" rtl="0">
              <a:spcBef>
                <a:spcPts val="0"/>
              </a:spcBef>
              <a:spcAft>
                <a:spcPts val="0"/>
              </a:spcAft>
              <a:buNone/>
            </a:pPr>
            <a:endParaRPr sz="1800">
              <a:solidFill>
                <a:schemeClr val="lt1"/>
              </a:solidFill>
              <a:latin typeface="Urbanist"/>
              <a:ea typeface="Urbanist"/>
              <a:cs typeface="Urbanist"/>
              <a:sym typeface="Urbanist"/>
            </a:endParaRPr>
          </a:p>
          <a:p>
            <a:pPr marL="0" lvl="0" indent="0" algn="l" rtl="0">
              <a:spcBef>
                <a:spcPts val="0"/>
              </a:spcBef>
              <a:spcAft>
                <a:spcPts val="0"/>
              </a:spcAft>
              <a:buNone/>
            </a:pPr>
            <a:r>
              <a:rPr lang="en" sz="1800">
                <a:solidFill>
                  <a:schemeClr val="lt1"/>
                </a:solidFill>
                <a:latin typeface="Urbanist"/>
                <a:ea typeface="Urbanist"/>
                <a:cs typeface="Urbanist"/>
                <a:sym typeface="Urbanist"/>
              </a:rPr>
              <a:t>Back-end - Consists of NoSQL database implemented with MongoDB and a Natural Language Processing AI chatbot</a:t>
            </a:r>
            <a:endParaRPr sz="1800">
              <a:solidFill>
                <a:schemeClr val="lt1"/>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3EA1BE5-62C0-62A0-0142-233B11255C20}"/>
              </a:ext>
            </a:extLst>
          </p:cNvPr>
          <p:cNvPicPr>
            <a:picLocks noChangeAspect="1"/>
          </p:cNvPicPr>
          <p:nvPr/>
        </p:nvPicPr>
        <p:blipFill>
          <a:blip r:embed="rId2"/>
          <a:stretch>
            <a:fillRect/>
          </a:stretch>
        </p:blipFill>
        <p:spPr>
          <a:xfrm>
            <a:off x="0" y="332346"/>
            <a:ext cx="8555182" cy="4586977"/>
          </a:xfrm>
          <a:prstGeom prst="rect">
            <a:avLst/>
          </a:prstGeom>
        </p:spPr>
      </p:pic>
      <p:sp>
        <p:nvSpPr>
          <p:cNvPr id="5" name="Title 4">
            <a:extLst>
              <a:ext uri="{FF2B5EF4-FFF2-40B4-BE49-F238E27FC236}">
                <a16:creationId xmlns:a16="http://schemas.microsoft.com/office/drawing/2014/main" id="{AB234DAD-24F8-95FE-42F1-5D213E469700}"/>
              </a:ext>
            </a:extLst>
          </p:cNvPr>
          <p:cNvSpPr>
            <a:spLocks noGrp="1"/>
          </p:cNvSpPr>
          <p:nvPr>
            <p:ph type="title"/>
          </p:nvPr>
        </p:nvSpPr>
        <p:spPr>
          <a:xfrm>
            <a:off x="201573" y="0"/>
            <a:ext cx="5673600" cy="498600"/>
          </a:xfrm>
        </p:spPr>
        <p:txBody>
          <a:bodyPr/>
          <a:lstStyle/>
          <a:p>
            <a:r>
              <a:rPr lang="en-US" dirty="0"/>
              <a:t>Our Forums</a:t>
            </a:r>
          </a:p>
        </p:txBody>
      </p:sp>
      <p:pic>
        <p:nvPicPr>
          <p:cNvPr id="17" name="Google Shape;1221;p120">
            <a:extLst>
              <a:ext uri="{FF2B5EF4-FFF2-40B4-BE49-F238E27FC236}">
                <a16:creationId xmlns:a16="http://schemas.microsoft.com/office/drawing/2014/main" id="{B77CC5A1-D163-DA45-06DF-392C5139778F}"/>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2586405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2F38D-2800-0FD1-9C7C-78FD7ADC151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0D252C-A783-ED53-F989-AD9D9C4A2CFA}"/>
              </a:ext>
            </a:extLst>
          </p:cNvPr>
          <p:cNvPicPr>
            <a:picLocks noChangeAspect="1"/>
          </p:cNvPicPr>
          <p:nvPr/>
        </p:nvPicPr>
        <p:blipFill>
          <a:blip r:embed="rId2"/>
          <a:stretch>
            <a:fillRect/>
          </a:stretch>
        </p:blipFill>
        <p:spPr>
          <a:xfrm>
            <a:off x="38515" y="336304"/>
            <a:ext cx="8721436" cy="4669421"/>
          </a:xfrm>
          <a:prstGeom prst="rect">
            <a:avLst/>
          </a:prstGeom>
        </p:spPr>
      </p:pic>
      <p:sp>
        <p:nvSpPr>
          <p:cNvPr id="5" name="Title 4">
            <a:extLst>
              <a:ext uri="{FF2B5EF4-FFF2-40B4-BE49-F238E27FC236}">
                <a16:creationId xmlns:a16="http://schemas.microsoft.com/office/drawing/2014/main" id="{79E3C2F0-5F0D-CBA6-D79A-7F785924B99C}"/>
              </a:ext>
            </a:extLst>
          </p:cNvPr>
          <p:cNvSpPr>
            <a:spLocks noGrp="1"/>
          </p:cNvSpPr>
          <p:nvPr>
            <p:ph type="title"/>
          </p:nvPr>
        </p:nvSpPr>
        <p:spPr>
          <a:xfrm>
            <a:off x="201573" y="0"/>
            <a:ext cx="5673600" cy="498600"/>
          </a:xfrm>
        </p:spPr>
        <p:txBody>
          <a:bodyPr/>
          <a:lstStyle/>
          <a:p>
            <a:r>
              <a:rPr lang="en-US" dirty="0"/>
              <a:t>Replies to Posts</a:t>
            </a:r>
          </a:p>
        </p:txBody>
      </p:sp>
      <p:pic>
        <p:nvPicPr>
          <p:cNvPr id="17" name="Google Shape;1221;p120">
            <a:extLst>
              <a:ext uri="{FF2B5EF4-FFF2-40B4-BE49-F238E27FC236}">
                <a16:creationId xmlns:a16="http://schemas.microsoft.com/office/drawing/2014/main" id="{D56A1C60-A9F1-7C86-B6A6-08F529409486}"/>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2870272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F051B-5A4A-6F21-C92F-1C8EA1D322D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B263EA3-23C1-EEA5-0EE3-3D4D021E6C35}"/>
              </a:ext>
            </a:extLst>
          </p:cNvPr>
          <p:cNvPicPr>
            <a:picLocks noChangeAspect="1"/>
          </p:cNvPicPr>
          <p:nvPr/>
        </p:nvPicPr>
        <p:blipFill>
          <a:blip r:embed="rId2"/>
          <a:stretch>
            <a:fillRect/>
          </a:stretch>
        </p:blipFill>
        <p:spPr>
          <a:xfrm>
            <a:off x="201573" y="498600"/>
            <a:ext cx="8534400" cy="4471040"/>
          </a:xfrm>
          <a:prstGeom prst="rect">
            <a:avLst/>
          </a:prstGeom>
        </p:spPr>
      </p:pic>
      <p:sp>
        <p:nvSpPr>
          <p:cNvPr id="5" name="Title 4">
            <a:extLst>
              <a:ext uri="{FF2B5EF4-FFF2-40B4-BE49-F238E27FC236}">
                <a16:creationId xmlns:a16="http://schemas.microsoft.com/office/drawing/2014/main" id="{ABCC9DEA-7C93-2779-CE7F-7BDFADECE82E}"/>
              </a:ext>
            </a:extLst>
          </p:cNvPr>
          <p:cNvSpPr>
            <a:spLocks noGrp="1"/>
          </p:cNvSpPr>
          <p:nvPr>
            <p:ph type="title"/>
          </p:nvPr>
        </p:nvSpPr>
        <p:spPr>
          <a:xfrm>
            <a:off x="201573" y="0"/>
            <a:ext cx="5673600" cy="498600"/>
          </a:xfrm>
        </p:spPr>
        <p:txBody>
          <a:bodyPr/>
          <a:lstStyle/>
          <a:p>
            <a:r>
              <a:rPr lang="en-US" dirty="0"/>
              <a:t>Create New Forums Topic</a:t>
            </a:r>
          </a:p>
        </p:txBody>
      </p:sp>
      <p:pic>
        <p:nvPicPr>
          <p:cNvPr id="17" name="Google Shape;1221;p120">
            <a:extLst>
              <a:ext uri="{FF2B5EF4-FFF2-40B4-BE49-F238E27FC236}">
                <a16:creationId xmlns:a16="http://schemas.microsoft.com/office/drawing/2014/main" id="{08A998EA-5E05-5FFA-8C97-D5A08A89EBB7}"/>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2720920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2A38C-D389-A7D1-9FA7-EA363C5187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CCADA58-6422-B683-BA0F-29A3F3BD0252}"/>
              </a:ext>
            </a:extLst>
          </p:cNvPr>
          <p:cNvPicPr>
            <a:picLocks noChangeAspect="1"/>
          </p:cNvPicPr>
          <p:nvPr/>
        </p:nvPicPr>
        <p:blipFill>
          <a:blip r:embed="rId2"/>
          <a:stretch>
            <a:fillRect/>
          </a:stretch>
        </p:blipFill>
        <p:spPr>
          <a:xfrm>
            <a:off x="201573" y="498600"/>
            <a:ext cx="8460202" cy="4436610"/>
          </a:xfrm>
          <a:prstGeom prst="rect">
            <a:avLst/>
          </a:prstGeom>
        </p:spPr>
      </p:pic>
      <p:sp>
        <p:nvSpPr>
          <p:cNvPr id="5" name="Title 4">
            <a:extLst>
              <a:ext uri="{FF2B5EF4-FFF2-40B4-BE49-F238E27FC236}">
                <a16:creationId xmlns:a16="http://schemas.microsoft.com/office/drawing/2014/main" id="{B866A6BD-0BEB-BBBA-3591-F1132711095F}"/>
              </a:ext>
            </a:extLst>
          </p:cNvPr>
          <p:cNvSpPr>
            <a:spLocks noGrp="1"/>
          </p:cNvSpPr>
          <p:nvPr>
            <p:ph type="title"/>
          </p:nvPr>
        </p:nvSpPr>
        <p:spPr>
          <a:xfrm>
            <a:off x="201573" y="0"/>
            <a:ext cx="5673600" cy="498600"/>
          </a:xfrm>
        </p:spPr>
        <p:txBody>
          <a:bodyPr/>
          <a:lstStyle/>
          <a:p>
            <a:r>
              <a:rPr lang="en-US" dirty="0"/>
              <a:t>Searching the Forums</a:t>
            </a:r>
          </a:p>
        </p:txBody>
      </p:sp>
      <p:pic>
        <p:nvPicPr>
          <p:cNvPr id="17" name="Google Shape;1221;p120">
            <a:extLst>
              <a:ext uri="{FF2B5EF4-FFF2-40B4-BE49-F238E27FC236}">
                <a16:creationId xmlns:a16="http://schemas.microsoft.com/office/drawing/2014/main" id="{B7780834-30F8-8874-7768-66F29C35A9EC}"/>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1817043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AADD3-0A24-5104-0A1C-8882828E39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EF9671-0A5B-0CE8-E4ED-7E5AFB8E5DA5}"/>
              </a:ext>
            </a:extLst>
          </p:cNvPr>
          <p:cNvPicPr>
            <a:picLocks noChangeAspect="1"/>
          </p:cNvPicPr>
          <p:nvPr/>
        </p:nvPicPr>
        <p:blipFill>
          <a:blip r:embed="rId2"/>
          <a:stretch>
            <a:fillRect/>
          </a:stretch>
        </p:blipFill>
        <p:spPr>
          <a:xfrm>
            <a:off x="201573" y="498600"/>
            <a:ext cx="8599714" cy="4509992"/>
          </a:xfrm>
          <a:prstGeom prst="rect">
            <a:avLst/>
          </a:prstGeom>
        </p:spPr>
      </p:pic>
      <p:sp>
        <p:nvSpPr>
          <p:cNvPr id="5" name="Title 4">
            <a:extLst>
              <a:ext uri="{FF2B5EF4-FFF2-40B4-BE49-F238E27FC236}">
                <a16:creationId xmlns:a16="http://schemas.microsoft.com/office/drawing/2014/main" id="{F9E56F77-C954-3822-2894-D862F4080868}"/>
              </a:ext>
            </a:extLst>
          </p:cNvPr>
          <p:cNvSpPr>
            <a:spLocks noGrp="1"/>
          </p:cNvSpPr>
          <p:nvPr>
            <p:ph type="title"/>
          </p:nvPr>
        </p:nvSpPr>
        <p:spPr>
          <a:xfrm>
            <a:off x="201573" y="0"/>
            <a:ext cx="5673600" cy="498600"/>
          </a:xfrm>
        </p:spPr>
        <p:txBody>
          <a:bodyPr/>
          <a:lstStyle/>
          <a:p>
            <a:r>
              <a:rPr lang="en-US" dirty="0"/>
              <a:t>Our Help Resources</a:t>
            </a:r>
          </a:p>
        </p:txBody>
      </p:sp>
      <p:pic>
        <p:nvPicPr>
          <p:cNvPr id="4" name="Google Shape;1221;p120">
            <a:extLst>
              <a:ext uri="{FF2B5EF4-FFF2-40B4-BE49-F238E27FC236}">
                <a16:creationId xmlns:a16="http://schemas.microsoft.com/office/drawing/2014/main" id="{1B44687E-4872-F405-4B11-FEED9BA0CAF1}"/>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3089472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D68AE-A8F3-6C4F-E32B-71FD10DFFB5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8F2E0D7-9C56-D2DF-77F6-EAB26A43C0D9}"/>
              </a:ext>
            </a:extLst>
          </p:cNvPr>
          <p:cNvPicPr>
            <a:picLocks noChangeAspect="1"/>
          </p:cNvPicPr>
          <p:nvPr/>
        </p:nvPicPr>
        <p:blipFill>
          <a:blip r:embed="rId2"/>
          <a:stretch>
            <a:fillRect/>
          </a:stretch>
        </p:blipFill>
        <p:spPr>
          <a:xfrm>
            <a:off x="201573" y="498600"/>
            <a:ext cx="8541657" cy="4482121"/>
          </a:xfrm>
          <a:prstGeom prst="rect">
            <a:avLst/>
          </a:prstGeom>
        </p:spPr>
      </p:pic>
      <p:sp>
        <p:nvSpPr>
          <p:cNvPr id="5" name="Title 4">
            <a:extLst>
              <a:ext uri="{FF2B5EF4-FFF2-40B4-BE49-F238E27FC236}">
                <a16:creationId xmlns:a16="http://schemas.microsoft.com/office/drawing/2014/main" id="{FE3B118B-0313-5F74-D5A9-57BB0420671E}"/>
              </a:ext>
            </a:extLst>
          </p:cNvPr>
          <p:cNvSpPr>
            <a:spLocks noGrp="1"/>
          </p:cNvSpPr>
          <p:nvPr>
            <p:ph type="title"/>
          </p:nvPr>
        </p:nvSpPr>
        <p:spPr>
          <a:xfrm>
            <a:off x="201573" y="0"/>
            <a:ext cx="8740854" cy="498600"/>
          </a:xfrm>
        </p:spPr>
        <p:txBody>
          <a:bodyPr/>
          <a:lstStyle/>
          <a:p>
            <a:r>
              <a:rPr lang="en-US" dirty="0"/>
              <a:t>View Resource Details (including AI-generated summary)</a:t>
            </a:r>
          </a:p>
        </p:txBody>
      </p:sp>
      <p:pic>
        <p:nvPicPr>
          <p:cNvPr id="4" name="Google Shape;1221;p120">
            <a:extLst>
              <a:ext uri="{FF2B5EF4-FFF2-40B4-BE49-F238E27FC236}">
                <a16:creationId xmlns:a16="http://schemas.microsoft.com/office/drawing/2014/main" id="{3579DCAA-C28B-06B7-8214-EC4103EBD322}"/>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637469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4F0C-1EB6-ED74-A005-8386E49732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7E0B0F-804D-9DAA-870E-3A51111AD91C}"/>
              </a:ext>
            </a:extLst>
          </p:cNvPr>
          <p:cNvPicPr>
            <a:picLocks noChangeAspect="1"/>
          </p:cNvPicPr>
          <p:nvPr/>
        </p:nvPicPr>
        <p:blipFill>
          <a:blip r:embed="rId2"/>
          <a:stretch>
            <a:fillRect/>
          </a:stretch>
        </p:blipFill>
        <p:spPr>
          <a:xfrm>
            <a:off x="201573" y="498600"/>
            <a:ext cx="8570686" cy="4478296"/>
          </a:xfrm>
          <a:prstGeom prst="rect">
            <a:avLst/>
          </a:prstGeom>
        </p:spPr>
      </p:pic>
      <p:sp>
        <p:nvSpPr>
          <p:cNvPr id="5" name="Title 4">
            <a:extLst>
              <a:ext uri="{FF2B5EF4-FFF2-40B4-BE49-F238E27FC236}">
                <a16:creationId xmlns:a16="http://schemas.microsoft.com/office/drawing/2014/main" id="{925C543A-CA8A-847B-B067-2E0662D1F761}"/>
              </a:ext>
            </a:extLst>
          </p:cNvPr>
          <p:cNvSpPr>
            <a:spLocks noGrp="1"/>
          </p:cNvSpPr>
          <p:nvPr>
            <p:ph type="title"/>
          </p:nvPr>
        </p:nvSpPr>
        <p:spPr>
          <a:xfrm>
            <a:off x="201573" y="0"/>
            <a:ext cx="5673600" cy="498600"/>
          </a:xfrm>
        </p:spPr>
        <p:txBody>
          <a:bodyPr/>
          <a:lstStyle/>
          <a:p>
            <a:r>
              <a:rPr lang="en-US" dirty="0"/>
              <a:t>Echo Chatbot</a:t>
            </a:r>
          </a:p>
        </p:txBody>
      </p:sp>
      <p:pic>
        <p:nvPicPr>
          <p:cNvPr id="4" name="Google Shape;1221;p120">
            <a:extLst>
              <a:ext uri="{FF2B5EF4-FFF2-40B4-BE49-F238E27FC236}">
                <a16:creationId xmlns:a16="http://schemas.microsoft.com/office/drawing/2014/main" id="{67844740-B55A-E366-5937-FA00A9AE690C}"/>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1575656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FFB69-92F9-F840-A6F6-390E4746CAA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C70D8AD-463F-3BB4-0A28-118CE101E70B}"/>
              </a:ext>
            </a:extLst>
          </p:cNvPr>
          <p:cNvPicPr>
            <a:picLocks noChangeAspect="1"/>
          </p:cNvPicPr>
          <p:nvPr/>
        </p:nvPicPr>
        <p:blipFill>
          <a:blip r:embed="rId2"/>
          <a:stretch>
            <a:fillRect/>
          </a:stretch>
        </p:blipFill>
        <p:spPr>
          <a:xfrm>
            <a:off x="201573" y="498600"/>
            <a:ext cx="8577943" cy="4515652"/>
          </a:xfrm>
          <a:prstGeom prst="rect">
            <a:avLst/>
          </a:prstGeom>
        </p:spPr>
      </p:pic>
      <p:sp>
        <p:nvSpPr>
          <p:cNvPr id="5" name="Title 4">
            <a:extLst>
              <a:ext uri="{FF2B5EF4-FFF2-40B4-BE49-F238E27FC236}">
                <a16:creationId xmlns:a16="http://schemas.microsoft.com/office/drawing/2014/main" id="{CE8F2B39-7C91-C991-5367-9208DFEA7A2A}"/>
              </a:ext>
            </a:extLst>
          </p:cNvPr>
          <p:cNvSpPr>
            <a:spLocks noGrp="1"/>
          </p:cNvSpPr>
          <p:nvPr>
            <p:ph type="title"/>
          </p:nvPr>
        </p:nvSpPr>
        <p:spPr>
          <a:xfrm>
            <a:off x="201573" y="0"/>
            <a:ext cx="5673600" cy="498600"/>
          </a:xfrm>
        </p:spPr>
        <p:txBody>
          <a:bodyPr/>
          <a:lstStyle/>
          <a:p>
            <a:r>
              <a:rPr lang="en-US" dirty="0"/>
              <a:t>Echo Chatbot</a:t>
            </a:r>
          </a:p>
        </p:txBody>
      </p:sp>
      <p:pic>
        <p:nvPicPr>
          <p:cNvPr id="4" name="Google Shape;1221;p120">
            <a:extLst>
              <a:ext uri="{FF2B5EF4-FFF2-40B4-BE49-F238E27FC236}">
                <a16:creationId xmlns:a16="http://schemas.microsoft.com/office/drawing/2014/main" id="{1C76A804-5920-302C-1A90-364FC85E54F0}"/>
              </a:ext>
            </a:extLst>
          </p:cNvPr>
          <p:cNvPicPr preferRelativeResize="0"/>
          <p:nvPr/>
        </p:nvPicPr>
        <p:blipFill>
          <a:blip r:embed="rId3">
            <a:alphaModFix/>
          </a:blip>
          <a:stretch>
            <a:fillRect/>
          </a:stretch>
        </p:blipFill>
        <p:spPr>
          <a:xfrm>
            <a:off x="8375901" y="3990334"/>
            <a:ext cx="768101" cy="1153178"/>
          </a:xfrm>
          <a:prstGeom prst="rect">
            <a:avLst/>
          </a:prstGeom>
          <a:noFill/>
          <a:ln>
            <a:noFill/>
          </a:ln>
        </p:spPr>
      </p:pic>
    </p:spTree>
    <p:extLst>
      <p:ext uri="{BB962C8B-B14F-4D97-AF65-F5344CB8AC3E}">
        <p14:creationId xmlns:p14="http://schemas.microsoft.com/office/powerpoint/2010/main" val="1731822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p121"/>
          <p:cNvSpPr txBox="1">
            <a:spLocks noGrp="1"/>
          </p:cNvSpPr>
          <p:nvPr>
            <p:ph type="title" idx="6"/>
          </p:nvPr>
        </p:nvSpPr>
        <p:spPr>
          <a:xfrm>
            <a:off x="233850" y="228600"/>
            <a:ext cx="2190000" cy="384900"/>
          </a:xfrm>
          <a:prstGeom prst="rect">
            <a:avLst/>
          </a:prstGeom>
        </p:spPr>
        <p:txBody>
          <a:bodyPr spcFirstLastPara="1" wrap="square" lIns="182875" tIns="0" rIns="182875" bIns="0" anchor="t" anchorCtr="0">
            <a:noAutofit/>
          </a:bodyPr>
          <a:lstStyle/>
          <a:p>
            <a:pPr marL="0" lvl="0" indent="0" algn="l" rtl="0">
              <a:spcBef>
                <a:spcPts val="0"/>
              </a:spcBef>
              <a:spcAft>
                <a:spcPts val="0"/>
              </a:spcAft>
              <a:buNone/>
            </a:pPr>
            <a:r>
              <a:rPr lang="en" sz="2400">
                <a:latin typeface="Urbanist"/>
                <a:ea typeface="Urbanist"/>
                <a:cs typeface="Urbanist"/>
                <a:sym typeface="Urbanist"/>
              </a:rPr>
              <a:t>References</a:t>
            </a:r>
            <a:endParaRPr sz="2800">
              <a:latin typeface="Urbanist"/>
              <a:ea typeface="Urbanist"/>
              <a:cs typeface="Urbanist"/>
              <a:sym typeface="Urbanist"/>
            </a:endParaRPr>
          </a:p>
        </p:txBody>
      </p:sp>
      <p:pic>
        <p:nvPicPr>
          <p:cNvPr id="1229" name="Google Shape;1229;p121"/>
          <p:cNvPicPr preferRelativeResize="0"/>
          <p:nvPr/>
        </p:nvPicPr>
        <p:blipFill>
          <a:blip r:embed="rId3">
            <a:alphaModFix/>
          </a:blip>
          <a:stretch>
            <a:fillRect/>
          </a:stretch>
        </p:blipFill>
        <p:spPr>
          <a:xfrm>
            <a:off x="8168970" y="3679675"/>
            <a:ext cx="975024" cy="1463825"/>
          </a:xfrm>
          <a:prstGeom prst="rect">
            <a:avLst/>
          </a:prstGeom>
          <a:noFill/>
          <a:ln>
            <a:noFill/>
          </a:ln>
        </p:spPr>
      </p:pic>
      <p:sp>
        <p:nvSpPr>
          <p:cNvPr id="1230" name="Google Shape;1230;p121"/>
          <p:cNvSpPr txBox="1"/>
          <p:nvPr/>
        </p:nvSpPr>
        <p:spPr>
          <a:xfrm>
            <a:off x="291000" y="707825"/>
            <a:ext cx="7479300" cy="39759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lt1"/>
              </a:buClr>
              <a:buSzPts val="1100"/>
              <a:buChar char="●"/>
            </a:pPr>
            <a:r>
              <a:rPr lang="en" sz="1100">
                <a:solidFill>
                  <a:schemeClr val="lt1"/>
                </a:solidFill>
              </a:rPr>
              <a:t>Flannery, M. E. (2023, March 29). </a:t>
            </a:r>
            <a:r>
              <a:rPr lang="en" sz="1100" i="1">
                <a:solidFill>
                  <a:schemeClr val="lt1"/>
                </a:solidFill>
              </a:rPr>
              <a:t>The Mental Health Crisis on college campuses</a:t>
            </a:r>
            <a:r>
              <a:rPr lang="en" sz="1100">
                <a:solidFill>
                  <a:schemeClr val="lt1"/>
                </a:solidFill>
              </a:rPr>
              <a:t>. NEA. https://www.nea.org/nea-today/all-news-articles/mental-health-crisis-college-campuses </a:t>
            </a:r>
            <a:endParaRPr sz="1100">
              <a:solidFill>
                <a:schemeClr val="lt1"/>
              </a:solidFill>
            </a:endParaRPr>
          </a:p>
          <a:p>
            <a:pPr marL="457200" lvl="0" indent="0" algn="l" rtl="0">
              <a:lnSpc>
                <a:spcPct val="115000"/>
              </a:lnSpc>
              <a:spcBef>
                <a:spcPts val="1200"/>
              </a:spcBef>
              <a:spcAft>
                <a:spcPts val="0"/>
              </a:spcAft>
              <a:buNone/>
            </a:pPr>
            <a:endParaRPr sz="1100">
              <a:solidFill>
                <a:schemeClr val="lt1"/>
              </a:solidFill>
            </a:endParaRPr>
          </a:p>
          <a:p>
            <a:pPr marL="457200" lvl="0" indent="-298450" algn="l" rtl="0">
              <a:lnSpc>
                <a:spcPct val="115000"/>
              </a:lnSpc>
              <a:spcBef>
                <a:spcPts val="1200"/>
              </a:spcBef>
              <a:spcAft>
                <a:spcPts val="0"/>
              </a:spcAft>
              <a:buClr>
                <a:schemeClr val="lt1"/>
              </a:buClr>
              <a:buSzPts val="1100"/>
              <a:buChar char="●"/>
            </a:pPr>
            <a:r>
              <a:rPr lang="en" sz="1100" i="1">
                <a:solidFill>
                  <a:schemeClr val="lt1"/>
                </a:solidFill>
              </a:rPr>
              <a:t>Professional therapy with a licensed therapist</a:t>
            </a:r>
            <a:r>
              <a:rPr lang="en" sz="1100">
                <a:solidFill>
                  <a:schemeClr val="lt1"/>
                </a:solidFill>
              </a:rPr>
              <a:t>. BetterHelp. (n.d.).</a:t>
            </a:r>
            <a:endParaRPr sz="1100">
              <a:solidFill>
                <a:schemeClr val="lt1"/>
              </a:solidFill>
            </a:endParaRPr>
          </a:p>
          <a:p>
            <a:pPr marL="457200" lvl="0" indent="0" algn="l" rtl="0">
              <a:lnSpc>
                <a:spcPct val="115000"/>
              </a:lnSpc>
              <a:spcBef>
                <a:spcPts val="1200"/>
              </a:spcBef>
              <a:spcAft>
                <a:spcPts val="0"/>
              </a:spcAft>
              <a:buNone/>
            </a:pPr>
            <a:r>
              <a:rPr lang="en" sz="1100" u="sng">
                <a:solidFill>
                  <a:schemeClr val="lt1"/>
                </a:solidFill>
                <a:hlinkClick r:id="rId4">
                  <a:extLst>
                    <a:ext uri="{A12FA001-AC4F-418D-AE19-62706E023703}">
                      <ahyp:hlinkClr xmlns:ahyp="http://schemas.microsoft.com/office/drawing/2018/hyperlinkcolor" val="tx"/>
                    </a:ext>
                  </a:extLst>
                </a:hlinkClick>
              </a:rPr>
              <a:t>https://www.betterhelp.com/</a:t>
            </a:r>
            <a:endParaRPr sz="1100">
              <a:solidFill>
                <a:schemeClr val="lt1"/>
              </a:solidFill>
            </a:endParaRPr>
          </a:p>
          <a:p>
            <a:pPr marL="457200" lvl="0" indent="-298450" algn="l" rtl="0">
              <a:lnSpc>
                <a:spcPct val="115000"/>
              </a:lnSpc>
              <a:spcBef>
                <a:spcPts val="1200"/>
              </a:spcBef>
              <a:spcAft>
                <a:spcPts val="0"/>
              </a:spcAft>
              <a:buClr>
                <a:schemeClr val="lt1"/>
              </a:buClr>
              <a:buSzPts val="1100"/>
              <a:buChar char="●"/>
            </a:pPr>
            <a:r>
              <a:rPr lang="en" sz="1100" i="1">
                <a:solidFill>
                  <a:schemeClr val="lt1"/>
                </a:solidFill>
              </a:rPr>
              <a:t>Recwell app</a:t>
            </a:r>
            <a:r>
              <a:rPr lang="en" sz="1100">
                <a:solidFill>
                  <a:schemeClr val="lt1"/>
                </a:solidFill>
              </a:rPr>
              <a:t>. Old Dominion University. (2024, February 6). https://www.odu.edu/recreation-wellness/about/recwell-app </a:t>
            </a:r>
            <a:endParaRPr sz="1100">
              <a:solidFill>
                <a:schemeClr val="lt1"/>
              </a:solidFill>
            </a:endParaRPr>
          </a:p>
          <a:p>
            <a:pPr marL="457200" lvl="0" indent="0" algn="l" rtl="0">
              <a:lnSpc>
                <a:spcPct val="115000"/>
              </a:lnSpc>
              <a:spcBef>
                <a:spcPts val="1200"/>
              </a:spcBef>
              <a:spcAft>
                <a:spcPts val="0"/>
              </a:spcAft>
              <a:buNone/>
            </a:pPr>
            <a:endParaRPr sz="1100">
              <a:solidFill>
                <a:schemeClr val="lt1"/>
              </a:solidFill>
            </a:endParaRPr>
          </a:p>
          <a:p>
            <a:pPr marL="457200" lvl="0" indent="-298450" algn="l" rtl="0">
              <a:lnSpc>
                <a:spcPct val="115000"/>
              </a:lnSpc>
              <a:spcBef>
                <a:spcPts val="1200"/>
              </a:spcBef>
              <a:spcAft>
                <a:spcPts val="0"/>
              </a:spcAft>
              <a:buClr>
                <a:schemeClr val="lt1"/>
              </a:buClr>
              <a:buSzPts val="1100"/>
              <a:buChar char="●"/>
            </a:pPr>
            <a:r>
              <a:rPr lang="en" sz="1100" i="1">
                <a:solidFill>
                  <a:schemeClr val="lt1"/>
                </a:solidFill>
              </a:rPr>
              <a:t>Student Health Services</a:t>
            </a:r>
            <a:r>
              <a:rPr lang="en" sz="1100">
                <a:solidFill>
                  <a:schemeClr val="lt1"/>
                </a:solidFill>
              </a:rPr>
              <a:t>. https://www.odu.edu/studenthealth. (2025, September 10). https://www.odu.edu/studenthealth </a:t>
            </a:r>
            <a:endParaRPr sz="1100">
              <a:solidFill>
                <a:schemeClr val="lt1"/>
              </a:solidFill>
            </a:endParaRPr>
          </a:p>
          <a:p>
            <a:pPr marL="457200" lvl="0" indent="0" algn="l" rtl="0">
              <a:lnSpc>
                <a:spcPct val="115000"/>
              </a:lnSpc>
              <a:spcBef>
                <a:spcPts val="1200"/>
              </a:spcBef>
              <a:spcAft>
                <a:spcPts val="0"/>
              </a:spcAft>
              <a:buNone/>
            </a:pPr>
            <a:endParaRPr sz="1100">
              <a:solidFill>
                <a:schemeClr val="lt1"/>
              </a:solidFill>
            </a:endParaRPr>
          </a:p>
          <a:p>
            <a:pPr marL="457200" lvl="0" indent="-298450" algn="l" rtl="0">
              <a:lnSpc>
                <a:spcPct val="115000"/>
              </a:lnSpc>
              <a:spcBef>
                <a:spcPts val="1200"/>
              </a:spcBef>
              <a:spcAft>
                <a:spcPts val="0"/>
              </a:spcAft>
              <a:buClr>
                <a:schemeClr val="lt1"/>
              </a:buClr>
              <a:buSzPts val="1100"/>
              <a:buChar char="●"/>
            </a:pPr>
            <a:r>
              <a:rPr lang="en" sz="1100">
                <a:solidFill>
                  <a:schemeClr val="lt1"/>
                </a:solidFill>
              </a:rPr>
              <a:t>The Jed Foundation. (2025, October 17). https://jedfoundation.org/ </a:t>
            </a:r>
            <a:endParaRPr sz="1100">
              <a:solidFill>
                <a:schemeClr val="lt1"/>
              </a:solidFill>
            </a:endParaRPr>
          </a:p>
          <a:p>
            <a:pPr marL="457200" lvl="0" indent="0" algn="l" rtl="0">
              <a:lnSpc>
                <a:spcPct val="115000"/>
              </a:lnSpc>
              <a:spcBef>
                <a:spcPts val="1200"/>
              </a:spcBef>
              <a:spcAft>
                <a:spcPts val="0"/>
              </a:spcAft>
              <a:buNone/>
            </a:pPr>
            <a:endParaRPr sz="1100">
              <a:solidFill>
                <a:schemeClr val="lt1"/>
              </a:solidFill>
            </a:endParaRPr>
          </a:p>
          <a:p>
            <a:pPr marL="457200" lvl="0" indent="0" algn="l" rtl="0">
              <a:lnSpc>
                <a:spcPct val="115000"/>
              </a:lnSpc>
              <a:spcBef>
                <a:spcPts val="1200"/>
              </a:spcBef>
              <a:spcAft>
                <a:spcPts val="1200"/>
              </a:spcAft>
              <a:buNone/>
            </a:pPr>
            <a:endParaRPr sz="1100">
              <a:solidFill>
                <a:schemeClr val="lt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stel gradients">
  <a:themeElements>
    <a:clrScheme name="Simple Light">
      <a:dk1>
        <a:srgbClr val="F4F4F4"/>
      </a:dk1>
      <a:lt1>
        <a:srgbClr val="202124"/>
      </a:lt1>
      <a:dk2>
        <a:srgbClr val="E8F0FE"/>
      </a:dk2>
      <a:lt2>
        <a:srgbClr val="FEFEFE"/>
      </a:lt2>
      <a:accent1>
        <a:srgbClr val="FFFFBE"/>
      </a:accent1>
      <a:accent2>
        <a:srgbClr val="AECBFA"/>
      </a:accent2>
      <a:accent3>
        <a:srgbClr val="FFC9C9"/>
      </a:accent3>
      <a:accent4>
        <a:srgbClr val="F9F93D"/>
      </a:accent4>
      <a:accent5>
        <a:srgbClr val="747474"/>
      </a:accent5>
      <a:accent6>
        <a:srgbClr val="5A5A5A"/>
      </a:accent6>
      <a:hlink>
        <a:srgbClr val="FFC9C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1728</Words>
  <Application>Microsoft Office PowerPoint</Application>
  <PresentationFormat>On-screen Show (16:9)</PresentationFormat>
  <Paragraphs>315</Paragraphs>
  <Slides>27</Slides>
  <Notes>19</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27</vt:i4>
      </vt:variant>
    </vt:vector>
  </HeadingPairs>
  <TitlesOfParts>
    <vt:vector size="38" baseType="lpstr">
      <vt:lpstr>Arial</vt:lpstr>
      <vt:lpstr>Instrument Sans Medium</vt:lpstr>
      <vt:lpstr>Urbanist Medium</vt:lpstr>
      <vt:lpstr>Urbanist SemiBold</vt:lpstr>
      <vt:lpstr>Instrument Sans</vt:lpstr>
      <vt:lpstr>Roboto</vt:lpstr>
      <vt:lpstr>Urbanist</vt:lpstr>
      <vt:lpstr>Instrument Sans SemiBold</vt:lpstr>
      <vt:lpstr>Simple Light</vt:lpstr>
      <vt:lpstr>Dark Particles</vt:lpstr>
      <vt:lpstr>Pastel gradients</vt:lpstr>
      <vt:lpstr>PeopleFirst</vt:lpstr>
      <vt:lpstr>Content</vt:lpstr>
      <vt:lpstr>Meet the team</vt:lpstr>
      <vt:lpstr>PowerPoint Presentation</vt:lpstr>
      <vt:lpstr>College students struggle with mental health issues from various sources which impact their studies negatively </vt:lpstr>
      <vt:lpstr>Without PeopleFirst</vt:lpstr>
      <vt:lpstr>We will better the college learning environment, so that many can thrive.</vt:lpstr>
      <vt:lpstr>PowerPoint Presentation</vt:lpstr>
      <vt:lpstr>PeopleFirst’s Solution</vt:lpstr>
      <vt:lpstr>Features</vt:lpstr>
      <vt:lpstr>Competition Matrix </vt:lpstr>
      <vt:lpstr>PowerPoint Presentation</vt:lpstr>
      <vt:lpstr>Risks</vt:lpstr>
      <vt:lpstr>PowerPoint Presentation</vt:lpstr>
      <vt:lpstr>Monetization </vt:lpstr>
      <vt:lpstr>Monetization (continued) </vt:lpstr>
      <vt:lpstr>Changes from Prior Design</vt:lpstr>
      <vt:lpstr>Tech Stack</vt:lpstr>
      <vt:lpstr>Our Forums</vt:lpstr>
      <vt:lpstr>Replies to Posts</vt:lpstr>
      <vt:lpstr>Create New Forums Topic</vt:lpstr>
      <vt:lpstr>Searching the Forums</vt:lpstr>
      <vt:lpstr>Our Help Resources</vt:lpstr>
      <vt:lpstr>View Resource Details (including AI-generated summary)</vt:lpstr>
      <vt:lpstr>Echo Chatbot</vt:lpstr>
      <vt:lpstr>Echo Chatbot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Quamez Anderson</cp:lastModifiedBy>
  <cp:revision>3</cp:revision>
  <dcterms:modified xsi:type="dcterms:W3CDTF">2026-05-04T14:05:08Z</dcterms:modified>
</cp:coreProperties>
</file>